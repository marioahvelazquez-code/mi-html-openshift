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1318667.0</c:v>
                </c:pt>
                <c:pt idx="1">
                  <c:v>458392.0</c:v>
                </c:pt>
                <c:pt idx="2">
                  <c:v>221617.0</c:v>
                </c:pt>
                <c:pt idx="3">
                  <c:v>520723.0</c:v>
                </c:pt>
                <c:pt idx="4">
                  <c:v>23137.0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250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Transportes y Comunicaciones</c:v>
                </c:pt>
                <c:pt idx="2">
                  <c:v>Industrias de la Transformación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45358</c:v>
                </c:pt>
                <c:pt idx="1">
                  <c:v>25915</c:v>
                </c:pt>
                <c:pt idx="2">
                  <c:v>87398</c:v>
                </c:pt>
                <c:pt idx="3">
                  <c:v>13305</c:v>
                </c:pt>
                <c:pt idx="4">
                  <c:v>3750</c:v>
                </c:pt>
                <c:pt idx="5">
                  <c:v>92537</c:v>
                </c:pt>
                <c:pt idx="6">
                  <c:v>76534</c:v>
                </c:pt>
                <c:pt idx="7">
                  <c:v>91615</c:v>
                </c:pt>
                <c:pt idx="8">
                  <c:v>1549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Transportes y Comunicaciones</c:v>
                </c:pt>
                <c:pt idx="2">
                  <c:v>Industrias de la Transformación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39466</c:v>
                </c:pt>
                <c:pt idx="1">
                  <c:v>24669</c:v>
                </c:pt>
                <c:pt idx="2">
                  <c:v>84463</c:v>
                </c:pt>
                <c:pt idx="3">
                  <c:v>13142</c:v>
                </c:pt>
                <c:pt idx="4">
                  <c:v>3776</c:v>
                </c:pt>
                <c:pt idx="5">
                  <c:v>94819</c:v>
                </c:pt>
                <c:pt idx="6">
                  <c:v>78741</c:v>
                </c:pt>
                <c:pt idx="7">
                  <c:v>94445</c:v>
                </c:pt>
                <c:pt idx="8">
                  <c:v>1675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360923</c:v>
                </c:pt>
                <c:pt idx="1">
                  <c:v>377070</c:v>
                </c:pt>
                <c:pt idx="2">
                  <c:v>384631</c:v>
                </c:pt>
                <c:pt idx="3">
                  <c:v>368320</c:v>
                </c:pt>
                <c:pt idx="4">
                  <c:v>398497</c:v>
                </c:pt>
                <c:pt idx="5">
                  <c:v>420905</c:v>
                </c:pt>
                <c:pt idx="6">
                  <c:v>437479</c:v>
                </c:pt>
                <c:pt idx="7">
                  <c:v>437961</c:v>
                </c:pt>
                <c:pt idx="8">
                  <c:v>435196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Mérida.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Cardiologia</c:v>
                </c:pt>
                <c:pt idx="1">
                  <c:v>Pediatria</c:v>
                </c:pt>
                <c:pt idx="2">
                  <c:v>Calidad De La Atencion Clinica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12 Mérida.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Oncologia Medica</c:v>
                </c:pt>
                <c:pt idx="1">
                  <c:v>Medicina Del Enfermo Pediatrico En Estado Critico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3 Motul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Traumatologia Y Ortopedia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5 Tizimin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Urgencias Pediatrica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Izamal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20 Caucel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58 Mérida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60 Poniente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61 Los Héroes de la Salud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Mérida.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Nefrologia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Acanceh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Anestesiologia</c:v>
                </c:pt>
                <c:pt idx="1">
                  <c:v>Medicina De Urgencias</c:v>
                </c:pt>
                <c:pt idx="2">
                  <c:v>Medicina Interna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Maxcanú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Anestesiologia</c:v>
                </c:pt>
                <c:pt idx="1">
                  <c:v>Ginecologia Y Obstetricia</c:v>
                </c:pt>
                <c:pt idx="2">
                  <c:v>Medicina Interna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Oxkutzcab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61 Los Héroes de la Salud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Yucatán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31_y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1,318,667</a:t>
            </a:r>
            <a:br/>
            <a:r>
              <a:t>52%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458,392</a:t>
            </a:r>
            <a:br/>
            <a:r>
              <a:t>18%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221,617</a:t>
            </a:r>
            <a:br/>
            <a:r>
              <a:t>9%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520,723</a:t>
            </a:r>
            <a:br/>
            <a:r>
              <a:t>20%</a:t>
            </a:r>
          </a:p>
        </p:txBody>
      </p:sp>
      <p:pic>
        <p:nvPicPr>
          <p:cNvPr id="135" name="Picture 134" descr="3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904118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23,137</a:t>
            </a:r>
            <a:br/>
            <a:r>
              <a:t>0.91%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2,542,536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1,318,667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588,759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755,643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374,432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435,048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116,592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153,034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2,090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501,830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563,024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224,922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212,484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1,519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5,801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8,247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45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31_y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952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95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23 UMF, 4 UMFH y 0 UMF-UMAA, y no incluye 27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Maxcanú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Oxkutzcab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Izamal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Acanceh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363600" y="6300000"/>
          <a:ext cx="720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370800" y="837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Maxcanú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Oxkutzcab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Izamal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Acanceh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280800" y="5252400"/>
          <a:ext cx="72864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4 Valladolid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Tzucacab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Coloradas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Col. Yucatán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Tekax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Acanceh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Kinchil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Samahil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Halachó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Maxcanu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Komchen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41,476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15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25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Kanasin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50 Conkal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19 Hunucma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Chuburna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Ticul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La Ceiba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Mérida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42,899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Mérida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48,289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Izamal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Tixkokob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60 Poniente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Caucel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26,676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283,754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228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117</a:t>
            </a:r>
          </a:p>
        </p:txBody>
      </p:sp>
      <p:pic>
        <p:nvPicPr>
          <p:cNvPr id="12" name="Picture 11" descr="Mapa_draft_etiquetas_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107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3,101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5,842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47,450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6,972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Motul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12 Mérida.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Mérida.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46 Uman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Tizimin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Mérida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525,600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43,092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92,512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8,550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637,290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51,642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110,566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187,920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2,017,008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357,607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222,611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40,150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Reemplazos Articulares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4,075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1,488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7,477	 Personal de Salud: 11,634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1,791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1,821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-11.2%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9,663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2,543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949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13,981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(556,781)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(74,176)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(9,524)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(8,257)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(462)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(554,623)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(48,363)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(5,888)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Cataratas   (4,775)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(403)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(124,561)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(44,691)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(2,923)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(4,295)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(320)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(82,195)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la piel y tejidos superficiales   (29,919)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(2,381)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perinatales   (3,520)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(64,038)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(26,266)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(1,923)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(3,267)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(234)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71,495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756,998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51,969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816,160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128 piezas de equipo médico: 85 camillas, 23 sillas de ruedas, 11 refrigeradores para vacunas, 3 monitores de radiación, 2 tomógrafos, 1 mastógrafo, 1 unidad de anestesia, 1 monitor de signos vitales y 1 congelador para vacunas.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25 piezas de equipo electromecánico: 15 aires acondicionados, 4 cuartos de máquinas y 6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HGR 12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$39.2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$342.5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767.0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685 equipos médicos (6 mastógrafos y sustitución de 11 equipos UCIN, entre otros)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elevadores y equipo de casa de máquinas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24 Unidades Médicas Familiares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almacenes,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7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 (PAO)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$559.3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 de hemodiálisis en HGR No. 1, Mérida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 de patología en UMAE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UMAE HE No. 1, Mérida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dietología en UMAE HE No. 1,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HGR No.12,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20 quirófanos en 5 hospitales, 1 UMAA y 1 UMAE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Clínica de Mama, Mérida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$64.6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Hospital de Especialidades, Yucatán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No. 61 14+7 consultorios con AMC en Mérida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$149.5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1,381.0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25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3,056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831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127 Mérida El Fènix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Mérida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31_yu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25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YUCATAN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51,949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51,440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EMBOTELLADORAS BEPENSA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COMERCIALIZADORA PORCICOLA MEXICANA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MERIDA DEL ESTADO DE YUCATAN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BACHOCO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-12.99%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-4.81%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-3.36%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-1.23%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+0.69%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+2.47%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+2.88%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+3.09%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+8.13%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393,550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3,672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39,754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437,961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397,344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435,196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$559.75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$559.75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$16,792.5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VERTICAL KNITS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$15,900.12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AIR TEMP DE MEXICO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$9,591.18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CESAR RAYA SOLIS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$6,388.05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del Fondo Nacional de la Vivienda para los Trabajadores Sin Tipo de Sociedad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$2.90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Mérida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Central de Abasto de Mérida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$213.62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102,770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42,532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8,023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458,392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182,168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276,224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418,222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102,770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3,160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Yucatán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Yucatán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Yucatán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YUCATÁN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