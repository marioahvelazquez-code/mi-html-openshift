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89" r:id="rId6"/>
    <p:sldId id="258" r:id="rId7"/>
    <p:sldId id="259" r:id="rId8"/>
    <p:sldId id="260" r:id="rId9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8"/>
    <p:sldId id="302" r:id="rId49"/>
    <p:sldId id="281" r:id="rId17"/>
    <p:sldId id="288" r:id="rId18"/>
    <p:sldId id="270" r:id="rId19"/>
    <p:sldId id="271" r:id="rId20"/>
    <p:sldId id="272" r:id="rId21"/>
    <p:sldId id="300" r:id="rId22"/>
    <p:sldId id="297" r:id="rId23"/>
    <p:sldId id="284" r:id="rId24"/>
    <p:sldId id="299" r:id="rId25"/>
    <p:sldId id="277" r:id="rId26"/>
    <p:sldId id="278" r:id="rId27"/>
    <p:sldId id="279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Noto Sans Black" panose="020B0604020202020204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27C98-2BB5-F6B9-2A68-E76745AD1014}" v="110" dt="2026-05-12T21:01:20.1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29.666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29.666" v="0"/>
        <pc:sldMkLst>
          <pc:docMk/>
          <pc:sldMk cId="1050299822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39:58.256" v="12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5:37.213" v="109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5:37.213" v="109" actId="1035"/>
          <ac:spMkLst>
            <pc:docMk/>
            <pc:sldMk cId="0" sldId="260"/>
            <ac:spMk id="7" creationId="{9449F489-7AE9-5A60-77E7-D2A5D25CB1EB}"/>
          </ac:spMkLst>
        </pc:spChg>
        <pc:graphicFrameChg chg="add mod">
          <ac:chgData name="Edgar Rosales Ortega" userId="d1d54fc2-1570-4978-babc-e22e1526833f" providerId="ADAL" clId="{66BE7C30-C669-4152-AC74-10076FC0590C}" dt="2026-04-30T21:55:27.926" v="46" actId="1076"/>
          <ac:graphicFrameMkLst>
            <pc:docMk/>
            <pc:sldMk cId="0" sldId="260"/>
            <ac:graphicFrameMk id="5" creationId="{AB9DD023-F2D6-C192-FC9B-02D97E4213B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5:37.213" v="109" actId="1035"/>
          <ac:picMkLst>
            <pc:docMk/>
            <pc:sldMk cId="0" sldId="260"/>
            <ac:picMk id="6" creationId="{EE7ED226-17AB-83D0-C152-672D763CE7B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6:35.134" v="11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6:35.134" v="110" actId="164"/>
          <ac:spMkLst>
            <pc:docMk/>
            <pc:sldMk cId="0" sldId="261"/>
            <ac:spMk id="8" creationId="{F90AB457-8D6E-4542-2A90-F87F48329EF4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0" creationId="{8F1EC2E9-A2F0-5D36-94BA-366AAC08766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1" creationId="{47EA216D-D28C-2CAD-059B-7FADBBE6512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2" creationId="{22108236-83C5-14D9-B1F8-D25BB28E01E9}"/>
          </ac:spMkLst>
        </pc:s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2" creationId="{91C4A122-0293-50EC-B7A6-96178E76F6CA}"/>
          </ac:grpSpMkLst>
        </pc:gr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9" creationId="{EAC39BB3-2607-460D-415B-E7A953C37494}"/>
          </ac:grpSpMkLst>
        </pc:grpChg>
        <pc:picChg chg="add mod">
          <ac:chgData name="Edgar Rosales Ortega" userId="d1d54fc2-1570-4978-babc-e22e1526833f" providerId="ADAL" clId="{66BE7C30-C669-4152-AC74-10076FC0590C}" dt="2026-05-05T17:46:35.134" v="110" actId="164"/>
          <ac:picMkLst>
            <pc:docMk/>
            <pc:sldMk cId="0" sldId="261"/>
            <ac:picMk id="13" creationId="{A28AC447-5B12-4340-2D8A-7A7E31075EE4}"/>
          </ac:picMkLst>
        </pc:picChg>
      </pc:sldChg>
      <pc:sldChg chg="delSp mod">
        <pc:chgData name="Edgar Rosales Ortega" userId="d1d54fc2-1570-4978-babc-e22e1526833f" providerId="ADAL" clId="{66BE7C30-C669-4152-AC74-10076FC0590C}" dt="2026-05-07T16:38:38.369" v="11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9:00.658" v="11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2:28.067" v="4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17.573" v="3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39:11.431" v="118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39:11.431" v="118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7:05.228" v="11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08.198" v="42" actId="1076"/>
          <ac:spMkLst>
            <pc:docMk/>
            <pc:sldMk cId="0" sldId="279"/>
            <ac:spMk id="2" creationId="{75AA8BC5-30E8-D0F0-6F3F-3E7C51DC9CDC}"/>
          </ac:spMkLst>
        </pc:spChg>
        <pc:spChg chg="mod">
          <ac:chgData name="Edgar Rosales Ortega" userId="d1d54fc2-1570-4978-babc-e22e1526833f" providerId="ADAL" clId="{66BE7C30-C669-4152-AC74-10076FC0590C}" dt="2026-05-05T17:47:05.228" v="11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2:21.966" v="3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20.771" v="3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6:45.381" v="11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9:58.256" v="12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9:58.256" v="12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2:00.399" v="3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23.670" v="3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9:30.780" v="12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9:30.780" v="12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8127C98-2BB5-F6B9-2A68-E76745AD1014}"/>
    <pc:docChg chg="modSld">
      <pc:chgData name="Gerardo Jahir Lara Garcia" userId="S::gerardo.larag@imss.gob.mx::84d5cd65-4601-4e92-b448-a9da4809e012" providerId="AD" clId="Web-{D8127C98-2BB5-F6B9-2A68-E76745AD1014}" dt="2026-05-12T21:01:20.102" v="67" actId="1076"/>
      <pc:docMkLst>
        <pc:docMk/>
      </pc:docMkLst>
      <pc:sldChg chg="addSp delSp modSp">
        <pc:chgData name="Gerardo Jahir Lara Garcia" userId="S::gerardo.larag@imss.gob.mx::84d5cd65-4601-4e92-b448-a9da4809e012" providerId="AD" clId="Web-{D8127C98-2BB5-F6B9-2A68-E76745AD1014}" dt="2026-05-12T21:01:20.102" v="6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40"/>
          <ac:spMkLst>
            <pc:docMk/>
            <pc:sldMk cId="364733940" sldId="284"/>
            <ac:spMk id="8" creationId="{E732EDB4-939B-C564-D4B2-9497DEB259D4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8"/>
          <ac:spMkLst>
            <pc:docMk/>
            <pc:sldMk cId="364733940" sldId="284"/>
            <ac:spMk id="10" creationId="{261D4185-A587-C515-FCC3-DB49EF855C8D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6"/>
          <ac:spMkLst>
            <pc:docMk/>
            <pc:sldMk cId="364733940" sldId="284"/>
            <ac:spMk id="12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5" actId="1076"/>
          <ac:spMkLst>
            <pc:docMk/>
            <pc:sldMk cId="364733940" sldId="284"/>
            <ac:spMk id="14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7" actId="1076"/>
          <ac:spMkLst>
            <pc:docMk/>
            <pc:sldMk cId="364733940" sldId="284"/>
            <ac:spMk id="16" creationId="{31F06996-6695-0609-49FC-3D48462AAA79}"/>
          </ac:spMkLst>
        </pc:spChg>
        <pc:picChg chg="add">
          <ac:chgData name="Gerardo Jahir Lara Garcia" userId="S::gerardo.larag@imss.gob.mx::84d5cd65-4601-4e92-b448-a9da4809e012" providerId="AD" clId="Web-{D8127C98-2BB5-F6B9-2A68-E76745AD1014}" dt="2026-05-12T20:56:27.26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9"/>
          <ac:picMkLst>
            <pc:docMk/>
            <pc:sldMk cId="364733940" sldId="284"/>
            <ac:picMk id="9" creationId="{8A8D8CD2-DBCF-78B9-E5EF-827E13752F76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7"/>
          <ac:picMkLst>
            <pc:docMk/>
            <pc:sldMk cId="364733940" sldId="284"/>
            <ac:picMk id="11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087" v="64" actId="1076"/>
          <ac:picMkLst>
            <pc:docMk/>
            <pc:sldMk cId="364733940" sldId="284"/>
            <ac:picMk id="13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102" v="66" actId="1076"/>
          <ac:picMkLst>
            <pc:docMk/>
            <pc:sldMk cId="364733940" sldId="284"/>
            <ac:picMk id="15" creationId="{93A97F7C-8571-8E37-50FF-4EEB5D75E748}"/>
          </ac:picMkLst>
        </pc:picChg>
      </pc:sldChg>
      <pc:sldChg chg="addSp delSp modSp">
        <pc:chgData name="Gerardo Jahir Lara Garcia" userId="S::gerardo.larag@imss.gob.mx::84d5cd65-4601-4e92-b448-a9da4809e012" providerId="AD" clId="Web-{D8127C98-2BB5-F6B9-2A68-E76745AD1014}" dt="2026-05-12T20:58:40.503" v="34" actId="20577"/>
        <pc:sldMkLst>
          <pc:docMk/>
          <pc:sldMk cId="3240565764" sldId="297"/>
        </pc:sldMkLst>
        <pc:spChg chg="add del">
          <ac:chgData name="Gerardo Jahir Lara Garcia" userId="S::gerardo.larag@imss.gob.mx::84d5cd65-4601-4e92-b448-a9da4809e012" providerId="AD" clId="Web-{D8127C98-2BB5-F6B9-2A68-E76745AD1014}" dt="2026-05-12T20:57:17.187" v="3"/>
          <ac:spMkLst>
            <pc:docMk/>
            <pc:sldMk cId="3240565764" sldId="297"/>
            <ac:spMk id="4" creationId="{5703951A-79F9-0F57-1683-4A2C02D4A29F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15.341" v="0"/>
          <ac:spMkLst>
            <pc:docMk/>
            <pc:sldMk cId="3240565764" sldId="297"/>
            <ac:spMk id="7" creationId="{21AE8FA6-CA77-F761-93C9-BF2570CBBE30}"/>
          </ac:spMkLst>
        </pc:spChg>
        <pc:spChg chg="add del mod">
          <ac:chgData name="Gerardo Jahir Lara Garcia" userId="S::gerardo.larag@imss.gob.mx::84d5cd65-4601-4e92-b448-a9da4809e012" providerId="AD" clId="Web-{D8127C98-2BB5-F6B9-2A68-E76745AD1014}" dt="2026-05-12T20:58:00.517" v="19" actId="20577"/>
          <ac:spMkLst>
            <pc:docMk/>
            <pc:sldMk cId="3240565764" sldId="297"/>
            <ac:spMk id="9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15.440" v="22" actId="20577"/>
          <ac:spMkLst>
            <pc:docMk/>
            <pc:sldMk cId="3240565764" sldId="297"/>
            <ac:spMk id="11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7:31.204" v="8" actId="1076"/>
          <ac:spMkLst>
            <pc:docMk/>
            <pc:sldMk cId="3240565764" sldId="297"/>
            <ac:spMk id="12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40.503" v="34" actId="20577"/>
          <ac:spMkLst>
            <pc:docMk/>
            <pc:sldMk cId="3240565764" sldId="297"/>
            <ac:spMk id="14" creationId="{CA535D92-E281-11D7-D7CB-F8BAB9F176B8}"/>
          </ac:spMkLst>
        </pc:spChg>
        <pc:picChg chg="add del">
          <ac:chgData name="Gerardo Jahir Lara Garcia" userId="S::gerardo.larag@imss.gob.mx::84d5cd65-4601-4e92-b448-a9da4809e012" providerId="AD" clId="Web-{D8127C98-2BB5-F6B9-2A68-E76745AD1014}" dt="2026-05-12T20:57:14.500" v="2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72" v="4" actId="1076"/>
          <ac:picMkLst>
            <pc:docMk/>
            <pc:sldMk cId="3240565764" sldId="297"/>
            <ac:picMk id="8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88" v="6" actId="1076"/>
          <ac:picMkLst>
            <pc:docMk/>
            <pc:sldMk cId="3240565764" sldId="297"/>
            <ac:picMk id="10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219" v="9" actId="1076"/>
          <ac:picMkLst>
            <pc:docMk/>
            <pc:sldMk cId="3240565764" sldId="297"/>
            <ac:picMk id="13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570499.0</c:v>
                </c:pt>
                <c:pt idx="1">
                  <c:v>197492.0</c:v>
                </c:pt>
                <c:pt idx="2">
                  <c:v>143773.0</c:v>
                </c:pt>
                <c:pt idx="3">
                  <c:v>9970.0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27.950905689647303</c:v>
                </c:pt>
                <c:pt idx="1">
                  <c:v>72.0490943103527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11.7793942897</c:v>
                </c:pt>
                <c:pt idx="1">
                  <c:v>88.22060571029999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33.87912973408542</c:v>
                </c:pt>
                <c:pt idx="1">
                  <c:v>66.12087026591459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28.323316976346696</c:v>
                </c:pt>
                <c:pt idx="1">
                  <c:v>71.67668302365331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39</c:v>
                </c:pt>
                <c:pt idx="2">
                  <c:v>52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3395</c:v>
                </c:pt>
                <c:pt idx="1">
                  <c:v>81475</c:v>
                </c:pt>
                <c:pt idx="2">
                  <c:v>9639</c:v>
                </c:pt>
                <c:pt idx="3">
                  <c:v>40773</c:v>
                </c:pt>
                <c:pt idx="4">
                  <c:v>12563</c:v>
                </c:pt>
                <c:pt idx="5">
                  <c:v>14385</c:v>
                </c:pt>
                <c:pt idx="6">
                  <c:v>1700</c:v>
                </c:pt>
                <c:pt idx="7">
                  <c:v>42253</c:v>
                </c:pt>
                <c:pt idx="8">
                  <c:v>14654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2929</c:v>
                </c:pt>
                <c:pt idx="1">
                  <c:v>81510</c:v>
                </c:pt>
                <c:pt idx="2">
                  <c:v>9815</c:v>
                </c:pt>
                <c:pt idx="3">
                  <c:v>41527</c:v>
                </c:pt>
                <c:pt idx="4">
                  <c:v>12884</c:v>
                </c:pt>
                <c:pt idx="5">
                  <c:v>15097</c:v>
                </c:pt>
                <c:pt idx="6">
                  <c:v>1794</c:v>
                </c:pt>
                <c:pt idx="7">
                  <c:v>44602</c:v>
                </c:pt>
                <c:pt idx="8">
                  <c:v>15760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176761</c:v>
                </c:pt>
                <c:pt idx="1">
                  <c:v>186484</c:v>
                </c:pt>
                <c:pt idx="2">
                  <c:v>166363</c:v>
                </c:pt>
                <c:pt idx="3">
                  <c:v>172044</c:v>
                </c:pt>
                <c:pt idx="4">
                  <c:v>200038</c:v>
                </c:pt>
                <c:pt idx="5">
                  <c:v>217679</c:v>
                </c:pt>
                <c:pt idx="6">
                  <c:v>222006</c:v>
                </c:pt>
                <c:pt idx="7">
                  <c:v>220837</c:v>
                </c:pt>
                <c:pt idx="8">
                  <c:v>225918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 Sur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B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570,499</a:t>
            </a:r>
            <a:br/>
            <a:r>
              <a:t>62%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197,492</a:t>
            </a:r>
            <a:br/>
            <a:r>
              <a:t>21%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143,773</a:t>
            </a:r>
            <a:br/>
            <a:r>
              <a:t>16%</a:t>
            </a:r>
          </a:p>
        </p:txBody>
      </p:sp>
      <p:pic>
        <p:nvPicPr>
          <p:cNvPr id="125" name="Picture 124" descr="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9,970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921,734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574,413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272,243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343,800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181,598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67,403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230,613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4270083055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3_b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1 UMF-UMAA y no incluye 7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86;g3d0b4d3c5c9_3_0">
            <a:extLst>
              <a:ext uri="{FF2B5EF4-FFF2-40B4-BE49-F238E27FC236}">
                <a16:creationId xmlns:a16="http://schemas.microsoft.com/office/drawing/2014/main" id="{AB9DD023-F2D6-C192-FC9B-02D97E421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7759999"/>
              </p:ext>
            </p:extLst>
          </p:nvPr>
        </p:nvGraphicFramePr>
        <p:xfrm>
          <a:off x="288000" y="1191600"/>
          <a:ext cx="73351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Hospital, La Paz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92;g3d0b4d3c5c9_3_0">
            <a:extLst>
              <a:ext uri="{FF2B5EF4-FFF2-40B4-BE49-F238E27FC236}">
                <a16:creationId xmlns:a16="http://schemas.microsoft.com/office/drawing/2014/main" id="{EE7ED226-17AB-83D0-C152-672D763CE7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25" y="2532617"/>
            <a:ext cx="2964575" cy="18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449F489-7AE9-5A60-77E7-D2A5D25CB1EB}"/>
              </a:ext>
            </a:extLst>
          </p:cNvPr>
          <p:cNvSpPr txBox="1"/>
          <p:nvPr/>
        </p:nvSpPr>
        <p:spPr>
          <a:xfrm>
            <a:off x="3527663" y="2066517"/>
            <a:ext cx="3889512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servicios el 22 de noviembre de 1958 bajo el esquema de subrogación en La Paz con consulta médica, farmacia y hospitalización, las instalaciones se habilitaron en el Hotel Gardenia, de las calles Serdán y Salvatierra.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1963 se inauguró un conjunto compuesto por: Clínica-Hospital, teatro al aire libre y las oficinas de la Subdelegación administrativa, en el malecón de La Paz.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28 de marzo de 1978 se inauguró el HGZ/MF No. 1 con 37 camas y especialidades básicas, su primer director médico fue el Dr. Enrique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Von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Borstel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Labastida, de quien por su mérito y cualidades profesionales y humanas el actual Hospital lleva su nombre.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s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1C4A122-0293-50EC-B7A6-96178E76F6CA}"/>
              </a:ext>
            </a:extLst>
          </p:cNvPr>
          <p:cNvGrpSpPr/>
          <p:nvPr/>
        </p:nvGrpSpPr>
        <p:grpSpPr>
          <a:xfrm>
            <a:off x="-1" y="5474469"/>
            <a:ext cx="7772400" cy="3005483"/>
            <a:chOff x="-1" y="5474469"/>
            <a:chExt cx="7772400" cy="3005483"/>
          </a:xfrm>
        </p:grpSpPr>
        <p:sp>
          <p:nvSpPr>
            <p:cNvPr id="8" name="Google Shape;69;g37263673d04_0_31">
              <a:extLst>
                <a:ext uri="{FF2B5EF4-FFF2-40B4-BE49-F238E27FC236}">
                  <a16:creationId xmlns:a16="http://schemas.microsoft.com/office/drawing/2014/main" id="{F90AB457-8D6E-4542-2A90-F87F48329EF4}"/>
                </a:ext>
              </a:extLst>
            </p:cNvPr>
            <p:cNvSpPr txBox="1"/>
            <p:nvPr/>
          </p:nvSpPr>
          <p:spPr>
            <a:xfrm>
              <a:off x="-1" y="547446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82;g37263673d04_0_31">
              <a:extLst>
                <a:ext uri="{FF2B5EF4-FFF2-40B4-BE49-F238E27FC236}">
                  <a16:creationId xmlns:a16="http://schemas.microsoft.com/office/drawing/2014/main" id="{EAC39BB3-2607-460D-415B-E7A953C37494}"/>
                </a:ext>
              </a:extLst>
            </p:cNvPr>
            <p:cNvGrpSpPr/>
            <p:nvPr/>
          </p:nvGrpSpPr>
          <p:grpSpPr>
            <a:xfrm>
              <a:off x="2586975" y="7605862"/>
              <a:ext cx="2565600" cy="874090"/>
              <a:chOff x="5174274" y="7426607"/>
              <a:chExt cx="2565600" cy="874090"/>
            </a:xfrm>
          </p:grpSpPr>
          <p:sp>
            <p:nvSpPr>
              <p:cNvPr id="10" name="Google Shape;83;g37263673d04_0_31">
                <a:extLst>
                  <a:ext uri="{FF2B5EF4-FFF2-40B4-BE49-F238E27FC236}">
                    <a16:creationId xmlns:a16="http://schemas.microsoft.com/office/drawing/2014/main" id="{8F1EC2E9-A2F0-5D36-94BA-366AAC08766C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2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84;g37263673d04_0_31">
                <a:extLst>
                  <a:ext uri="{FF2B5EF4-FFF2-40B4-BE49-F238E27FC236}">
                    <a16:creationId xmlns:a16="http://schemas.microsoft.com/office/drawing/2014/main" id="{47EA216D-D28C-2CAD-059B-7FADBBE6512C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85;g37263673d04_0_31">
                <a:extLst>
                  <a:ext uri="{FF2B5EF4-FFF2-40B4-BE49-F238E27FC236}">
                    <a16:creationId xmlns:a16="http://schemas.microsoft.com/office/drawing/2014/main" id="{22108236-83C5-14D9-B1F8-D25BB28E01E9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HGS 38 San José del Cabo</a:t>
                </a: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UMF 19 Vizcaíno</a:t>
                </a:r>
              </a:p>
              <a:p>
                <a:pPr lvl="0">
                  <a:buSzPts val="1300"/>
                </a:pPr>
                <a:r>
                  <a:rPr lang="es-MX" sz="1300" b="1" dirty="0">
                    <a:solidFill>
                      <a:srgbClr val="595959"/>
                    </a:solidFill>
                    <a:latin typeface="Montserrat"/>
                  </a:rPr>
                  <a:t>$ 6.7 </a:t>
                </a:r>
                <a:r>
                  <a:rPr lang="es-MX" sz="1300" b="1" dirty="0" err="1">
                    <a:solidFill>
                      <a:srgbClr val="595959"/>
                    </a:solidFill>
                    <a:latin typeface="Montserrat"/>
                  </a:rPr>
                  <a:t>mdp</a:t>
                </a:r>
                <a:endParaRPr sz="130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86;g37263673d04_0_31">
              <a:extLst>
                <a:ext uri="{FF2B5EF4-FFF2-40B4-BE49-F238E27FC236}">
                  <a16:creationId xmlns:a16="http://schemas.microsoft.com/office/drawing/2014/main" id="{A28AC447-5B12-4340-2D8A-7A7E31075EE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94926" y="6139459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39788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837BBD1-9777-9628-2697-C067F430F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2F2629-5E50-AF17-B926-15D4CD3E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63DE016-3D31-67C8-98DD-61DB52074824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C9C9378-729D-D7B0-CA69-32FA2BC2081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FD08273-6227-C56C-0E1B-37E12B54911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54D896-BB3A-ED14-E33F-93EE57CD55C9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83E822-80E0-8143-50C1-9010773E7A5A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+1,456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+130,683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+53,058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962,616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130,683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336,415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1,040,792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105,110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5,137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 Carlos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Insurgentes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Santa Rosalía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45,639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Adolfo López Mateos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Loreto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B. Tortugas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B. Asunción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La Bocana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Guerrero Negro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28,464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Vizcaíno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108,572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291,749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98,016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350,672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350,672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adroTexto 30">
            <a:extLst>
              <a:ext uri="{FF2B5EF4-FFF2-40B4-BE49-F238E27FC236}">
                <a16:creationId xmlns:a16="http://schemas.microsoft.com/office/drawing/2014/main" id="{56309D8C-74DC-2021-A209-0C0585E7A173}"/>
              </a:ext>
            </a:extLst>
          </p:cNvPr>
          <p:cNvSpPr txBox="1"/>
          <p:nvPr/>
        </p:nvSpPr>
        <p:spPr>
          <a:xfrm>
            <a:off x="3926806" y="556594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9D9789AF-E2B2-C5F8-0BDD-93938ED25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5046"/>
              </p:ext>
            </p:extLst>
          </p:nvPr>
        </p:nvGraphicFramePr>
        <p:xfrm>
          <a:off x="3944955" y="7006722"/>
          <a:ext cx="2970375" cy="76009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97037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46628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600" b="0" u="none" strike="noStrike" dirty="0">
                          <a:effectLst/>
                          <a:latin typeface="Montserrat" panose="00000500000000000000" pitchFamily="2" charset="0"/>
                        </a:rPr>
                        <a:t>HGSMF 2 Cd. Constitución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(9 consultorios)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(58,684 consultas)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San José del Cabo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55,794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34 La Paz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138,431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-68,131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48,623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169,902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498,192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104,545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175,472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495,936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3107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52,082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105,110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310,250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9575159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5,137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28.3%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18,137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28 en Hospitales, 0 en sede, 4 en UMF y 66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32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501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AE6EB7C-A0A0-8A94-2DB7-B0BA18109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322395"/>
              </p:ext>
            </p:extLst>
          </p:nvPr>
        </p:nvGraphicFramePr>
        <p:xfrm>
          <a:off x="287050" y="96042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5,642	 Personal de Salud: 3,396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+127.6%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3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4,144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1,507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6,425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(52,304)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(5,644)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(5,214)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(15,886)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(13,322)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(5,011)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(8,782)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(4,378)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76,264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511,895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654,123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4A44-89FC-F943-D196-A716D77B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178,075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86,862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74,084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70,413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68,890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63,519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56,937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51,641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45,207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45,025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99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115356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12914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029755"/>
            <a:ext cx="875508" cy="854908"/>
          </a:xfrm>
          <a:prstGeom prst="rect">
            <a:avLst/>
          </a:prstGeom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43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5225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95846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422178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No. 40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230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La Paz y Los Cabos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6 unidades, Baja California Sur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4 unidades (HGSZMF No.26, HGSZ  No.38, Los Cabos; HGZ No. 1, UMAA CON UMF 34, La Paz.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con UMAA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La Paz; HGSMF No. 26 Cabo San Lucas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$227.1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98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lámpara de cirugía, 1 desfibrilador monitor-marcapaso, 2 mastógrafos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437.3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57" y="2935085"/>
            <a:ext cx="872667" cy="849944"/>
          </a:xfrm>
          <a:prstGeom prst="rect">
            <a:avLst/>
          </a:prstGeom>
        </p:spPr>
      </p:pic>
      <p:sp>
        <p:nvSpPr>
          <p:cNvPr id="14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27183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76" y="3847088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32192" y="394073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Centro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Mezclas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Los Cabos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$3,802.6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226799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UMAA No.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$191.4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3203995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18 Equipos electromecánicos de aire acondicionado para 5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4,162.5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Transformación a UMF Plus No. 40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CECI 110, Mulegé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$518.8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518.8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La Paz (2), Los Cabos (4), 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Mulegé. En integración de expediente para donación: 7 en Mulegé, La Paz y Los Cabos.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1,786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 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3_b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Negocio Agricola San Enrique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+4.95%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9,306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75AA8BC5-30E8-D0F0-6F3F-3E7C51DC9CD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$645.01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$319.02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$645.01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$19,350.3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Estatal de Sanidad Vegetal del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Exportadora de Sal S.A. de 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Local de Sanidad Vegetal de Los Cabos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Minera y Metalurgica del Boleo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Scpp Cal San Ignacio S.C.L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2E3E08-3E10-4E76-93AC-CEF027482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DFDAD6-8B2C-4914-B35F-8EA270CCC846}">
  <ds:schemaRefs>
    <ds:schemaRef ds:uri="http://purl.org/dc/elements/1.1/"/>
    <ds:schemaRef ds:uri="http://purl.org/dc/dcmitype/"/>
    <ds:schemaRef ds:uri="edc1cba3-a8b7-49a1-a01c-6ad98ac12acf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d87255f-2171-4f5a-8886-6c25af21384a"/>
  </ds:schemaRefs>
</ds:datastoreItem>
</file>

<file path=customXml/itemProps3.xml><?xml version="1.0" encoding="utf-8"?>
<ds:datastoreItem xmlns:ds="http://schemas.openxmlformats.org/officeDocument/2006/customXml" ds:itemID="{2B6A8353-C5C7-4CB6-94B0-B9DF35773C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341</Words>
  <Application>Microsoft Office PowerPoint</Application>
  <PresentationFormat>Personalizado</PresentationFormat>
  <Paragraphs>81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103</cp:revision>
  <dcterms:modified xsi:type="dcterms:W3CDTF">2026-05-12T21:01:25Z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