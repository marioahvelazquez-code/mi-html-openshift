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7.xml" ContentType="application/vnd.openxmlformats-officedocument.drawingml.chart+xml"/>
  <Override PartName="/ppt/notesSlides/notesSlide18.xml" ContentType="application/vnd.openxmlformats-officedocument.presentationml.notesSlide+xml"/>
  <Override PartName="/ppt/charts/chart8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303" r:id="rId3"/>
    <p:sldId id="258" r:id="rId4"/>
    <p:sldId id="259" r:id="rId5"/>
    <p:sldId id="260" r:id="rId6"/>
    <p:sldId id="261" r:id="rId7"/>
    <p:sldId id="287" r:id="rId8"/>
    <p:sldId id="262" r:id="rId9"/>
    <p:sldId id="280" r:id="rId10"/>
    <p:sldId id="298" r:id="rId11"/>
    <p:sldId id="301" r:id="rId12"/>
    <p:sldId id="304" r:id="rId13"/>
    <p:sldId id="288" r:id="rId14"/>
    <p:sldId id="270" r:id="rId15"/>
    <p:sldId id="271" r:id="rId16"/>
    <p:sldId id="272" r:id="rId17"/>
    <p:sldId id="300" r:id="rId18"/>
    <p:sldId id="297" r:id="rId19"/>
    <p:sldId id="284" r:id="rId20"/>
    <p:sldId id="277" r:id="rId21"/>
    <p:sldId id="278" r:id="rId22"/>
    <p:sldId id="279" r:id="rId23"/>
  </p:sldIdLst>
  <p:sldSz cx="7772400" cy="10058400"/>
  <p:notesSz cx="6858000" cy="9144000"/>
  <p:embeddedFontLst>
    <p:embeddedFont>
      <p:font typeface="Montserrat" panose="00000500000000000000" pitchFamily="2" charset="0"/>
      <p:regular r:id="rId25"/>
      <p:bold r:id="rId26"/>
      <p:italic r:id="rId27"/>
      <p:boldItalic r:id="rId28"/>
    </p:embeddedFont>
    <p:embeddedFont>
      <p:font typeface="Noto Sans" panose="020B0502040504020204" pitchFamily="34" charset="0"/>
      <p:regular r:id="rId29"/>
      <p:bold r:id="rId30"/>
      <p:italic r:id="rId31"/>
      <p:boldItalic r:id="rId32"/>
    </p:embeddedFont>
    <p:embeddedFont>
      <p:font typeface="Noto Sans Black" panose="020B0604020202020204" charset="0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D1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53" d="100"/>
          <a:sy n="53" d="100"/>
        </p:scale>
        <p:origin x="902" y="77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Sales Armendariz" userId="184e57a0-798c-4631-a9c3-d4f65b615685" providerId="ADAL" clId="{DF796C4C-B7E6-49EF-A623-003113919E54}"/>
    <pc:docChg chg="undo redo custSel addSld delSld modSld">
      <pc:chgData name="Daniela Sales Armendariz" userId="184e57a0-798c-4631-a9c3-d4f65b615685" providerId="ADAL" clId="{DF796C4C-B7E6-49EF-A623-003113919E54}" dt="2026-07-03T18:50:55.219" v="2001" actId="1035"/>
      <pc:docMkLst>
        <pc:docMk/>
      </pc:docMkLst>
      <pc:sldChg chg="modSp mod">
        <pc:chgData name="Daniela Sales Armendariz" userId="184e57a0-798c-4631-a9c3-d4f65b615685" providerId="ADAL" clId="{DF796C4C-B7E6-49EF-A623-003113919E54}" dt="2026-06-26T23:39:54.232" v="1" actId="20577"/>
        <pc:sldMkLst>
          <pc:docMk/>
          <pc:sldMk cId="0" sldId="256"/>
        </pc:sldMkLst>
        <pc:spChg chg="mod">
          <ac:chgData name="Daniela Sales Armendariz" userId="184e57a0-798c-4631-a9c3-d4f65b615685" providerId="ADAL" clId="{DF796C4C-B7E6-49EF-A623-003113919E54}" dt="2026-06-26T23:39:54.232" v="1" actId="20577"/>
          <ac:spMkLst>
            <pc:docMk/>
            <pc:sldMk cId="0" sldId="256"/>
            <ac:spMk id="70" creationId="{00000000-0000-0000-0000-000000000000}"/>
          </ac:spMkLst>
        </pc:spChg>
      </pc:sldChg>
      <pc:sldChg chg="modSp mod">
        <pc:chgData name="Daniela Sales Armendariz" userId="184e57a0-798c-4631-a9c3-d4f65b615685" providerId="ADAL" clId="{DF796C4C-B7E6-49EF-A623-003113919E54}" dt="2026-06-26T23:42:20.241" v="20" actId="1076"/>
        <pc:sldMkLst>
          <pc:docMk/>
          <pc:sldMk cId="0" sldId="258"/>
        </pc:sldMkLst>
        <pc:spChg chg="mod">
          <ac:chgData name="Daniela Sales Armendariz" userId="184e57a0-798c-4631-a9c3-d4f65b615685" providerId="ADAL" clId="{DF796C4C-B7E6-49EF-A623-003113919E54}" dt="2026-06-26T23:42:05.881" v="18" actId="1076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41:58.936" v="16" actId="1076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40:57.585" v="9" actId="1076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40:50.017" v="7" actId="1076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42:14.777" v="19" actId="1076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42:20.241" v="20" actId="1076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41:47.137" v="13" actId="1076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41:36.745" v="11" actId="1076"/>
          <ac:spMkLst>
            <pc:docMk/>
            <pc:sldMk cId="0" sldId="258"/>
            <ac:spMk id="129" creationId="{00000000-0000-0000-0000-000000000000}"/>
          </ac:spMkLst>
        </pc:spChg>
        <pc:picChg chg="mod">
          <ac:chgData name="Daniela Sales Armendariz" userId="184e57a0-798c-4631-a9c3-d4f65b615685" providerId="ADAL" clId="{DF796C4C-B7E6-49EF-A623-003113919E54}" dt="2026-06-26T23:42:01.228" v="17" actId="1076"/>
          <ac:picMkLst>
            <pc:docMk/>
            <pc:sldMk cId="0" sldId="258"/>
            <ac:picMk id="119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6T23:40:53.992" v="8" actId="1076"/>
          <ac:picMkLst>
            <pc:docMk/>
            <pc:sldMk cId="0" sldId="258"/>
            <ac:picMk id="122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6T23:41:29.016" v="10" actId="1076"/>
          <ac:picMkLst>
            <pc:docMk/>
            <pc:sldMk cId="0" sldId="258"/>
            <ac:picMk id="125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6T23:41:41.601" v="12" actId="1076"/>
          <ac:picMkLst>
            <pc:docMk/>
            <pc:sldMk cId="0" sldId="258"/>
            <ac:picMk id="128" creationId="{00000000-0000-0000-0000-000000000000}"/>
          </ac:picMkLst>
        </pc:picChg>
      </pc:sldChg>
      <pc:sldChg chg="modSp mod">
        <pc:chgData name="Daniela Sales Armendariz" userId="184e57a0-798c-4631-a9c3-d4f65b615685" providerId="ADAL" clId="{DF796C4C-B7E6-49EF-A623-003113919E54}" dt="2026-06-29T19:30:18.905" v="1629" actId="20577"/>
        <pc:sldMkLst>
          <pc:docMk/>
          <pc:sldMk cId="0" sldId="259"/>
        </pc:sldMkLst>
        <pc:spChg chg="mod">
          <ac:chgData name="Daniela Sales Armendariz" userId="184e57a0-798c-4631-a9c3-d4f65b615685" providerId="ADAL" clId="{DF796C4C-B7E6-49EF-A623-003113919E54}" dt="2026-06-29T19:28:04.723" v="1618" actId="20577"/>
          <ac:spMkLst>
            <pc:docMk/>
            <pc:sldMk cId="0" sldId="259"/>
            <ac:spMk id="138" creationId="{00000000-0000-0000-0000-000000000000}"/>
          </ac:spMkLst>
        </pc:spChg>
        <pc:graphicFrameChg chg="modGraphic">
          <ac:chgData name="Daniela Sales Armendariz" userId="184e57a0-798c-4631-a9c3-d4f65b615685" providerId="ADAL" clId="{DF796C4C-B7E6-49EF-A623-003113919E54}" dt="2026-06-29T19:30:18.905" v="1629" actId="20577"/>
          <ac:graphicFrameMkLst>
            <pc:docMk/>
            <pc:sldMk cId="0" sldId="259"/>
            <ac:graphicFrameMk id="135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9T19:34:21.879" v="1635" actId="20577"/>
        <pc:sldMkLst>
          <pc:docMk/>
          <pc:sldMk cId="0" sldId="260"/>
        </pc:sldMkLst>
        <pc:spChg chg="mod">
          <ac:chgData name="Daniela Sales Armendariz" userId="184e57a0-798c-4631-a9c3-d4f65b615685" providerId="ADAL" clId="{DF796C4C-B7E6-49EF-A623-003113919E54}" dt="2026-06-29T19:27:55.912" v="1615" actId="20577"/>
          <ac:spMkLst>
            <pc:docMk/>
            <pc:sldMk cId="0" sldId="260"/>
            <ac:spMk id="13" creationId="{00000000-0000-0000-0000-000000000000}"/>
          </ac:spMkLst>
        </pc:spChg>
        <pc:graphicFrameChg chg="modGraphic">
          <ac:chgData name="Daniela Sales Armendariz" userId="184e57a0-798c-4631-a9c3-d4f65b615685" providerId="ADAL" clId="{DF796C4C-B7E6-49EF-A623-003113919E54}" dt="2026-06-29T19:34:21.879" v="1635" actId="20577"/>
          <ac:graphicFrameMkLst>
            <pc:docMk/>
            <pc:sldMk cId="0" sldId="260"/>
            <ac:graphicFrameMk id="12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7-02T18:33:57.078" v="1988" actId="20577"/>
        <pc:sldMkLst>
          <pc:docMk/>
          <pc:sldMk cId="0" sldId="261"/>
        </pc:sldMkLst>
        <pc:spChg chg="mod">
          <ac:chgData name="Daniela Sales Armendariz" userId="184e57a0-798c-4631-a9c3-d4f65b615685" providerId="ADAL" clId="{DF796C4C-B7E6-49EF-A623-003113919E54}" dt="2026-06-26T23:43:52.874" v="44" actId="20577"/>
          <ac:spMkLst>
            <pc:docMk/>
            <pc:sldMk cId="0" sldId="261"/>
            <ac:spMk id="12" creationId="{F02F79B8-8CBC-EFFB-DD09-B6B3EF39DA3D}"/>
          </ac:spMkLst>
        </pc:spChg>
        <pc:spChg chg="mod">
          <ac:chgData name="Daniela Sales Armendariz" userId="184e57a0-798c-4631-a9c3-d4f65b615685" providerId="ADAL" clId="{DF796C4C-B7E6-49EF-A623-003113919E54}" dt="2026-06-29T19:28:42.751" v="1621" actId="20577"/>
          <ac:spMkLst>
            <pc:docMk/>
            <pc:sldMk cId="0" sldId="261"/>
            <ac:spMk id="156" creationId="{00000000-0000-0000-0000-000000000000}"/>
          </ac:spMkLst>
        </pc:spChg>
        <pc:grpChg chg="mod">
          <ac:chgData name="Daniela Sales Armendariz" userId="184e57a0-798c-4631-a9c3-d4f65b615685" providerId="ADAL" clId="{DF796C4C-B7E6-49EF-A623-003113919E54}" dt="2026-06-26T23:44:01.574" v="60" actId="1035"/>
          <ac:grpSpMkLst>
            <pc:docMk/>
            <pc:sldMk cId="0" sldId="261"/>
            <ac:grpSpMk id="2" creationId="{B19D4341-1432-1C12-3EAD-C56FBBA86FFA}"/>
          </ac:grpSpMkLst>
        </pc:grpChg>
        <pc:graphicFrameChg chg="mod modGraphic">
          <ac:chgData name="Daniela Sales Armendariz" userId="184e57a0-798c-4631-a9c3-d4f65b615685" providerId="ADAL" clId="{DF796C4C-B7E6-49EF-A623-003113919E54}" dt="2026-07-02T18:33:57.078" v="1988" actId="20577"/>
          <ac:graphicFrameMkLst>
            <pc:docMk/>
            <pc:sldMk cId="0" sldId="261"/>
            <ac:graphicFrameMk id="154" creationId="{00000000-0000-0000-0000-000000000000}"/>
          </ac:graphicFrameMkLst>
        </pc:graphicFrameChg>
      </pc:sldChg>
      <pc:sldChg chg="addSp modSp mod">
        <pc:chgData name="Daniela Sales Armendariz" userId="184e57a0-798c-4631-a9c3-d4f65b615685" providerId="ADAL" clId="{DF796C4C-B7E6-49EF-A623-003113919E54}" dt="2026-06-26T23:49:14.561" v="243" actId="1036"/>
        <pc:sldMkLst>
          <pc:docMk/>
          <pc:sldMk cId="0" sldId="262"/>
        </pc:sldMkLst>
        <pc:spChg chg="mod">
          <ac:chgData name="Daniela Sales Armendariz" userId="184e57a0-798c-4631-a9c3-d4f65b615685" providerId="ADAL" clId="{DF796C4C-B7E6-49EF-A623-003113919E54}" dt="2026-06-26T23:44:51.092" v="100" actId="1035"/>
          <ac:spMkLst>
            <pc:docMk/>
            <pc:sldMk cId="0" sldId="262"/>
            <ac:spMk id="10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44:57.771" v="122" actId="1035"/>
          <ac:spMkLst>
            <pc:docMk/>
            <pc:sldMk cId="0" sldId="262"/>
            <ac:spMk id="11" creationId="{00000000-0000-0000-0000-000000000000}"/>
          </ac:spMkLst>
        </pc:spChg>
        <pc:spChg chg="add mod">
          <ac:chgData name="Daniela Sales Armendariz" userId="184e57a0-798c-4631-a9c3-d4f65b615685" providerId="ADAL" clId="{DF796C4C-B7E6-49EF-A623-003113919E54}" dt="2026-06-26T23:47:46.437" v="178" actId="1038"/>
          <ac:spMkLst>
            <pc:docMk/>
            <pc:sldMk cId="0" sldId="262"/>
            <ac:spMk id="15" creationId="{6CD58453-9595-7935-A667-E817F9722A78}"/>
          </ac:spMkLst>
        </pc:spChg>
        <pc:spChg chg="add mod">
          <ac:chgData name="Daniela Sales Armendariz" userId="184e57a0-798c-4631-a9c3-d4f65b615685" providerId="ADAL" clId="{DF796C4C-B7E6-49EF-A623-003113919E54}" dt="2026-06-26T23:47:06.221" v="151" actId="1036"/>
          <ac:spMkLst>
            <pc:docMk/>
            <pc:sldMk cId="0" sldId="262"/>
            <ac:spMk id="19" creationId="{0BB93220-6B91-6902-119F-CCEC6DAB62A8}"/>
          </ac:spMkLst>
        </pc:spChg>
        <pc:spChg chg="add mod">
          <ac:chgData name="Daniela Sales Armendariz" userId="184e57a0-798c-4631-a9c3-d4f65b615685" providerId="ADAL" clId="{DF796C4C-B7E6-49EF-A623-003113919E54}" dt="2026-06-26T23:48:32.050" v="198" actId="1036"/>
          <ac:spMkLst>
            <pc:docMk/>
            <pc:sldMk cId="0" sldId="262"/>
            <ac:spMk id="22" creationId="{8F026BC1-E57F-F184-DA23-21A115D220BA}"/>
          </ac:spMkLst>
        </pc:spChg>
        <pc:spChg chg="add mod">
          <ac:chgData name="Daniela Sales Armendariz" userId="184e57a0-798c-4631-a9c3-d4f65b615685" providerId="ADAL" clId="{DF796C4C-B7E6-49EF-A623-003113919E54}" dt="2026-06-26T23:49:03.485" v="227" actId="1036"/>
          <ac:spMkLst>
            <pc:docMk/>
            <pc:sldMk cId="0" sldId="262"/>
            <ac:spMk id="26" creationId="{CFA1C50E-E42C-DC2A-D5AB-61DDE4AD989C}"/>
          </ac:spMkLst>
        </pc:spChg>
        <pc:spChg chg="add mod">
          <ac:chgData name="Daniela Sales Armendariz" userId="184e57a0-798c-4631-a9c3-d4f65b615685" providerId="ADAL" clId="{DF796C4C-B7E6-49EF-A623-003113919E54}" dt="2026-06-26T23:49:14.561" v="243" actId="1036"/>
          <ac:spMkLst>
            <pc:docMk/>
            <pc:sldMk cId="0" sldId="262"/>
            <ac:spMk id="28" creationId="{EDD978A4-9DE8-13AB-2622-3BC2E06335A1}"/>
          </ac:spMkLst>
        </pc:spChg>
        <pc:graphicFrameChg chg="mod">
          <ac:chgData name="Daniela Sales Armendariz" userId="184e57a0-798c-4631-a9c3-d4f65b615685" providerId="ADAL" clId="{DF796C4C-B7E6-49EF-A623-003113919E54}" dt="2026-06-26T23:44:44.753" v="80" actId="1035"/>
          <ac:graphicFrameMkLst>
            <pc:docMk/>
            <pc:sldMk cId="0" sldId="262"/>
            <ac:graphicFrameMk id="9" creationId="{00000000-0000-0000-0000-000000000000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6T23:46:56.907" v="142" actId="1036"/>
          <ac:graphicFrameMkLst>
            <pc:docMk/>
            <pc:sldMk cId="0" sldId="262"/>
            <ac:graphicFrameMk id="17" creationId="{40084BF8-2F7A-4F6D-E7D8-19DB856B9C24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6T23:48:56.429" v="210" actId="1036"/>
          <ac:graphicFrameMkLst>
            <pc:docMk/>
            <pc:sldMk cId="0" sldId="262"/>
            <ac:graphicFrameMk id="24" creationId="{16016C62-C4B5-05FB-8653-DFD6D1F1A9B6}"/>
          </ac:graphicFrameMkLst>
        </pc:graphicFrameChg>
        <pc:cxnChg chg="add mod">
          <ac:chgData name="Daniela Sales Armendariz" userId="184e57a0-798c-4631-a9c3-d4f65b615685" providerId="ADAL" clId="{DF796C4C-B7E6-49EF-A623-003113919E54}" dt="2026-06-26T23:48:00.010" v="180" actId="1076"/>
          <ac:cxnSpMkLst>
            <pc:docMk/>
            <pc:sldMk cId="0" sldId="262"/>
            <ac:cxnSpMk id="20" creationId="{2A6821A0-7C56-DBD4-1EFB-60721A5F7B4B}"/>
          </ac:cxnSpMkLst>
        </pc:cxnChg>
      </pc:sldChg>
      <pc:sldChg chg="modSp mod">
        <pc:chgData name="Daniela Sales Armendariz" userId="184e57a0-798c-4631-a9c3-d4f65b615685" providerId="ADAL" clId="{DF796C4C-B7E6-49EF-A623-003113919E54}" dt="2026-07-02T18:19:07.949" v="1948" actId="20577"/>
        <pc:sldMkLst>
          <pc:docMk/>
          <pc:sldMk cId="0" sldId="270"/>
        </pc:sldMkLst>
        <pc:graphicFrameChg chg="modGraphic">
          <ac:chgData name="Daniela Sales Armendariz" userId="184e57a0-798c-4631-a9c3-d4f65b615685" providerId="ADAL" clId="{DF796C4C-B7E6-49EF-A623-003113919E54}" dt="2026-07-02T18:19:07.949" v="1948" actId="20577"/>
          <ac:graphicFrameMkLst>
            <pc:docMk/>
            <pc:sldMk cId="0" sldId="270"/>
            <ac:graphicFrameMk id="319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9T19:37:12.191" v="1636" actId="207"/>
        <pc:sldMkLst>
          <pc:docMk/>
          <pc:sldMk cId="0" sldId="272"/>
        </pc:sldMkLst>
        <pc:spChg chg="mod">
          <ac:chgData name="Daniela Sales Armendariz" userId="184e57a0-798c-4631-a9c3-d4f65b615685" providerId="ADAL" clId="{DF796C4C-B7E6-49EF-A623-003113919E54}" dt="2026-06-29T19:37:12.191" v="1636" actId="207"/>
          <ac:spMkLst>
            <pc:docMk/>
            <pc:sldMk cId="0" sldId="272"/>
            <ac:spMk id="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7T00:10:11.866" v="1319" actId="1036"/>
          <ac:spMkLst>
            <pc:docMk/>
            <pc:sldMk cId="0" sldId="272"/>
            <ac:spMk id="8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7T00:09:59.466" v="1289" actId="1036"/>
          <ac:graphicFrameMkLst>
            <pc:docMk/>
            <pc:sldMk cId="0" sldId="272"/>
            <ac:graphicFrameMk id="10" creationId="{00000000-0000-0000-0000-000000000000}"/>
          </ac:graphicFrameMkLst>
        </pc:graphicFrameChg>
        <pc:cxnChg chg="mod">
          <ac:chgData name="Daniela Sales Armendariz" userId="184e57a0-798c-4631-a9c3-d4f65b615685" providerId="ADAL" clId="{DF796C4C-B7E6-49EF-A623-003113919E54}" dt="2026-06-27T00:10:04.617" v="1302" actId="1036"/>
          <ac:cxnSpMkLst>
            <pc:docMk/>
            <pc:sldMk cId="0" sldId="272"/>
            <ac:cxnSpMk id="9" creationId="{00000000-0000-0000-0000-000000000000}"/>
          </ac:cxnSpMkLst>
        </pc:cxnChg>
      </pc:sldChg>
      <pc:sldChg chg="addSp delSp modSp mod">
        <pc:chgData name="Daniela Sales Armendariz" userId="184e57a0-798c-4631-a9c3-d4f65b615685" providerId="ADAL" clId="{DF796C4C-B7E6-49EF-A623-003113919E54}" dt="2026-07-02T18:28:31.392" v="1974" actId="20577"/>
        <pc:sldMkLst>
          <pc:docMk/>
          <pc:sldMk cId="0" sldId="277"/>
        </pc:sldMkLst>
        <pc:graphicFrameChg chg="modGraphic">
          <ac:chgData name="Daniela Sales Armendariz" userId="184e57a0-798c-4631-a9c3-d4f65b615685" providerId="ADAL" clId="{DF796C4C-B7E6-49EF-A623-003113919E54}" dt="2026-07-02T18:28:31.392" v="1974" actId="20577"/>
          <ac:graphicFrameMkLst>
            <pc:docMk/>
            <pc:sldMk cId="0" sldId="277"/>
            <ac:graphicFrameMk id="468" creationId="{00000000-0000-0000-0000-000000000000}"/>
          </ac:graphicFrameMkLst>
        </pc:graphicFrameChg>
        <pc:picChg chg="add mod">
          <ac:chgData name="Daniela Sales Armendariz" userId="184e57a0-798c-4631-a9c3-d4f65b615685" providerId="ADAL" clId="{DF796C4C-B7E6-49EF-A623-003113919E54}" dt="2026-06-27T00:20:31.764" v="1611" actId="1035"/>
          <ac:picMkLst>
            <pc:docMk/>
            <pc:sldMk cId="0" sldId="277"/>
            <ac:picMk id="5" creationId="{FB4F631E-2613-EA9B-FDBA-C4B63FB427FC}"/>
          </ac:picMkLst>
        </pc:picChg>
      </pc:sldChg>
      <pc:sldChg chg="modSp mod">
        <pc:chgData name="Daniela Sales Armendariz" userId="184e57a0-798c-4631-a9c3-d4f65b615685" providerId="ADAL" clId="{DF796C4C-B7E6-49EF-A623-003113919E54}" dt="2026-06-27T00:21:47.661" v="1612" actId="207"/>
        <pc:sldMkLst>
          <pc:docMk/>
          <pc:sldMk cId="0" sldId="279"/>
        </pc:sldMkLst>
        <pc:spChg chg="mod">
          <ac:chgData name="Daniela Sales Armendariz" userId="184e57a0-798c-4631-a9c3-d4f65b615685" providerId="ADAL" clId="{DF796C4C-B7E6-49EF-A623-003113919E54}" dt="2026-06-27T00:21:47.661" v="1612" actId="207"/>
          <ac:spMkLst>
            <pc:docMk/>
            <pc:sldMk cId="0" sldId="279"/>
            <ac:spMk id="515" creationId="{00000000-0000-0000-0000-000000000000}"/>
          </ac:spMkLst>
        </pc:spChg>
      </pc:sldChg>
      <pc:sldChg chg="addSp delSp modSp mod">
        <pc:chgData name="Daniela Sales Armendariz" userId="184e57a0-798c-4631-a9c3-d4f65b615685" providerId="ADAL" clId="{DF796C4C-B7E6-49EF-A623-003113919E54}" dt="2026-06-26T23:57:09.889" v="580" actId="1076"/>
        <pc:sldMkLst>
          <pc:docMk/>
          <pc:sldMk cId="540716406" sldId="280"/>
        </pc:sldMkLst>
        <pc:spChg chg="add mod">
          <ac:chgData name="Daniela Sales Armendariz" userId="184e57a0-798c-4631-a9c3-d4f65b615685" providerId="ADAL" clId="{DF796C4C-B7E6-49EF-A623-003113919E54}" dt="2026-06-26T23:55:07.600" v="562" actId="1076"/>
          <ac:spMkLst>
            <pc:docMk/>
            <pc:sldMk cId="540716406" sldId="280"/>
            <ac:spMk id="7" creationId="{96692828-9754-65E4-E723-28E7417FEC00}"/>
          </ac:spMkLst>
        </pc:spChg>
        <pc:spChg chg="add mod">
          <ac:chgData name="Daniela Sales Armendariz" userId="184e57a0-798c-4631-a9c3-d4f65b615685" providerId="ADAL" clId="{DF796C4C-B7E6-49EF-A623-003113919E54}" dt="2026-06-26T23:55:23.107" v="570" actId="20577"/>
          <ac:spMkLst>
            <pc:docMk/>
            <pc:sldMk cId="540716406" sldId="280"/>
            <ac:spMk id="11" creationId="{88128954-BDC3-2663-9317-E3742B7FE86C}"/>
          </ac:spMkLst>
        </pc:spChg>
        <pc:spChg chg="add mod">
          <ac:chgData name="Daniela Sales Armendariz" userId="184e57a0-798c-4631-a9c3-d4f65b615685" providerId="ADAL" clId="{DF796C4C-B7E6-49EF-A623-003113919E54}" dt="2026-06-26T23:55:51.584" v="574" actId="1076"/>
          <ac:spMkLst>
            <pc:docMk/>
            <pc:sldMk cId="540716406" sldId="280"/>
            <ac:spMk id="13" creationId="{FC19DBCE-9D5A-E27A-C24C-4C5021A0AC09}"/>
          </ac:spMkLst>
        </pc:spChg>
        <pc:spChg chg="mod">
          <ac:chgData name="Daniela Sales Armendariz" userId="184e57a0-798c-4631-a9c3-d4f65b615685" providerId="ADAL" clId="{DF796C4C-B7E6-49EF-A623-003113919E54}" dt="2026-06-26T23:52:42.133" v="427" actId="1035"/>
          <ac:spMkLst>
            <pc:docMk/>
            <pc:sldMk cId="540716406" sldId="280"/>
            <ac:spMk id="234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57:09.889" v="580" actId="1076"/>
          <ac:spMkLst>
            <pc:docMk/>
            <pc:sldMk cId="540716406" sldId="280"/>
            <ac:spMk id="235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53:24.633" v="536" actId="1076"/>
          <ac:spMkLst>
            <pc:docMk/>
            <pc:sldMk cId="540716406" sldId="280"/>
            <ac:spMk id="238" creationId="{00000000-0000-0000-0000-000000000000}"/>
          </ac:spMkLst>
        </pc:spChg>
        <pc:spChg chg="add del mod">
          <ac:chgData name="Daniela Sales Armendariz" userId="184e57a0-798c-4631-a9c3-d4f65b615685" providerId="ADAL" clId="{DF796C4C-B7E6-49EF-A623-003113919E54}" dt="2026-06-26T23:55:36.844" v="572" actId="21"/>
          <ac:spMkLst>
            <pc:docMk/>
            <pc:sldMk cId="540716406" sldId="280"/>
            <ac:spMk id="239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53:03.171" v="487" actId="1035"/>
          <ac:spMkLst>
            <pc:docMk/>
            <pc:sldMk cId="540716406" sldId="280"/>
            <ac:spMk id="240" creationId="{00000000-0000-0000-0000-000000000000}"/>
          </ac:spMkLst>
        </pc:spChg>
        <pc:graphicFrameChg chg="add mod">
          <ac:chgData name="Daniela Sales Armendariz" userId="184e57a0-798c-4631-a9c3-d4f65b615685" providerId="ADAL" clId="{DF796C4C-B7E6-49EF-A623-003113919E54}" dt="2026-06-26T23:53:45.009" v="539" actId="1076"/>
          <ac:graphicFrameMkLst>
            <pc:docMk/>
            <pc:sldMk cId="540716406" sldId="280"/>
            <ac:graphicFrameMk id="3" creationId="{69A39043-2FAA-8254-B2D9-7EA0512ECA2C}"/>
          </ac:graphicFrameMkLst>
        </pc:graphicFrameChg>
        <pc:graphicFrameChg chg="add mod modGraphic">
          <ac:chgData name="Daniela Sales Armendariz" userId="184e57a0-798c-4631-a9c3-d4f65b615685" providerId="ADAL" clId="{DF796C4C-B7E6-49EF-A623-003113919E54}" dt="2026-06-26T23:54:09.966" v="553" actId="1035"/>
          <ac:graphicFrameMkLst>
            <pc:docMk/>
            <pc:sldMk cId="540716406" sldId="280"/>
            <ac:graphicFrameMk id="5" creationId="{470279DD-440B-20D1-6FAB-B28C2C15C86C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6T23:54:58.696" v="561" actId="1076"/>
          <ac:graphicFrameMkLst>
            <pc:docMk/>
            <pc:sldMk cId="540716406" sldId="280"/>
            <ac:graphicFrameMk id="9" creationId="{883243C8-FF1A-4504-3D9C-EDF39322C6DA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6-26T23:54:02.014" v="544" actId="14100"/>
          <ac:graphicFrameMkLst>
            <pc:docMk/>
            <pc:sldMk cId="540716406" sldId="280"/>
            <ac:graphicFrameMk id="236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6T23:53:14.693" v="534" actId="1035"/>
          <ac:graphicFrameMkLst>
            <pc:docMk/>
            <pc:sldMk cId="540716406" sldId="280"/>
            <ac:graphicFrameMk id="237" creationId="{00000000-0000-0000-0000-000000000000}"/>
          </ac:graphicFrameMkLst>
        </pc:graphicFrameChg>
      </pc:sldChg>
      <pc:sldChg chg="addSp modSp mod">
        <pc:chgData name="Daniela Sales Armendariz" userId="184e57a0-798c-4631-a9c3-d4f65b615685" providerId="ADAL" clId="{DF796C4C-B7E6-49EF-A623-003113919E54}" dt="2026-07-02T18:17:21.973" v="1944" actId="207"/>
        <pc:sldMkLst>
          <pc:docMk/>
          <pc:sldMk cId="364733940" sldId="284"/>
        </pc:sldMkLst>
        <pc:spChg chg="mod">
          <ac:chgData name="Daniela Sales Armendariz" userId="184e57a0-798c-4631-a9c3-d4f65b615685" providerId="ADAL" clId="{DF796C4C-B7E6-49EF-A623-003113919E54}" dt="2026-07-02T17:19:59.479" v="1891" actId="20577"/>
          <ac:spMkLst>
            <pc:docMk/>
            <pc:sldMk cId="364733940" sldId="284"/>
            <ac:spMk id="11" creationId="{00000000-0000-0000-0000-000000000000}"/>
          </ac:spMkLst>
        </pc:spChg>
        <pc:spChg chg="add mod">
          <ac:chgData name="Daniela Sales Armendariz" userId="184e57a0-798c-4631-a9c3-d4f65b615685" providerId="ADAL" clId="{DF796C4C-B7E6-49EF-A623-003113919E54}" dt="2026-06-27T00:16:39.166" v="1527" actId="1037"/>
          <ac:spMkLst>
            <pc:docMk/>
            <pc:sldMk cId="364733940" sldId="284"/>
            <ac:spMk id="17" creationId="{B4D2D042-2D9C-4BA9-B7C8-227A96B6FE74}"/>
          </ac:spMkLst>
        </pc:spChg>
        <pc:spChg chg="add">
          <ac:chgData name="Daniela Sales Armendariz" userId="184e57a0-798c-4631-a9c3-d4f65b615685" providerId="ADAL" clId="{DF796C4C-B7E6-49EF-A623-003113919E54}" dt="2026-06-27T00:16:51.686" v="1529" actId="22"/>
          <ac:spMkLst>
            <pc:docMk/>
            <pc:sldMk cId="364733940" sldId="284"/>
            <ac:spMk id="21" creationId="{87C840FA-0690-62E6-D01B-C83DF6525610}"/>
          </ac:spMkLst>
        </pc:spChg>
        <pc:spChg chg="add mod ord">
          <ac:chgData name="Daniela Sales Armendariz" userId="184e57a0-798c-4631-a9c3-d4f65b615685" providerId="ADAL" clId="{DF796C4C-B7E6-49EF-A623-003113919E54}" dt="2026-06-27T00:17:54.511" v="1542" actId="1076"/>
          <ac:spMkLst>
            <pc:docMk/>
            <pc:sldMk cId="364733940" sldId="284"/>
            <ac:spMk id="23" creationId="{142E274F-FBD6-D8FA-8850-E092E43AF77E}"/>
          </ac:spMkLst>
        </pc:spChg>
        <pc:spChg chg="add mod ord">
          <ac:chgData name="Daniela Sales Armendariz" userId="184e57a0-798c-4631-a9c3-d4f65b615685" providerId="ADAL" clId="{DF796C4C-B7E6-49EF-A623-003113919E54}" dt="2026-06-27T00:18:02.016" v="1543" actId="1076"/>
          <ac:spMkLst>
            <pc:docMk/>
            <pc:sldMk cId="364733940" sldId="284"/>
            <ac:spMk id="25" creationId="{FB305F2D-80D0-420A-E5EC-476D7368E438}"/>
          </ac:spMkLst>
        </pc:spChg>
        <pc:spChg chg="add mod">
          <ac:chgData name="Daniela Sales Armendariz" userId="184e57a0-798c-4631-a9c3-d4f65b615685" providerId="ADAL" clId="{DF796C4C-B7E6-49EF-A623-003113919E54}" dt="2026-06-27T00:18:17.326" v="1558" actId="1035"/>
          <ac:spMkLst>
            <pc:docMk/>
            <pc:sldMk cId="364733940" sldId="284"/>
            <ac:spMk id="27" creationId="{91EC653F-A63F-B170-121D-F0206623A30C}"/>
          </ac:spMkLst>
        </pc:spChg>
        <pc:spChg chg="add">
          <ac:chgData name="Daniela Sales Armendariz" userId="184e57a0-798c-4631-a9c3-d4f65b615685" providerId="ADAL" clId="{DF796C4C-B7E6-49EF-A623-003113919E54}" dt="2026-06-27T00:18:47.048" v="1560" actId="22"/>
          <ac:spMkLst>
            <pc:docMk/>
            <pc:sldMk cId="364733940" sldId="284"/>
            <ac:spMk id="31" creationId="{04B4663C-9426-84B5-E48C-F8CB01D19F23}"/>
          </ac:spMkLst>
        </pc:spChg>
        <pc:graphicFrameChg chg="add mod">
          <ac:chgData name="Daniela Sales Armendariz" userId="184e57a0-798c-4631-a9c3-d4f65b615685" providerId="ADAL" clId="{DF796C4C-B7E6-49EF-A623-003113919E54}" dt="2026-06-27T00:19:27.108" v="1590" actId="1036"/>
          <ac:graphicFrameMkLst>
            <pc:docMk/>
            <pc:sldMk cId="364733940" sldId="284"/>
            <ac:graphicFrameMk id="6" creationId="{50286FC8-B220-8766-2C21-4B643608EA57}"/>
          </ac:graphicFrameMkLst>
        </pc:graphicFrameChg>
        <pc:graphicFrameChg chg="modGraphic">
          <ac:chgData name="Daniela Sales Armendariz" userId="184e57a0-798c-4631-a9c3-d4f65b615685" providerId="ADAL" clId="{DF796C4C-B7E6-49EF-A623-003113919E54}" dt="2026-07-02T17:19:22.823" v="1880" actId="20577"/>
          <ac:graphicFrameMkLst>
            <pc:docMk/>
            <pc:sldMk cId="364733940" sldId="284"/>
            <ac:graphicFrameMk id="9" creationId="{00000000-0000-0000-0000-000000000000}"/>
          </ac:graphicFrameMkLst>
        </pc:graphicFrameChg>
        <pc:graphicFrameChg chg="add mod modGraphic">
          <ac:chgData name="Daniela Sales Armendariz" userId="184e57a0-798c-4631-a9c3-d4f65b615685" providerId="ADAL" clId="{DF796C4C-B7E6-49EF-A623-003113919E54}" dt="2026-07-02T18:17:21.973" v="1944" actId="207"/>
          <ac:graphicFrameMkLst>
            <pc:docMk/>
            <pc:sldMk cId="364733940" sldId="284"/>
            <ac:graphicFrameMk id="13" creationId="{0ED17C1E-13A5-4FA0-226C-52328A31C30F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7T00:19:02.490" v="1576" actId="1036"/>
          <ac:graphicFrameMkLst>
            <pc:docMk/>
            <pc:sldMk cId="364733940" sldId="284"/>
            <ac:graphicFrameMk id="15" creationId="{B0874A86-E4D4-3F1C-8C46-05CCE2A55DF0}"/>
          </ac:graphicFrameMkLst>
        </pc:graphicFrameChg>
        <pc:graphicFrameChg chg="add modGraphic">
          <ac:chgData name="Daniela Sales Armendariz" userId="184e57a0-798c-4631-a9c3-d4f65b615685" providerId="ADAL" clId="{DF796C4C-B7E6-49EF-A623-003113919E54}" dt="2026-07-02T17:52:39.940" v="1906" actId="20577"/>
          <ac:graphicFrameMkLst>
            <pc:docMk/>
            <pc:sldMk cId="364733940" sldId="284"/>
            <ac:graphicFrameMk id="29" creationId="{02DABE05-F2E7-82F6-039D-45553642454E}"/>
          </ac:graphicFrameMkLst>
        </pc:graphicFrameChg>
        <pc:picChg chg="add mod ord">
          <ac:chgData name="Daniela Sales Armendariz" userId="184e57a0-798c-4631-a9c3-d4f65b615685" providerId="ADAL" clId="{DF796C4C-B7E6-49EF-A623-003113919E54}" dt="2026-06-27T00:16:30.876" v="1512" actId="1076"/>
          <ac:picMkLst>
            <pc:docMk/>
            <pc:sldMk cId="364733940" sldId="284"/>
            <ac:picMk id="19" creationId="{0A68189E-81E3-3392-CD92-FA15884B4CEC}"/>
          </ac:picMkLst>
        </pc:picChg>
      </pc:sldChg>
      <pc:sldChg chg="modSp mod">
        <pc:chgData name="Daniela Sales Armendariz" userId="184e57a0-798c-4631-a9c3-d4f65b615685" providerId="ADAL" clId="{DF796C4C-B7E6-49EF-A623-003113919E54}" dt="2026-07-03T18:50:55.219" v="2001" actId="1035"/>
        <pc:sldMkLst>
          <pc:docMk/>
          <pc:sldMk cId="748044913" sldId="287"/>
        </pc:sldMkLst>
        <pc:graphicFrameChg chg="mod">
          <ac:chgData name="Daniela Sales Armendariz" userId="184e57a0-798c-4631-a9c3-d4f65b615685" providerId="ADAL" clId="{DF796C4C-B7E6-49EF-A623-003113919E54}" dt="2026-07-03T18:50:55.219" v="2001" actId="1035"/>
          <ac:graphicFrameMkLst>
            <pc:docMk/>
            <pc:sldMk cId="748044913" sldId="287"/>
            <ac:graphicFrameMk id="236" creationId="{00000000-0000-0000-0000-000000000000}"/>
          </ac:graphicFrameMkLst>
        </pc:graphicFrameChg>
      </pc:sldChg>
      <pc:sldChg chg="addSp modSp mod">
        <pc:chgData name="Daniela Sales Armendariz" userId="184e57a0-798c-4631-a9c3-d4f65b615685" providerId="ADAL" clId="{DF796C4C-B7E6-49EF-A623-003113919E54}" dt="2026-06-27T00:08:46.236" v="1276" actId="1035"/>
        <pc:sldMkLst>
          <pc:docMk/>
          <pc:sldMk cId="3805655920" sldId="288"/>
        </pc:sldMkLst>
        <pc:spChg chg="mod">
          <ac:chgData name="Daniela Sales Armendariz" userId="184e57a0-798c-4631-a9c3-d4f65b615685" providerId="ADAL" clId="{DF796C4C-B7E6-49EF-A623-003113919E54}" dt="2026-06-27T00:05:50.871" v="797" actId="1035"/>
          <ac:spMkLst>
            <pc:docMk/>
            <pc:sldMk cId="3805655920" sldId="288"/>
            <ac:spMk id="4" creationId="{00000000-0000-0000-0000-000000000000}"/>
          </ac:spMkLst>
        </pc:spChg>
        <pc:spChg chg="add mod">
          <ac:chgData name="Daniela Sales Armendariz" userId="184e57a0-798c-4631-a9c3-d4f65b615685" providerId="ADAL" clId="{DF796C4C-B7E6-49EF-A623-003113919E54}" dt="2026-06-27T00:07:44.986" v="885" actId="1035"/>
          <ac:spMkLst>
            <pc:docMk/>
            <pc:sldMk cId="3805655920" sldId="288"/>
            <ac:spMk id="12" creationId="{4CDB8CE6-A13D-8375-98FE-DF3734031CF3}"/>
          </ac:spMkLst>
        </pc:spChg>
        <pc:spChg chg="add mod">
          <ac:chgData name="Daniela Sales Armendariz" userId="184e57a0-798c-4631-a9c3-d4f65b615685" providerId="ADAL" clId="{DF796C4C-B7E6-49EF-A623-003113919E54}" dt="2026-06-27T00:07:55.026" v="945" actId="1038"/>
          <ac:spMkLst>
            <pc:docMk/>
            <pc:sldMk cId="3805655920" sldId="288"/>
            <ac:spMk id="16" creationId="{AD0452F9-EE40-FFC6-DB3F-BC67BB7AC980}"/>
          </ac:spMkLst>
        </pc:spChg>
        <pc:spChg chg="add mod">
          <ac:chgData name="Daniela Sales Armendariz" userId="184e57a0-798c-4631-a9c3-d4f65b615685" providerId="ADAL" clId="{DF796C4C-B7E6-49EF-A623-003113919E54}" dt="2026-06-27T00:08:09.998" v="1054" actId="1036"/>
          <ac:spMkLst>
            <pc:docMk/>
            <pc:sldMk cId="3805655920" sldId="288"/>
            <ac:spMk id="24" creationId="{AAFA7A6C-FE37-E3E5-5F0F-3AAE9B36BD5E}"/>
          </ac:spMkLst>
        </pc:spChg>
        <pc:spChg chg="add mod">
          <ac:chgData name="Daniela Sales Armendariz" userId="184e57a0-798c-4631-a9c3-d4f65b615685" providerId="ADAL" clId="{DF796C4C-B7E6-49EF-A623-003113919E54}" dt="2026-06-27T00:08:26.599" v="1159" actId="1036"/>
          <ac:spMkLst>
            <pc:docMk/>
            <pc:sldMk cId="3805655920" sldId="288"/>
            <ac:spMk id="26" creationId="{A12F8FCE-8468-3926-B121-9D3AE905E54E}"/>
          </ac:spMkLst>
        </pc:spChg>
        <pc:spChg chg="add mod">
          <ac:chgData name="Daniela Sales Armendariz" userId="184e57a0-798c-4631-a9c3-d4f65b615685" providerId="ADAL" clId="{DF796C4C-B7E6-49EF-A623-003113919E54}" dt="2026-06-27T00:08:40.864" v="1272" actId="1036"/>
          <ac:spMkLst>
            <pc:docMk/>
            <pc:sldMk cId="3805655920" sldId="288"/>
            <ac:spMk id="28" creationId="{74FB75BE-0DB9-EDAA-3F87-99E5A97FE259}"/>
          </ac:spMkLst>
        </pc:spChg>
        <pc:graphicFrameChg chg="mod">
          <ac:chgData name="Daniela Sales Armendariz" userId="184e57a0-798c-4631-a9c3-d4f65b615685" providerId="ADAL" clId="{DF796C4C-B7E6-49EF-A623-003113919E54}" dt="2026-06-27T00:01:36.653" v="765" actId="1035"/>
          <ac:graphicFrameMkLst>
            <pc:docMk/>
            <pc:sldMk cId="3805655920" sldId="288"/>
            <ac:graphicFrameMk id="2" creationId="{FD154C63-07B8-77A8-3D76-CF7A67F79ADD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6-27T00:05:44.924" v="791" actId="14100"/>
          <ac:graphicFrameMkLst>
            <pc:docMk/>
            <pc:sldMk cId="3805655920" sldId="288"/>
            <ac:graphicFrameMk id="5" creationId="{00000000-0000-0000-0000-000000000000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6-27T00:05:42.829" v="790" actId="14100"/>
          <ac:graphicFrameMkLst>
            <pc:docMk/>
            <pc:sldMk cId="3805655920" sldId="288"/>
            <ac:graphicFrameMk id="6" creationId="{00000000-0000-0000-0000-000000000000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7T00:06:07.976" v="799" actId="1076"/>
          <ac:graphicFrameMkLst>
            <pc:docMk/>
            <pc:sldMk cId="3805655920" sldId="288"/>
            <ac:graphicFrameMk id="8" creationId="{F8A8B3DA-E81E-E464-BF3B-E345CA5E8F86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7T00:06:25.560" v="801" actId="1076"/>
          <ac:graphicFrameMkLst>
            <pc:docMk/>
            <pc:sldMk cId="3805655920" sldId="288"/>
            <ac:graphicFrameMk id="10" creationId="{B4FBEAAD-7CEF-AD99-7449-81272730AB62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7T00:07:35.025" v="876" actId="1036"/>
          <ac:graphicFrameMkLst>
            <pc:docMk/>
            <pc:sldMk cId="3805655920" sldId="288"/>
            <ac:graphicFrameMk id="14" creationId="{BB33143B-5773-5317-8430-C3CD908B06A4}"/>
          </ac:graphicFrameMkLst>
        </pc:graphicFrameChg>
        <pc:picChg chg="add mod">
          <ac:chgData name="Daniela Sales Armendariz" userId="184e57a0-798c-4631-a9c3-d4f65b615685" providerId="ADAL" clId="{DF796C4C-B7E6-49EF-A623-003113919E54}" dt="2026-06-27T00:08:01.005" v="989" actId="1036"/>
          <ac:picMkLst>
            <pc:docMk/>
            <pc:sldMk cId="3805655920" sldId="288"/>
            <ac:picMk id="18" creationId="{9C386A0C-6845-E97D-3913-4BF2CA151F80}"/>
          </ac:picMkLst>
        </pc:picChg>
        <pc:picChg chg="add mod">
          <ac:chgData name="Daniela Sales Armendariz" userId="184e57a0-798c-4631-a9c3-d4f65b615685" providerId="ADAL" clId="{DF796C4C-B7E6-49EF-A623-003113919E54}" dt="2026-06-27T00:08:18.748" v="1103" actId="1036"/>
          <ac:picMkLst>
            <pc:docMk/>
            <pc:sldMk cId="3805655920" sldId="288"/>
            <ac:picMk id="20" creationId="{B3BB1755-A405-697E-0702-4499AB6941F9}"/>
          </ac:picMkLst>
        </pc:picChg>
        <pc:picChg chg="add mod">
          <ac:chgData name="Daniela Sales Armendariz" userId="184e57a0-798c-4631-a9c3-d4f65b615685" providerId="ADAL" clId="{DF796C4C-B7E6-49EF-A623-003113919E54}" dt="2026-06-27T00:08:46.236" v="1276" actId="1035"/>
          <ac:picMkLst>
            <pc:docMk/>
            <pc:sldMk cId="3805655920" sldId="288"/>
            <ac:picMk id="22" creationId="{6AE5EA51-285D-BE14-E647-74C526AD2388}"/>
          </ac:picMkLst>
        </pc:picChg>
      </pc:sldChg>
      <pc:sldChg chg="modSp mod">
        <pc:chgData name="Daniela Sales Armendariz" userId="184e57a0-798c-4631-a9c3-d4f65b615685" providerId="ADAL" clId="{DF796C4C-B7E6-49EF-A623-003113919E54}" dt="2026-07-02T18:10:36.128" v="1943" actId="20577"/>
        <pc:sldMkLst>
          <pc:docMk/>
          <pc:sldMk cId="3240565764" sldId="297"/>
        </pc:sldMkLst>
        <pc:spChg chg="mod">
          <ac:chgData name="Daniela Sales Armendariz" userId="184e57a0-798c-4631-a9c3-d4f65b615685" providerId="ADAL" clId="{DF796C4C-B7E6-49EF-A623-003113919E54}" dt="2026-07-02T18:10:36.128" v="1943" actId="20577"/>
          <ac:spMkLst>
            <pc:docMk/>
            <pc:sldMk cId="3240565764" sldId="297"/>
            <ac:spMk id="11" creationId="{00000000-0000-0000-0000-000000000000}"/>
          </ac:spMkLst>
        </pc:spChg>
        <pc:graphicFrameChg chg="modGraphic">
          <ac:chgData name="Daniela Sales Armendariz" userId="184e57a0-798c-4631-a9c3-d4f65b615685" providerId="ADAL" clId="{DF796C4C-B7E6-49EF-A623-003113919E54}" dt="2026-07-02T18:10:23.901" v="1939" actId="20577"/>
          <ac:graphicFrameMkLst>
            <pc:docMk/>
            <pc:sldMk cId="3240565764" sldId="297"/>
            <ac:graphicFrameMk id="8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7-02T01:06:39.481" v="1737" actId="1076"/>
        <pc:sldMkLst>
          <pc:docMk/>
          <pc:sldMk cId="3925082217" sldId="300"/>
        </pc:sldMkLst>
        <pc:spChg chg="mod">
          <ac:chgData name="Daniela Sales Armendariz" userId="184e57a0-798c-4631-a9c3-d4f65b615685" providerId="ADAL" clId="{DF796C4C-B7E6-49EF-A623-003113919E54}" dt="2026-06-27T00:12:12.109" v="1497" actId="1036"/>
          <ac:spMkLst>
            <pc:docMk/>
            <pc:sldMk cId="3925082217" sldId="300"/>
            <ac:spMk id="4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7T00:11:21.816" v="1449" actId="1036"/>
          <ac:spMkLst>
            <pc:docMk/>
            <pc:sldMk cId="3925082217" sldId="300"/>
            <ac:spMk id="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7T00:10:54.826" v="1338" actId="20577"/>
          <ac:spMkLst>
            <pc:docMk/>
            <pc:sldMk cId="3925082217" sldId="300"/>
            <ac:spMk id="10" creationId="{00000000-0000-0000-0000-000000000000}"/>
          </ac:spMkLst>
        </pc:spChg>
        <pc:graphicFrameChg chg="mod modGraphic">
          <ac:chgData name="Daniela Sales Armendariz" userId="184e57a0-798c-4631-a9c3-d4f65b615685" providerId="ADAL" clId="{DF796C4C-B7E6-49EF-A623-003113919E54}" dt="2026-06-27T00:11:36.263" v="1460" actId="20577"/>
          <ac:graphicFrameMkLst>
            <pc:docMk/>
            <pc:sldMk cId="3925082217" sldId="300"/>
            <ac:graphicFrameMk id="9" creationId="{00000000-0000-0000-0000-000000000000}"/>
          </ac:graphicFrameMkLst>
        </pc:graphicFrameChg>
        <pc:picChg chg="mod">
          <ac:chgData name="Daniela Sales Armendariz" userId="184e57a0-798c-4631-a9c3-d4f65b615685" providerId="ADAL" clId="{DF796C4C-B7E6-49EF-A623-003113919E54}" dt="2026-07-02T01:06:39.481" v="1737" actId="1076"/>
          <ac:picMkLst>
            <pc:docMk/>
            <pc:sldMk cId="3925082217" sldId="300"/>
            <ac:picMk id="6" creationId="{00000000-0000-0000-0000-000000000000}"/>
          </ac:picMkLst>
        </pc:picChg>
        <pc:cxnChg chg="mod">
          <ac:chgData name="Daniela Sales Armendariz" userId="184e57a0-798c-4631-a9c3-d4f65b615685" providerId="ADAL" clId="{DF796C4C-B7E6-49EF-A623-003113919E54}" dt="2026-06-27T00:12:06.121" v="1487" actId="1036"/>
          <ac:cxnSpMkLst>
            <pc:docMk/>
            <pc:sldMk cId="3925082217" sldId="300"/>
            <ac:cxnSpMk id="5" creationId="{00000000-0000-0000-0000-000000000000}"/>
          </ac:cxnSpMkLst>
        </pc:cxnChg>
        <pc:cxnChg chg="mod">
          <ac:chgData name="Daniela Sales Armendariz" userId="184e57a0-798c-4631-a9c3-d4f65b615685" providerId="ADAL" clId="{DF796C4C-B7E6-49EF-A623-003113919E54}" dt="2026-06-27T00:11:09.746" v="1403" actId="1036"/>
          <ac:cxnSpMkLst>
            <pc:docMk/>
            <pc:sldMk cId="3925082217" sldId="300"/>
            <ac:cxnSpMk id="8" creationId="{00000000-0000-0000-0000-000000000000}"/>
          </ac:cxnSpMkLst>
        </pc:cxnChg>
      </pc:sldChg>
      <pc:sldChg chg="modSp mod">
        <pc:chgData name="Daniela Sales Armendariz" userId="184e57a0-798c-4631-a9c3-d4f65b615685" providerId="ADAL" clId="{DF796C4C-B7E6-49EF-A623-003113919E54}" dt="2026-06-26T23:59:43.437" v="647" actId="1035"/>
        <pc:sldMkLst>
          <pc:docMk/>
          <pc:sldMk cId="0" sldId="301"/>
        </pc:sldMkLst>
        <pc:spChg chg="mod">
          <ac:chgData name="Daniela Sales Armendariz" userId="184e57a0-798c-4631-a9c3-d4f65b615685" providerId="ADAL" clId="{DF796C4C-B7E6-49EF-A623-003113919E54}" dt="2026-06-26T23:58:24.195" v="591" actId="1036"/>
          <ac:spMkLst>
            <pc:docMk/>
            <pc:sldMk cId="0" sldId="301"/>
            <ac:spMk id="4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3:59:03.138" v="608" actId="1035"/>
          <ac:spMkLst>
            <pc:docMk/>
            <pc:sldMk cId="0" sldId="301"/>
            <ac:spMk id="13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6T23:58:20.088" v="587" actId="1036"/>
          <ac:graphicFrameMkLst>
            <pc:docMk/>
            <pc:sldMk cId="0" sldId="301"/>
            <ac:graphicFrameMk id="6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6T23:59:43.437" v="647" actId="1035"/>
          <ac:graphicFrameMkLst>
            <pc:docMk/>
            <pc:sldMk cId="0" sldId="301"/>
            <ac:graphicFrameMk id="15" creationId="{00000000-0000-0000-0000-000000000000}"/>
          </ac:graphicFrameMkLst>
        </pc:graphicFrameChg>
        <pc:cxnChg chg="mod">
          <ac:chgData name="Daniela Sales Armendariz" userId="184e57a0-798c-4631-a9c3-d4f65b615685" providerId="ADAL" clId="{DF796C4C-B7E6-49EF-A623-003113919E54}" dt="2026-06-26T23:58:34.487" v="598" actId="1035"/>
          <ac:cxnSpMkLst>
            <pc:docMk/>
            <pc:sldMk cId="0" sldId="301"/>
            <ac:cxnSpMk id="5" creationId="{00000000-0000-0000-0000-000000000000}"/>
          </ac:cxnSpMkLst>
        </pc:cxnChg>
        <pc:cxnChg chg="mod">
          <ac:chgData name="Daniela Sales Armendariz" userId="184e57a0-798c-4631-a9c3-d4f65b615685" providerId="ADAL" clId="{DF796C4C-B7E6-49EF-A623-003113919E54}" dt="2026-06-26T23:59:27.509" v="627" actId="1035"/>
          <ac:cxnSpMkLst>
            <pc:docMk/>
            <pc:sldMk cId="0" sldId="301"/>
            <ac:cxnSpMk id="14" creationId="{00000000-0000-0000-0000-000000000000}"/>
          </ac:cxnSpMkLst>
        </pc:cxnChg>
      </pc:sldChg>
      <pc:sldChg chg="modSp add mod">
        <pc:chgData name="Daniela Sales Armendariz" userId="184e57a0-798c-4631-a9c3-d4f65b615685" providerId="ADAL" clId="{DF796C4C-B7E6-49EF-A623-003113919E54}" dt="2026-07-02T16:50:49.319" v="1797" actId="1076"/>
        <pc:sldMkLst>
          <pc:docMk/>
          <pc:sldMk cId="1894059255" sldId="303"/>
        </pc:sldMkLst>
        <pc:graphicFrameChg chg="mod modGraphic">
          <ac:chgData name="Daniela Sales Armendariz" userId="184e57a0-798c-4631-a9c3-d4f65b615685" providerId="ADAL" clId="{DF796C4C-B7E6-49EF-A623-003113919E54}" dt="2026-07-02T01:04:35.947" v="1732" actId="20577"/>
          <ac:graphicFrameMkLst>
            <pc:docMk/>
            <pc:sldMk cId="1894059255" sldId="303"/>
            <ac:graphicFrameMk id="8" creationId="{C675D02A-5CB6-03D9-A033-BA5EE01445A5}"/>
          </ac:graphicFrameMkLst>
        </pc:graphicFrameChg>
        <pc:picChg chg="mod modCrop">
          <ac:chgData name="Daniela Sales Armendariz" userId="184e57a0-798c-4631-a9c3-d4f65b615685" providerId="ADAL" clId="{DF796C4C-B7E6-49EF-A623-003113919E54}" dt="2026-07-02T16:50:41.513" v="1796" actId="1076"/>
          <ac:picMkLst>
            <pc:docMk/>
            <pc:sldMk cId="1894059255" sldId="303"/>
            <ac:picMk id="4" creationId="{DA316600-A4EA-9D3A-1D0B-697A3F923C2E}"/>
          </ac:picMkLst>
        </pc:picChg>
        <pc:picChg chg="mod modCrop">
          <ac:chgData name="Daniela Sales Armendariz" userId="184e57a0-798c-4631-a9c3-d4f65b615685" providerId="ADAL" clId="{DF796C4C-B7E6-49EF-A623-003113919E54}" dt="2026-07-02T16:50:31.712" v="1793" actId="1076"/>
          <ac:picMkLst>
            <pc:docMk/>
            <pc:sldMk cId="1894059255" sldId="303"/>
            <ac:picMk id="5" creationId="{89DC5218-BACD-985C-804E-E41552464F06}"/>
          </ac:picMkLst>
        </pc:picChg>
        <pc:picChg chg="mod">
          <ac:chgData name="Daniela Sales Armendariz" userId="184e57a0-798c-4631-a9c3-d4f65b615685" providerId="ADAL" clId="{DF796C4C-B7E6-49EF-A623-003113919E54}" dt="2026-07-02T16:50:39.297" v="1795" actId="1076"/>
          <ac:picMkLst>
            <pc:docMk/>
            <pc:sldMk cId="1894059255" sldId="303"/>
            <ac:picMk id="9" creationId="{2A46DE90-80E9-6F72-98A8-D441B72118A0}"/>
          </ac:picMkLst>
        </pc:picChg>
        <pc:picChg chg="mod modCrop">
          <ac:chgData name="Daniela Sales Armendariz" userId="184e57a0-798c-4631-a9c3-d4f65b615685" providerId="ADAL" clId="{DF796C4C-B7E6-49EF-A623-003113919E54}" dt="2026-07-02T16:50:01.255" v="1786" actId="732"/>
          <ac:picMkLst>
            <pc:docMk/>
            <pc:sldMk cId="1894059255" sldId="303"/>
            <ac:picMk id="10" creationId="{44ABB6E2-3FC4-4D26-AEB9-51B20B00C35C}"/>
          </ac:picMkLst>
        </pc:picChg>
        <pc:picChg chg="mod modCrop">
          <ac:chgData name="Daniela Sales Armendariz" userId="184e57a0-798c-4631-a9c3-d4f65b615685" providerId="ADAL" clId="{DF796C4C-B7E6-49EF-A623-003113919E54}" dt="2026-07-02T16:49:54.361" v="1785" actId="1076"/>
          <ac:picMkLst>
            <pc:docMk/>
            <pc:sldMk cId="1894059255" sldId="303"/>
            <ac:picMk id="11" creationId="{C281D396-187E-72CC-BC7C-C93B48453D49}"/>
          </ac:picMkLst>
        </pc:picChg>
        <pc:picChg chg="mod modCrop">
          <ac:chgData name="Daniela Sales Armendariz" userId="184e57a0-798c-4631-a9c3-d4f65b615685" providerId="ADAL" clId="{DF796C4C-B7E6-49EF-A623-003113919E54}" dt="2026-07-02T16:50:28.561" v="1792" actId="1076"/>
          <ac:picMkLst>
            <pc:docMk/>
            <pc:sldMk cId="1894059255" sldId="303"/>
            <ac:picMk id="13" creationId="{CB17A7A2-82E5-795A-F3F1-A2BE62C98B0E}"/>
          </ac:picMkLst>
        </pc:picChg>
        <pc:picChg chg="mod modCrop">
          <ac:chgData name="Daniela Sales Armendariz" userId="184e57a0-798c-4631-a9c3-d4f65b615685" providerId="ADAL" clId="{DF796C4C-B7E6-49EF-A623-003113919E54}" dt="2026-07-02T16:50:49.319" v="1797" actId="1076"/>
          <ac:picMkLst>
            <pc:docMk/>
            <pc:sldMk cId="1894059255" sldId="303"/>
            <ac:picMk id="14" creationId="{6F2010B9-48C4-583F-CD98-33AB31AF22E1}"/>
          </ac:picMkLst>
        </pc:picChg>
        <pc:picChg chg="mod">
          <ac:chgData name="Daniela Sales Armendariz" userId="184e57a0-798c-4631-a9c3-d4f65b615685" providerId="ADAL" clId="{DF796C4C-B7E6-49EF-A623-003113919E54}" dt="2026-07-02T16:49:31.392" v="1781" actId="1076"/>
          <ac:picMkLst>
            <pc:docMk/>
            <pc:sldMk cId="1894059255" sldId="303"/>
            <ac:picMk id="15" creationId="{0E6143C5-2AD7-FC25-A166-F69DCCA7DC7E}"/>
          </ac:picMkLst>
        </pc:picChg>
      </pc:sldChg>
      <pc:sldChg chg="add">
        <pc:chgData name="Daniela Sales Armendariz" userId="184e57a0-798c-4631-a9c3-d4f65b615685" providerId="ADAL" clId="{DF796C4C-B7E6-49EF-A623-003113919E54}" dt="2026-06-27T00:00:37.738" v="648"/>
        <pc:sldMkLst>
          <pc:docMk/>
          <pc:sldMk cId="3760877984" sldId="304"/>
        </pc:sldMkLst>
      </pc:sldChg>
    </pc:docChg>
  </pc:docChgLst>
  <pc:docChgLst>
    <pc:chgData name="Laura Patricia Galvan Chavez" userId="S::laura.galvan@imss.gob.mx::6b13af50-ce8b-483e-8fc4-f994efaf3289" providerId="AD" clId="Web-{4F9FD924-AB47-06BB-66FC-729E3FAED688}"/>
    <pc:docChg chg="modSld">
      <pc:chgData name="Laura Patricia Galvan Chavez" userId="S::laura.galvan@imss.gob.mx::6b13af50-ce8b-483e-8fc4-f994efaf3289" providerId="AD" clId="Web-{4F9FD924-AB47-06BB-66FC-729E3FAED688}" dt="2026-06-23T20:27:24.572" v="41" actId="14100"/>
      <pc:docMkLst>
        <pc:docMk/>
      </pc:docMkLst>
      <pc:sldChg chg="modSp">
        <pc:chgData name="Laura Patricia Galvan Chavez" userId="S::laura.galvan@imss.gob.mx::6b13af50-ce8b-483e-8fc4-f994efaf3289" providerId="AD" clId="Web-{4F9FD924-AB47-06BB-66FC-729E3FAED688}" dt="2026-06-23T20:27:24.572" v="41" actId="14100"/>
        <pc:sldMkLst>
          <pc:docMk/>
          <pc:sldMk cId="0" sldId="260"/>
        </pc:sldMkLst>
        <pc:spChg chg="mod">
          <ac:chgData name="Laura Patricia Galvan Chavez" userId="S::laura.galvan@imss.gob.mx::6b13af50-ce8b-483e-8fc4-f994efaf3289" providerId="AD" clId="Web-{4F9FD924-AB47-06BB-66FC-729E3FAED688}" dt="2026-06-23T20:27:13.385" v="40" actId="20577"/>
          <ac:spMkLst>
            <pc:docMk/>
            <pc:sldMk cId="0" sldId="260"/>
            <ac:spMk id="7" creationId="{C6D3A16D-EFF4-3DC6-9694-CE9F2FEEBB24}"/>
          </ac:spMkLst>
        </pc:spChg>
        <pc:graphicFrameChg chg="mod modGraphic">
          <ac:chgData name="Laura Patricia Galvan Chavez" userId="S::laura.galvan@imss.gob.mx::6b13af50-ce8b-483e-8fc4-f994efaf3289" providerId="AD" clId="Web-{4F9FD924-AB47-06BB-66FC-729E3FAED688}" dt="2026-06-23T20:26:13.416" v="17"/>
          <ac:graphicFrameMkLst>
            <pc:docMk/>
            <pc:sldMk cId="0" sldId="260"/>
            <ac:graphicFrameMk id="5" creationId="{D8C2A735-074A-55C8-3F59-031D3FB649A6}"/>
          </ac:graphicFrameMkLst>
        </pc:graphicFrameChg>
        <pc:picChg chg="mod">
          <ac:chgData name="Laura Patricia Galvan Chavez" userId="S::laura.galvan@imss.gob.mx::6b13af50-ce8b-483e-8fc4-f994efaf3289" providerId="AD" clId="Web-{4F9FD924-AB47-06BB-66FC-729E3FAED688}" dt="2026-06-23T20:27:24.572" v="41" actId="14100"/>
          <ac:picMkLst>
            <pc:docMk/>
            <pc:sldMk cId="0" sldId="260"/>
            <ac:picMk id="6" creationId="{0E1F6321-2C00-1327-744A-E336BB645B49}"/>
          </ac:picMkLst>
        </pc:picChg>
      </pc:sldChg>
    </pc:docChg>
  </pc:docChgLst>
  <pc:docChgLst>
    <pc:chgData name="Laura Patricia Galvan Chavez" userId="6b13af50-ce8b-483e-8fc4-f994efaf3289" providerId="ADAL" clId="{655D084B-7DF1-4C24-9447-417D7DC498B8}"/>
    <pc:docChg chg="custSel modSld">
      <pc:chgData name="Laura Patricia Galvan Chavez" userId="6b13af50-ce8b-483e-8fc4-f994efaf3289" providerId="ADAL" clId="{655D084B-7DF1-4C24-9447-417D7DC498B8}" dt="2026-07-02T19:28:23.940" v="69" actId="207"/>
      <pc:docMkLst>
        <pc:docMk/>
      </pc:docMkLst>
      <pc:sldChg chg="modSp mod">
        <pc:chgData name="Laura Patricia Galvan Chavez" userId="6b13af50-ce8b-483e-8fc4-f994efaf3289" providerId="ADAL" clId="{655D084B-7DF1-4C24-9447-417D7DC498B8}" dt="2026-07-02T19:28:23.940" v="69" actId="207"/>
        <pc:sldMkLst>
          <pc:docMk/>
          <pc:sldMk cId="0" sldId="261"/>
        </pc:sldMkLst>
        <pc:graphicFrameChg chg="modGraphic">
          <ac:chgData name="Laura Patricia Galvan Chavez" userId="6b13af50-ce8b-483e-8fc4-f994efaf3289" providerId="ADAL" clId="{655D084B-7DF1-4C24-9447-417D7DC498B8}" dt="2026-07-02T19:28:23.940" v="69" actId="207"/>
          <ac:graphicFrameMkLst>
            <pc:docMk/>
            <pc:sldMk cId="0" sldId="261"/>
            <ac:graphicFrameMk id="15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9:12:32.445" v="48" actId="20577"/>
        <pc:sldMkLst>
          <pc:docMk/>
          <pc:sldMk cId="0" sldId="279"/>
        </pc:sldMkLst>
        <pc:graphicFrameChg chg="modGraphic">
          <ac:chgData name="Laura Patricia Galvan Chavez" userId="6b13af50-ce8b-483e-8fc4-f994efaf3289" providerId="ADAL" clId="{655D084B-7DF1-4C24-9447-417D7DC498B8}" dt="2026-06-29T19:12:32.445" v="48" actId="20577"/>
          <ac:graphicFrameMkLst>
            <pc:docMk/>
            <pc:sldMk cId="0" sldId="279"/>
            <ac:graphicFrameMk id="51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9:11:36.593" v="38" actId="1076"/>
        <pc:sldMkLst>
          <pc:docMk/>
          <pc:sldMk cId="3805655920" sldId="288"/>
        </pc:sldMkLst>
        <pc:spChg chg="mod">
          <ac:chgData name="Laura Patricia Galvan Chavez" userId="6b13af50-ce8b-483e-8fc4-f994efaf3289" providerId="ADAL" clId="{655D084B-7DF1-4C24-9447-417D7DC498B8}" dt="2026-06-29T19:11:36.593" v="38" actId="1076"/>
          <ac:spMkLst>
            <pc:docMk/>
            <pc:sldMk cId="3805655920" sldId="288"/>
            <ac:spMk id="4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6-29T19:11:03.617" v="28" actId="20577"/>
        <pc:sldMkLst>
          <pc:docMk/>
          <pc:sldMk cId="813959304" sldId="298"/>
        </pc:sldMkLst>
        <pc:spChg chg="mod">
          <ac:chgData name="Laura Patricia Galvan Chavez" userId="6b13af50-ce8b-483e-8fc4-f994efaf3289" providerId="ADAL" clId="{655D084B-7DF1-4C24-9447-417D7DC498B8}" dt="2026-06-29T19:11:03.617" v="28" actId="20577"/>
          <ac:spMkLst>
            <pc:docMk/>
            <pc:sldMk cId="813959304" sldId="298"/>
            <ac:spMk id="5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6-29T19:11:17.725" v="37" actId="20577"/>
        <pc:sldMkLst>
          <pc:docMk/>
          <pc:sldMk cId="0" sldId="301"/>
        </pc:sldMkLst>
        <pc:spChg chg="mod">
          <ac:chgData name="Laura Patricia Galvan Chavez" userId="6b13af50-ce8b-483e-8fc4-f994efaf3289" providerId="ADAL" clId="{655D084B-7DF1-4C24-9447-417D7DC498B8}" dt="2026-06-29T19:11:17.725" v="37" actId="20577"/>
          <ac:spMkLst>
            <pc:docMk/>
            <pc:sldMk cId="0" sldId="301"/>
            <ac:spMk id="4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7-02T19:25:52.692" v="66" actId="20577"/>
        <pc:sldMkLst>
          <pc:docMk/>
          <pc:sldMk cId="1894059255" sldId="303"/>
        </pc:sldMkLst>
        <pc:graphicFrameChg chg="modGraphic">
          <ac:chgData name="Laura Patricia Galvan Chavez" userId="6b13af50-ce8b-483e-8fc4-f994efaf3289" providerId="ADAL" clId="{655D084B-7DF1-4C24-9447-417D7DC498B8}" dt="2026-07-02T19:25:52.692" v="66" actId="20577"/>
          <ac:graphicFrameMkLst>
            <pc:docMk/>
            <pc:sldMk cId="1894059255" sldId="303"/>
            <ac:graphicFrameMk id="8" creationId="{C675D02A-5CB6-03D9-A033-BA5EE01445A5}"/>
          </ac:graphicFrameMkLst>
        </pc:graphicFrameChg>
      </pc:sldChg>
    </pc:docChg>
  </pc:docChgLst>
  <pc:docChgLst>
    <pc:chgData name="Rohan Myron Oprisko" userId="a7c52ab4-f8b1-4d15-aaf6-6388cc510347" providerId="ADAL" clId="{97C26823-81C0-4343-94EC-E87AB1317939}"/>
    <pc:docChg chg="undo custSel modSld">
      <pc:chgData name="Rohan Myron Oprisko" userId="a7c52ab4-f8b1-4d15-aaf6-6388cc510347" providerId="ADAL" clId="{97C26823-81C0-4343-94EC-E87AB1317939}" dt="2026-06-24T15:57:42.882" v="4" actId="22"/>
      <pc:docMkLst>
        <pc:docMk/>
      </pc:docMkLst>
      <pc:sldChg chg="addSp delSp mod">
        <pc:chgData name="Rohan Myron Oprisko" userId="a7c52ab4-f8b1-4d15-aaf6-6388cc510347" providerId="ADAL" clId="{97C26823-81C0-4343-94EC-E87AB1317939}" dt="2026-06-24T15:57:42.882" v="4" actId="22"/>
        <pc:sldMkLst>
          <pc:docMk/>
          <pc:sldMk cId="748044913" sldId="287"/>
        </pc:sldMkLst>
        <pc:spChg chg="add del">
          <ac:chgData name="Rohan Myron Oprisko" userId="a7c52ab4-f8b1-4d15-aaf6-6388cc510347" providerId="ADAL" clId="{97C26823-81C0-4343-94EC-E87AB1317939}" dt="2026-06-24T15:57:40.419" v="2" actId="478"/>
          <ac:spMkLst>
            <pc:docMk/>
            <pc:sldMk cId="748044913" sldId="287"/>
            <ac:spMk id="7" creationId="{A4A2E73A-3ACB-3326-EBF8-0C2A5A731471}"/>
          </ac:spMkLst>
        </pc:spChg>
        <pc:spChg chg="add">
          <ac:chgData name="Rohan Myron Oprisko" userId="a7c52ab4-f8b1-4d15-aaf6-6388cc510347" providerId="ADAL" clId="{97C26823-81C0-4343-94EC-E87AB1317939}" dt="2026-06-24T15:57:42.882" v="4" actId="22"/>
          <ac:spMkLst>
            <pc:docMk/>
            <pc:sldMk cId="748044913" sldId="287"/>
            <ac:spMk id="10" creationId="{E58286B2-E92B-8815-1390-B9393333CEDD}"/>
          </ac:spMkLst>
        </pc:spChg>
        <pc:spChg chg="add">
          <ac:chgData name="Rohan Myron Oprisko" userId="a7c52ab4-f8b1-4d15-aaf6-6388cc510347" providerId="ADAL" clId="{97C26823-81C0-4343-94EC-E87AB1317939}" dt="2026-06-24T15:57:42.882" v="4" actId="22"/>
          <ac:spMkLst>
            <pc:docMk/>
            <pc:sldMk cId="748044913" sldId="287"/>
            <ac:spMk id="12" creationId="{7ECC6AFF-7C4B-FCAE-250A-387A74C6750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571D-468A-B3F5-B75B9C680621}"/>
              </c:ext>
            </c:extLst>
          </c:dPt>
          <c:dPt>
            <c:idx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3-571D-468A-B3F5-B75B9C680621}"/>
              </c:ext>
            </c:extLst>
          </c:dPt>
          <c:dPt>
            <c:idx val="2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5-571D-468A-B3F5-B75B9C680621}"/>
              </c:ext>
            </c:extLst>
          </c:dPt>
          <c:dPt>
            <c:idx val="3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7-571D-468A-B3F5-B75B9C680621}"/>
              </c:ext>
            </c:extLst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1145563</c:v>
                </c:pt>
                <c:pt idx="1">
                  <c:v>212055</c:v>
                </c:pt>
                <c:pt idx="2">
                  <c:v>772462</c:v>
                </c:pt>
                <c:pt idx="3">
                  <c:v>11002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71D-468A-B3F5-B75B9C6806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503-4DA5-9856-B242C26FF96A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503-4DA5-9856-B242C26FF96A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42.156818181818181</c:v>
                </c:pt>
                <c:pt idx="1">
                  <c:v>57.843181818181819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503-4DA5-9856-B242C26FF9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65B-4A6D-9221-274BFF19698E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65B-4A6D-9221-274BFF19698E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25.203133320700001</c:v>
                </c:pt>
                <c:pt idx="1">
                  <c:v>74.796866679299995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65B-4A6D-9221-274BFF1969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4A3-4AD7-8AA9-39B1622FE32A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4A3-4AD7-8AA9-39B1622FE32A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41.557805572099795</c:v>
                </c:pt>
                <c:pt idx="1">
                  <c:v>58.442194427900205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4A3-4AD7-8AA9-39B1622FE3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ADA-4CF5-B47F-B539BFAE6B2A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ADA-4CF5-B47F-B539BFAE6B2A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41.557805572099795</c:v>
                </c:pt>
                <c:pt idx="1">
                  <c:v>58.442194427900205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ADA-4CF5-B47F-B539BFAE6B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B9E7-4014-B9C6-C7A544D2C94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63</c:v>
                </c:pt>
                <c:pt idx="2">
                  <c:v>65</c:v>
                </c:pt>
                <c:pt idx="3">
                  <c:v>59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B9E7-4014-B9C6-C7A544D2C94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Transportes y Comunicaciones</c:v>
                </c:pt>
                <c:pt idx="3">
                  <c:v>Ind Eléctrica y Captación y Suministro de Agua Potable</c:v>
                </c:pt>
                <c:pt idx="4">
                  <c:v>Industrias de la Transformación</c:v>
                </c:pt>
                <c:pt idx="5">
                  <c:v>Servicios para Empresas, Personas y el Hogar</c:v>
                </c:pt>
                <c:pt idx="6">
                  <c:v>Comercio</c:v>
                </c:pt>
                <c:pt idx="7">
                  <c:v>Servicios Sociales y Comunales</c:v>
                </c:pt>
                <c:pt idx="8">
                  <c:v>Industria de la Construcción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659</c:v>
                </c:pt>
                <c:pt idx="1">
                  <c:v>3913</c:v>
                </c:pt>
                <c:pt idx="2">
                  <c:v>40885</c:v>
                </c:pt>
                <c:pt idx="3">
                  <c:v>3324</c:v>
                </c:pt>
                <c:pt idx="4">
                  <c:v>13872</c:v>
                </c:pt>
                <c:pt idx="5">
                  <c:v>264811</c:v>
                </c:pt>
                <c:pt idx="6">
                  <c:v>87193</c:v>
                </c:pt>
                <c:pt idx="7">
                  <c:v>36385</c:v>
                </c:pt>
                <c:pt idx="8">
                  <c:v>75735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046-4C33-9FAC-B6BA415214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Transportes y Comunicaciones</c:v>
                </c:pt>
                <c:pt idx="3">
                  <c:v>Ind Eléctrica y Captación y Suministro de Agua Potable</c:v>
                </c:pt>
                <c:pt idx="4">
                  <c:v>Industrias de la Transformación</c:v>
                </c:pt>
                <c:pt idx="5">
                  <c:v>Servicios para Empresas, Personas y el Hogar</c:v>
                </c:pt>
                <c:pt idx="6">
                  <c:v>Comercio</c:v>
                </c:pt>
                <c:pt idx="7">
                  <c:v>Servicios Sociales y Comunales</c:v>
                </c:pt>
                <c:pt idx="8">
                  <c:v>Industria de la Construcción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590</c:v>
                </c:pt>
                <c:pt idx="1">
                  <c:v>3526</c:v>
                </c:pt>
                <c:pt idx="2">
                  <c:v>40255</c:v>
                </c:pt>
                <c:pt idx="3">
                  <c:v>3289</c:v>
                </c:pt>
                <c:pt idx="4">
                  <c:v>13728</c:v>
                </c:pt>
                <c:pt idx="5">
                  <c:v>264286</c:v>
                </c:pt>
                <c:pt idx="6">
                  <c:v>87613</c:v>
                </c:pt>
                <c:pt idx="7">
                  <c:v>37081</c:v>
                </c:pt>
                <c:pt idx="8">
                  <c:v>77224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046-4C33-9FAC-B6BA415214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447177</c:v>
                </c:pt>
                <c:pt idx="1">
                  <c:v>463226</c:v>
                </c:pt>
                <c:pt idx="2">
                  <c:v>358243</c:v>
                </c:pt>
                <c:pt idx="3">
                  <c:v>396775</c:v>
                </c:pt>
                <c:pt idx="4">
                  <c:v>457405</c:v>
                </c:pt>
                <c:pt idx="5">
                  <c:v>498653</c:v>
                </c:pt>
                <c:pt idx="6">
                  <c:v>521898</c:v>
                </c:pt>
                <c:pt idx="7">
                  <c:v>526777</c:v>
                </c:pt>
                <c:pt idx="8">
                  <c:v>527592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5AE-4194-B438-DAEB224150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jpe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chart" Target="../charts/chart1.xml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hyperlink" Target="https://noticiasclaro.com/imss-en-quintana-roo-celebra-66-anos-de-servicio-fortaleciendo-la-seguridad-social/" TargetMode="Externa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chart" Target="../charts/chart6.xml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.png"/><Relationship Id="rId5" Type="http://schemas.openxmlformats.org/officeDocument/2006/relationships/image" Target="../media/image36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8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Quintana Roo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6711" y="5472000"/>
            <a:ext cx="141897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rPr dirty="0" err="1"/>
              <a:t>Ficha</a:t>
            </a:r>
            <a:r>
              <a:rPr dirty="0"/>
              <a:t>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rPr dirty="0"/>
              <a:t>Ju</a:t>
            </a:r>
            <a:r>
              <a:rPr lang="es-MX" dirty="0"/>
              <a:t>l</a:t>
            </a:r>
            <a:r>
              <a:rPr dirty="0"/>
              <a:t>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QUINTANA ROO</a:t>
            </a:r>
          </a:p>
        </p:txBody>
      </p:sp>
      <p:pic>
        <p:nvPicPr>
          <p:cNvPr id="4" name="Google Shape;66;p15" title="WhatsApp Image 2026-01-20 at 10.33.49.jpeg">
            <a:extLst>
              <a:ext uri="{FF2B5EF4-FFF2-40B4-BE49-F238E27FC236}">
                <a16:creationId xmlns:a16="http://schemas.microsoft.com/office/drawing/2014/main" id="{DA316600-A4EA-9D3A-1D0B-697A3F923C2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3145" r="21481" b="21011"/>
          <a:stretch>
            <a:fillRect/>
          </a:stretch>
        </p:blipFill>
        <p:spPr>
          <a:xfrm>
            <a:off x="5555264" y="4001638"/>
            <a:ext cx="790999" cy="84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8;p15">
            <a:extLst>
              <a:ext uri="{FF2B5EF4-FFF2-40B4-BE49-F238E27FC236}">
                <a16:creationId xmlns:a16="http://schemas.microsoft.com/office/drawing/2014/main" id="{C2B32402-1E3B-E707-D882-A839FD45A3FE}"/>
              </a:ext>
            </a:extLst>
          </p:cNvPr>
          <p:cNvSpPr/>
          <p:nvPr/>
        </p:nvSpPr>
        <p:spPr>
          <a:xfrm>
            <a:off x="0" y="571500"/>
            <a:ext cx="7772400" cy="1771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0;p15">
            <a:extLst>
              <a:ext uri="{FF2B5EF4-FFF2-40B4-BE49-F238E27FC236}">
                <a16:creationId xmlns:a16="http://schemas.microsoft.com/office/drawing/2014/main" id="{81CF580D-CD34-537F-FFB1-182AFE7A17AC}"/>
              </a:ext>
            </a:extLst>
          </p:cNvPr>
          <p:cNvSpPr txBox="1"/>
          <p:nvPr/>
        </p:nvSpPr>
        <p:spPr>
          <a:xfrm>
            <a:off x="2798775" y="921070"/>
            <a:ext cx="38382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Dr. Victor Gasca Martinez 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Especialista en Medicina Interna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Diplomado en Formación Docente en Ciencias Médicas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006455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Inicio del cargo</a:t>
            </a: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kumimoji="0" lang="e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16 de abril de  2026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6455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8" name="Google Shape;71;p15">
            <a:extLst>
              <a:ext uri="{FF2B5EF4-FFF2-40B4-BE49-F238E27FC236}">
                <a16:creationId xmlns:a16="http://schemas.microsoft.com/office/drawing/2014/main" id="{C675D02A-5CB6-03D9-A033-BA5EE01445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4513469"/>
              </p:ext>
            </p:extLst>
          </p:nvPr>
        </p:nvGraphicFramePr>
        <p:xfrm>
          <a:off x="331221" y="2361900"/>
          <a:ext cx="5366604" cy="714979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59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7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438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Prestaciones Médicas</a:t>
                      </a:r>
                      <a:endParaRPr sz="850" b="1" u="none" strike="noStrike" cap="none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mpd="sng">
                      <a:noFill/>
                      <a:prstDash val="soli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50" b="1" u="none" strike="noStrike" cap="none" dirty="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Dr.  Sergio Geovanny Guerra Rentería</a:t>
                      </a:r>
                      <a:br>
                        <a:rPr lang="es" sz="850" b="1" u="none" strike="noStrike" cap="none" dirty="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</a:br>
                      <a:r>
                        <a:rPr lang="es" sz="850" dirty="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Maestro en Gestión de Salud</a:t>
                      </a:r>
                      <a:endParaRPr sz="850" dirty="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50" dirty="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Doctorado en Salud Pública (título en  trámite) </a:t>
                      </a:r>
                      <a:endParaRPr sz="850" dirty="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50" b="1" dirty="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 Inicio</a:t>
                      </a:r>
                      <a:r>
                        <a:rPr lang="es" sz="850" b="1" u="none" strike="noStrike" cap="none" dirty="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 del cargo:</a:t>
                      </a:r>
                      <a:r>
                        <a:rPr lang="es" sz="850" u="none" strike="noStrike" cap="none" dirty="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 Encar</a:t>
                      </a:r>
                      <a:r>
                        <a:rPr lang="es" sz="850" dirty="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go desde abril 2026</a:t>
                      </a:r>
                      <a:endParaRPr sz="85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54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Salud en el Trabajo, Prestaciones Económicas y Sociales</a:t>
                      </a:r>
                      <a:endParaRPr sz="85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mpd="sng">
                      <a:noFill/>
                      <a:prstDash val="soli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50" b="1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M.D.F</a:t>
                      </a:r>
                      <a:r>
                        <a:rPr lang="es" sz="850" b="1" u="none" strike="noStrike" cap="none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. Ricardo Marquez Aguirre</a:t>
                      </a:r>
                      <a:endParaRPr sz="850" b="1" u="none" strike="noStrike" cap="none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50" u="none" strike="noStrike" cap="none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Licenciado en Derecho</a:t>
                      </a:r>
                      <a:endParaRPr sz="85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5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del cargo:  </a:t>
                      </a:r>
                      <a:r>
                        <a:rPr lang="es" sz="850" b="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 diciembre 2014</a:t>
                      </a:r>
                      <a:endParaRPr sz="850" b="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95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Afiliación y Cobranza</a:t>
                      </a:r>
                      <a:endParaRPr sz="85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mpd="sng">
                      <a:noFill/>
                      <a:prstDash val="soli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50" b="1" u="none" strike="noStrike" cap="none" dirty="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Mtro. Javier Cruz Rivera</a:t>
                      </a:r>
                      <a:br>
                        <a:rPr lang="es" sz="850" b="1" u="none" strike="noStrike" cap="none" dirty="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</a:br>
                      <a:r>
                        <a:rPr lang="es" sz="850" u="none" strike="noStrike" cap="none" dirty="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Maestro en Derecho Fiscal</a:t>
                      </a:r>
                      <a:endParaRPr sz="85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5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del cargo</a:t>
                      </a:r>
                      <a:r>
                        <a:rPr lang="es" sz="85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 01 abril 2024</a:t>
                      </a:r>
                      <a:endParaRPr sz="85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995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Desarrollo de Personal</a:t>
                      </a:r>
                      <a:endParaRPr sz="85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mpd="sng">
                      <a:noFill/>
                      <a:prstDash val="soli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850" b="1" u="none" strike="noStrike" cap="none" dirty="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Mtra. </a:t>
                      </a:r>
                      <a:r>
                        <a:rPr lang="es-MX" sz="850" b="1" u="none" strike="noStrike" cap="none" dirty="0" err="1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Yulsie</a:t>
                      </a:r>
                      <a:r>
                        <a:rPr lang="es-MX" sz="850" b="1" u="none" strike="noStrike" cap="none" dirty="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 Ariadna </a:t>
                      </a:r>
                      <a:r>
                        <a:rPr lang="es-MX" sz="850" b="1" u="none" strike="noStrike" cap="none" dirty="0" err="1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Hoil</a:t>
                      </a:r>
                      <a:r>
                        <a:rPr lang="es-MX" sz="850" b="1" u="none" strike="noStrike" cap="none" dirty="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 Marrufo</a:t>
                      </a:r>
                      <a:br>
                        <a:rPr lang="es" sz="850" b="1" u="none" strike="noStrike" cap="none" dirty="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</a:br>
                      <a:r>
                        <a:rPr lang="es" sz="850" b="0" u="none" strike="noStrike" cap="none" dirty="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Maestra en Derecho Penal</a:t>
                      </a:r>
                      <a:endParaRPr sz="850" b="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5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del encargo:</a:t>
                      </a:r>
                      <a:r>
                        <a:rPr lang="es" sz="85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16 de junio 2026.</a:t>
                      </a:r>
                      <a:endParaRPr sz="85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45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Finanzas</a:t>
                      </a:r>
                      <a:endParaRPr sz="85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mpd="sng">
                      <a:noFill/>
                      <a:prstDash val="soli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50" b="1" u="none" strike="noStrike" cap="none" dirty="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Mtra. Lorena Edith Castro Díaz del Castillo</a:t>
                      </a:r>
                      <a:br>
                        <a:rPr lang="es" sz="850" b="1" u="none" strike="noStrike" cap="none" dirty="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</a:br>
                      <a:r>
                        <a:rPr lang="es" sz="850" u="none" strike="noStrike" cap="none" dirty="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Maestra en Ciencias</a:t>
                      </a:r>
                      <a:endParaRPr sz="85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5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del cargo:</a:t>
                      </a:r>
                      <a:r>
                        <a:rPr lang="es" sz="85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16 marzo 2021</a:t>
                      </a:r>
                      <a:endParaRPr sz="85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74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Administrativos</a:t>
                      </a:r>
                      <a:endParaRPr sz="85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mpd="sng">
                      <a:noFill/>
                      <a:prstDash val="soli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50" b="1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Ing. Gerardo Méndez García</a:t>
                      </a:r>
                      <a:endParaRPr sz="850" b="1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5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Licenciado en Ingenieria Civil </a:t>
                      </a:r>
                      <a:br>
                        <a:rPr lang="es" sz="850" b="1" u="none" strike="noStrike" cap="none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</a:br>
                      <a:r>
                        <a:rPr lang="es" sz="85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del cargo:</a:t>
                      </a:r>
                      <a:r>
                        <a:rPr lang="es" sz="8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s" sz="85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Encargo desde </a:t>
                      </a:r>
                      <a:r>
                        <a:rPr lang="es" sz="8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abril </a:t>
                      </a:r>
                      <a:r>
                        <a:rPr lang="es" sz="8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2026</a:t>
                      </a:r>
                      <a:endParaRPr sz="85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854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Jurídicos</a:t>
                      </a:r>
                      <a:endParaRPr sz="85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mpd="sng">
                      <a:noFill/>
                      <a:prstDash val="soli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50" b="1" u="none" strike="noStrike" cap="none" dirty="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Lic. Jesús Pérez Ortega</a:t>
                      </a:r>
                      <a:br>
                        <a:rPr lang="es" sz="850" b="1" u="none" strike="noStrike" cap="none" dirty="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</a:br>
                      <a:r>
                        <a:rPr lang="es" sz="850" u="none" strike="noStrike" cap="none" dirty="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Licenciado en Derecho</a:t>
                      </a:r>
                      <a:endParaRPr sz="85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5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del cargo: 01 </a:t>
                      </a:r>
                      <a:r>
                        <a:rPr lang="es" sz="850" b="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marzo</a:t>
                      </a:r>
                      <a:r>
                        <a:rPr lang="es" sz="85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s" sz="850" u="none" strike="noStrike" cap="none" dirty="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2023</a:t>
                      </a:r>
                      <a:r>
                        <a:rPr lang="es" sz="85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85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48543"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5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Secretaria General </a:t>
                      </a:r>
                      <a:br>
                        <a:rPr lang="es" sz="85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85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la Sección XXXIV</a:t>
                      </a:r>
                      <a:endParaRPr sz="85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mpd="sng">
                      <a:noFill/>
                      <a:prstDash val="soli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L.A.E. Kenya Isabel León Peniche</a:t>
                      </a:r>
                      <a:endParaRPr sz="85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5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Licenciada Administración Empresas</a:t>
                      </a:r>
                      <a:endParaRPr sz="85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5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del cargo:</a:t>
                      </a:r>
                      <a:r>
                        <a:rPr lang="es" sz="85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 16 marzo 2023 </a:t>
                      </a:r>
                      <a:endParaRPr sz="85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9" name="Google Shape;72;p15">
            <a:extLst>
              <a:ext uri="{FF2B5EF4-FFF2-40B4-BE49-F238E27FC236}">
                <a16:creationId xmlns:a16="http://schemas.microsoft.com/office/drawing/2014/main" id="{2A46DE90-80E9-6F72-98A8-D441B72118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51200" y="4946378"/>
            <a:ext cx="850086" cy="876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3;p15">
            <a:extLst>
              <a:ext uri="{FF2B5EF4-FFF2-40B4-BE49-F238E27FC236}">
                <a16:creationId xmlns:a16="http://schemas.microsoft.com/office/drawing/2014/main" id="{44ABB6E2-3FC4-4D26-AEB9-51B20B00C3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15661" b="30445"/>
          <a:stretch>
            <a:fillRect/>
          </a:stretch>
        </p:blipFill>
        <p:spPr>
          <a:xfrm>
            <a:off x="5551200" y="7720368"/>
            <a:ext cx="766786" cy="846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74;p15">
            <a:extLst>
              <a:ext uri="{FF2B5EF4-FFF2-40B4-BE49-F238E27FC236}">
                <a16:creationId xmlns:a16="http://schemas.microsoft.com/office/drawing/2014/main" id="{C281D396-187E-72CC-BC7C-C93B48453D4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1" b="-3192"/>
          <a:stretch>
            <a:fillRect/>
          </a:stretch>
        </p:blipFill>
        <p:spPr>
          <a:xfrm>
            <a:off x="5561277" y="8665291"/>
            <a:ext cx="756709" cy="846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75;p15">
            <a:extLst>
              <a:ext uri="{FF2B5EF4-FFF2-40B4-BE49-F238E27FC236}">
                <a16:creationId xmlns:a16="http://schemas.microsoft.com/office/drawing/2014/main" id="{2F9CD38C-1B84-952B-7801-168B6E8857EC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3089" y="767087"/>
            <a:ext cx="1167861" cy="13806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pic>
      <p:pic>
        <p:nvPicPr>
          <p:cNvPr id="13" name="Google Shape;76;p15">
            <a:extLst>
              <a:ext uri="{FF2B5EF4-FFF2-40B4-BE49-F238E27FC236}">
                <a16:creationId xmlns:a16="http://schemas.microsoft.com/office/drawing/2014/main" id="{CB17A7A2-82E5-795A-F3F1-A2BE62C98B0E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rcRect l="18147" t="2210" r="19488" b="28570"/>
          <a:stretch>
            <a:fillRect/>
          </a:stretch>
        </p:blipFill>
        <p:spPr>
          <a:xfrm>
            <a:off x="5551200" y="6725389"/>
            <a:ext cx="790999" cy="896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77;p15">
            <a:extLst>
              <a:ext uri="{FF2B5EF4-FFF2-40B4-BE49-F238E27FC236}">
                <a16:creationId xmlns:a16="http://schemas.microsoft.com/office/drawing/2014/main" id="{6F2010B9-48C4-583F-CD98-33AB31AF22E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14748" t="11128" r="14818" b="26629"/>
          <a:stretch>
            <a:fillRect/>
          </a:stretch>
        </p:blipFill>
        <p:spPr>
          <a:xfrm>
            <a:off x="5520061" y="2343910"/>
            <a:ext cx="716728" cy="816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78;p15">
            <a:extLst>
              <a:ext uri="{FF2B5EF4-FFF2-40B4-BE49-F238E27FC236}">
                <a16:creationId xmlns:a16="http://schemas.microsoft.com/office/drawing/2014/main" id="{0E6143C5-2AD7-FC25-A166-F69DCCA7DC7E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551200" y="3205938"/>
            <a:ext cx="758101" cy="794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67;p15" title="WhatsApp Image 2026-01-20 at 10.33.48.jpeg">
            <a:extLst>
              <a:ext uri="{FF2B5EF4-FFF2-40B4-BE49-F238E27FC236}">
                <a16:creationId xmlns:a16="http://schemas.microsoft.com/office/drawing/2014/main" id="{89DC5218-BACD-985C-804E-E41552464F0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 l="15163" t="-1573" r="20521" b="15346"/>
          <a:stretch>
            <a:fillRect/>
          </a:stretch>
        </p:blipFill>
        <p:spPr>
          <a:xfrm>
            <a:off x="5520061" y="5811612"/>
            <a:ext cx="853276" cy="8191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4059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54%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059799" y="2526737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/>
              <a:t>1,145,563</a:t>
            </a:r>
            <a:br>
              <a:rPr dirty="0"/>
            </a:br>
            <a:r>
              <a:rPr dirty="0"/>
              <a:t>54%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8256" y="2526737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446800" y="2709901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4778574" y="4262402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212,055</a:t>
            </a:r>
            <a:br/>
            <a:r>
              <a:t>10%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9740" y="4298799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3190200" y="42732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-137515" y="1603798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/>
              <a:t>772,462</a:t>
            </a:r>
            <a:br>
              <a:rPr dirty="0"/>
            </a:br>
            <a:r>
              <a:rPr dirty="0"/>
              <a:t>36%</a:t>
            </a:r>
          </a:p>
        </p:txBody>
      </p:sp>
      <p:pic>
        <p:nvPicPr>
          <p:cNvPr id="125" name="Picture 124" descr="2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969" y="1603799"/>
            <a:ext cx="124703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2360299" y="1794597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4720831" y="1020602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 err="1"/>
              <a:t>Otros</a:t>
            </a:r>
            <a:br>
              <a:rPr dirty="0"/>
            </a:br>
            <a:r>
              <a:rPr dirty="0"/>
              <a:t>11,002</a:t>
            </a:r>
            <a:br>
              <a:rPr dirty="0"/>
            </a:br>
            <a:r>
              <a:rPr dirty="0"/>
              <a:t>0.51%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831" y="1099499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4685800" y="12312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2,141,082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9507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mayo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6588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8136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972,330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1,145,563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577,424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725,232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447,348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527,592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32,803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20,741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79,806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128,994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77,510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125,580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394,906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420,331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209,748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194,502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88,454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857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732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3,626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5,111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2031909799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3_qro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211197"/>
              </p:ext>
            </p:extLst>
          </p:nvPr>
        </p:nvGraphicFramePr>
        <p:xfrm>
          <a:off x="1706400" y="6854400"/>
          <a:ext cx="4359600" cy="12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5</a:t>
                      </a:r>
                      <a:r>
                        <a:rPr lang="es-MX" sz="1000" dirty="0">
                          <a:latin typeface="Montserrat"/>
                        </a:rPr>
                        <a:t>23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5</a:t>
                      </a:r>
                      <a:r>
                        <a:rPr lang="es-MX" sz="1000" dirty="0">
                          <a:latin typeface="Montserrat"/>
                        </a:rPr>
                        <a:t>23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298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954000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¹ Incluye 9 UMF y no incluye 8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774000"/>
            <a:ext cx="17136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</a:t>
            </a:r>
            <a:r>
              <a:rPr dirty="0"/>
              <a:t>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225;g3d0b4d3c5c9_0_66">
            <a:extLst>
              <a:ext uri="{FF2B5EF4-FFF2-40B4-BE49-F238E27FC236}">
                <a16:creationId xmlns:a16="http://schemas.microsoft.com/office/drawing/2014/main" id="{D8C2A735-074A-55C8-3F59-031D3FB649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7303528"/>
              </p:ext>
            </p:extLst>
          </p:nvPr>
        </p:nvGraphicFramePr>
        <p:xfrm>
          <a:off x="28685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Clínica de la avenida </a:t>
                      </a: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</a:rPr>
                        <a:t>Chapultepec Chetumal, Quintana Roo</a:t>
                      </a:r>
                      <a:endParaRPr sz="1800" b="1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231;g3d0b4d3c5c9_0_66">
            <a:extLst>
              <a:ext uri="{FF2B5EF4-FFF2-40B4-BE49-F238E27FC236}">
                <a16:creationId xmlns:a16="http://schemas.microsoft.com/office/drawing/2014/main" id="{0E1F6321-2C00-1327-744A-E336BB645B4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304" y="2178517"/>
            <a:ext cx="3238894" cy="24031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6D3A16D-EFF4-3DC6-9694-CE9F2FEEBB24}"/>
              </a:ext>
            </a:extLst>
          </p:cNvPr>
          <p:cNvSpPr txBox="1"/>
          <p:nvPr/>
        </p:nvSpPr>
        <p:spPr>
          <a:xfrm>
            <a:off x="3495260" y="1880810"/>
            <a:ext cx="3889512" cy="31444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comenzó a operar el 15 de agosto de 1958, con la afiliación de trabajadores en Chetumal, y el 21 de noviembre de 1958 comenzaron formalmente los servicios médicos.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esta primera etapa, el Instituto operó como Subdelegación de Yucatán y las consultas se otorgaban bajo un esquema de subrogación, utilizando hospitales locales, con atención de medicina general y urgencias básicas.</a:t>
            </a: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  <a:hlinkClick r:id="rId5"/>
              </a:rPr>
              <a:t> </a:t>
            </a:r>
            <a:endParaRPr lang="es-ES" sz="120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/>
              </a:rPr>
              <a:t>El primer hospital del IMSS en Quintana Roo se consolidó a partir de la Clínica de la avenida Chapultepec, en Chetumal, que inició operaciones en 1959 y fue inaugurada </a:t>
            </a:r>
            <a:r>
              <a:rPr lang="es-ES" sz="1200" b="0" i="0" u="none" strike="noStrike">
                <a:solidFill>
                  <a:srgbClr val="000000"/>
                </a:solidFill>
                <a:effectLst/>
                <a:latin typeface="Montserrat"/>
              </a:rPr>
              <a:t>oficialmente en 1961</a:t>
            </a:r>
            <a:r>
              <a:rPr lang="es-ES" sz="1200">
                <a:latin typeface="Montserrat"/>
              </a:rPr>
              <a:t> como HGZMF 1 Chetumal</a:t>
            </a: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/>
              </a:rPr>
              <a:t>.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23_QUINTANA_RO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022139"/>
              </p:ext>
            </p:extLst>
          </p:nvPr>
        </p:nvGraphicFramePr>
        <p:xfrm>
          <a:off x="75600" y="6476399"/>
          <a:ext cx="7650000" cy="21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 Chetumal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  <a:r>
                        <a:rPr lang="es-MX" dirty="0"/>
                        <a:t>7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 Cozumel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1979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 Cancún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HGP 7 Puerto Juárez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1995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17 Cancún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2007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18 Playa del Carmen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2010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105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  <a:r>
                        <a:rPr lang="es-MX" dirty="0"/>
                        <a:t>23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82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/>
              <a:t>¹Incluye salas de </a:t>
            </a:r>
            <a:r>
              <a:rPr dirty="0" err="1"/>
              <a:t>quirófano</a:t>
            </a:r>
            <a:r>
              <a:rPr dirty="0"/>
              <a:t>, salas </a:t>
            </a:r>
            <a:r>
              <a:rPr dirty="0" err="1"/>
              <a:t>híbridas</a:t>
            </a:r>
            <a:r>
              <a:rPr dirty="0"/>
              <a:t> y salas </a:t>
            </a:r>
            <a:r>
              <a:rPr dirty="0" err="1"/>
              <a:t>mixtas</a:t>
            </a:r>
            <a:r>
              <a:rPr dirty="0"/>
              <a:t>, no </a:t>
            </a:r>
            <a:r>
              <a:rPr dirty="0" err="1"/>
              <a:t>considera</a:t>
            </a:r>
            <a:r>
              <a:rPr dirty="0"/>
              <a:t> salas de </a:t>
            </a:r>
            <a:r>
              <a:rPr dirty="0" err="1"/>
              <a:t>tococirugía</a:t>
            </a:r>
            <a:r>
              <a:rPr dirty="0"/>
              <a:t> y </a:t>
            </a:r>
            <a:r>
              <a:rPr dirty="0" err="1"/>
              <a:t>expulsión</a:t>
            </a:r>
            <a:r>
              <a:rPr dirty="0"/>
              <a:t>.</a:t>
            </a:r>
            <a:br>
              <a:rPr dirty="0"/>
            </a:br>
            <a:r>
              <a:rPr dirty="0"/>
              <a:t>Fuente: Cédula de </a:t>
            </a:r>
            <a:r>
              <a:rPr dirty="0" err="1"/>
              <a:t>actualización</a:t>
            </a:r>
            <a:r>
              <a:rPr dirty="0"/>
              <a:t> de variables </a:t>
            </a:r>
            <a:r>
              <a:rPr dirty="0" err="1"/>
              <a:t>seleccionados</a:t>
            </a:r>
            <a:r>
              <a:rPr dirty="0"/>
              <a:t> del IFU </a:t>
            </a:r>
            <a:r>
              <a:rPr dirty="0" err="1"/>
              <a:t>enviados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OOAD.</a:t>
            </a:r>
            <a:br>
              <a:rPr dirty="0"/>
            </a:b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</a:t>
            </a:r>
            <a:r>
              <a:rPr dirty="0"/>
              <a:t>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B19D4341-1432-1C12-3EAD-C56FBBA86FFA}"/>
              </a:ext>
            </a:extLst>
          </p:cNvPr>
          <p:cNvGrpSpPr/>
          <p:nvPr/>
        </p:nvGrpSpPr>
        <p:grpSpPr>
          <a:xfrm>
            <a:off x="0" y="5319845"/>
            <a:ext cx="7772400" cy="3359923"/>
            <a:chOff x="0" y="5563685"/>
            <a:chExt cx="7772400" cy="3359923"/>
          </a:xfrm>
        </p:grpSpPr>
        <p:sp>
          <p:nvSpPr>
            <p:cNvPr id="12" name="Google Shape;272;g3d635d120e2_2_87">
              <a:extLst>
                <a:ext uri="{FF2B5EF4-FFF2-40B4-BE49-F238E27FC236}">
                  <a16:creationId xmlns:a16="http://schemas.microsoft.com/office/drawing/2014/main" id="{F02F79B8-8CBC-EFFB-DD09-B6B3EF39DA3D}"/>
                </a:ext>
              </a:extLst>
            </p:cNvPr>
            <p:cNvSpPr txBox="1"/>
            <p:nvPr/>
          </p:nvSpPr>
          <p:spPr>
            <a:xfrm>
              <a:off x="0" y="5563685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3" name="Google Shape;277;g3d635d120e2_2_87">
              <a:extLst>
                <a:ext uri="{FF2B5EF4-FFF2-40B4-BE49-F238E27FC236}">
                  <a16:creationId xmlns:a16="http://schemas.microsoft.com/office/drawing/2014/main" id="{E574FF6B-09CE-387C-7330-53A076BFC7B2}"/>
                </a:ext>
              </a:extLst>
            </p:cNvPr>
            <p:cNvGrpSpPr/>
            <p:nvPr/>
          </p:nvGrpSpPr>
          <p:grpSpPr>
            <a:xfrm>
              <a:off x="639462" y="7854185"/>
              <a:ext cx="2295663" cy="1015207"/>
              <a:chOff x="5187963" y="7426607"/>
              <a:chExt cx="2295663" cy="1015207"/>
            </a:xfrm>
          </p:grpSpPr>
          <p:sp>
            <p:nvSpPr>
              <p:cNvPr id="14" name="Google Shape;278;g3d635d120e2_2_87">
                <a:extLst>
                  <a:ext uri="{FF2B5EF4-FFF2-40B4-BE49-F238E27FC236}">
                    <a16:creationId xmlns:a16="http://schemas.microsoft.com/office/drawing/2014/main" id="{1F4D6E89-9947-C233-53FF-CF11F3C54D97}"/>
                  </a:ext>
                </a:extLst>
              </p:cNvPr>
              <p:cNvSpPr/>
              <p:nvPr/>
            </p:nvSpPr>
            <p:spPr>
              <a:xfrm>
                <a:off x="5290923" y="7426607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s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1</a:t>
                </a:r>
                <a:endParaRPr sz="1400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15" name="Google Shape;279;g3d635d120e2_2_87">
                <a:extLst>
                  <a:ext uri="{FF2B5EF4-FFF2-40B4-BE49-F238E27FC236}">
                    <a16:creationId xmlns:a16="http://schemas.microsoft.com/office/drawing/2014/main" id="{708EF55A-EFFA-EBB7-FA29-5F95BE18F041}"/>
                  </a:ext>
                </a:extLst>
              </p:cNvPr>
              <p:cNvSpPr/>
              <p:nvPr/>
            </p:nvSpPr>
            <p:spPr>
              <a:xfrm>
                <a:off x="5745125" y="7426614"/>
                <a:ext cx="17385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i="0" u="none" strike="noStrike" cap="non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</a:t>
                </a:r>
                <a:endParaRPr sz="11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80;g3d635d120e2_2_87">
                <a:extLst>
                  <a:ext uri="{FF2B5EF4-FFF2-40B4-BE49-F238E27FC236}">
                    <a16:creationId xmlns:a16="http://schemas.microsoft.com/office/drawing/2014/main" id="{E4618E85-D8CD-5CDD-3661-F5A8EFD67B5F}"/>
                  </a:ext>
                </a:extLst>
              </p:cNvPr>
              <p:cNvSpPr txBox="1"/>
              <p:nvPr/>
            </p:nvSpPr>
            <p:spPr>
              <a:xfrm>
                <a:off x="5187963" y="7891314"/>
                <a:ext cx="2291100" cy="5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63500" lvl="0" indent="0" algn="just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" sz="1300" dirty="0">
                    <a:solidFill>
                      <a:srgbClr val="59595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HGZ18 Playa del Carmen</a:t>
                </a:r>
              </a:p>
              <a:p>
                <a:pPr marL="0" marR="63500" lvl="0" indent="0" algn="just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" sz="1300" b="1" dirty="0">
                    <a:solidFill>
                      <a:srgbClr val="595959"/>
                    </a:solidFill>
                    <a:latin typeface="Montserrat"/>
                    <a:ea typeface="Noto Sans"/>
                    <a:cs typeface="Noto Sans"/>
                    <a:sym typeface="Montserrat"/>
                  </a:rPr>
                  <a:t>$4.3 mdp</a:t>
                </a:r>
                <a:endParaRPr sz="1050" b="1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marL="0" lvl="0" indent="0" algn="just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0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17" name="Google Shape;281;g3d635d120e2_2_87">
              <a:extLst>
                <a:ext uri="{FF2B5EF4-FFF2-40B4-BE49-F238E27FC236}">
                  <a16:creationId xmlns:a16="http://schemas.microsoft.com/office/drawing/2014/main" id="{B813A054-1A15-ABCF-25EE-F72A53E5A45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3449" y="6455048"/>
              <a:ext cx="2382547" cy="14664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Google Shape;283;g3d635d120e2_2_87">
              <a:extLst>
                <a:ext uri="{FF2B5EF4-FFF2-40B4-BE49-F238E27FC236}">
                  <a16:creationId xmlns:a16="http://schemas.microsoft.com/office/drawing/2014/main" id="{A4B01364-AC45-1381-8E22-FB7474B7E741}"/>
                </a:ext>
              </a:extLst>
            </p:cNvPr>
            <p:cNvSpPr/>
            <p:nvPr/>
          </p:nvSpPr>
          <p:spPr>
            <a:xfrm>
              <a:off x="4909874" y="7941192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284;g3d635d120e2_2_87">
              <a:extLst>
                <a:ext uri="{FF2B5EF4-FFF2-40B4-BE49-F238E27FC236}">
                  <a16:creationId xmlns:a16="http://schemas.microsoft.com/office/drawing/2014/main" id="{D6A34318-FC4A-28C3-554D-85F238C8973D}"/>
                </a:ext>
              </a:extLst>
            </p:cNvPr>
            <p:cNvSpPr/>
            <p:nvPr/>
          </p:nvSpPr>
          <p:spPr>
            <a:xfrm>
              <a:off x="4407836" y="7941192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0" name="Google Shape;285;g3d635d120e2_2_87">
              <a:extLst>
                <a:ext uri="{FF2B5EF4-FFF2-40B4-BE49-F238E27FC236}">
                  <a16:creationId xmlns:a16="http://schemas.microsoft.com/office/drawing/2014/main" id="{88E1B452-A2F0-C5AB-7239-C00231546D12}"/>
                </a:ext>
              </a:extLst>
            </p:cNvPr>
            <p:cNvSpPr txBox="1"/>
            <p:nvPr/>
          </p:nvSpPr>
          <p:spPr>
            <a:xfrm>
              <a:off x="4424597" y="8294876"/>
              <a:ext cx="2577600" cy="628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18 Playa del Carmen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$29.6 mdp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21" name="Google Shape;286;g3d635d120e2_2_87">
              <a:extLst>
                <a:ext uri="{FF2B5EF4-FFF2-40B4-BE49-F238E27FC236}">
                  <a16:creationId xmlns:a16="http://schemas.microsoft.com/office/drawing/2014/main" id="{C525274C-4C28-7E26-ACDA-36621001C217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445572" y="6378858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37960"/>
              </p:ext>
            </p:extLst>
          </p:nvPr>
        </p:nvGraphicFramePr>
        <p:xfrm>
          <a:off x="93600" y="1698960"/>
          <a:ext cx="7534799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411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18 Playa del Carmen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2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17 Cancún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3</a:t>
                      </a:r>
                      <a:endParaRPr dirty="0"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Chetumal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1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Cancún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2</a:t>
                      </a:r>
                      <a:endParaRPr dirty="0"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7 Puerto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Cozumel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1</a:t>
                      </a:r>
                      <a:endParaRPr dirty="0"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4</a:t>
                      </a:r>
                      <a:endParaRPr dirty="0"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9</a:t>
                      </a:r>
                      <a:endParaRPr dirty="0"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05199" y="96696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06799" y="9568800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Proyectos</a:t>
            </a:r>
            <a:r>
              <a:rPr dirty="0"/>
              <a:t> de </a:t>
            </a:r>
            <a:r>
              <a:rPr dirty="0" err="1"/>
              <a:t>implementación</a:t>
            </a:r>
            <a:r>
              <a:rPr dirty="0"/>
              <a:t>/</a:t>
            </a:r>
            <a:r>
              <a:rPr dirty="0" err="1"/>
              <a:t>sustitución</a:t>
            </a:r>
            <a:r>
              <a:rPr dirty="0"/>
              <a:t> 2019-2025. </a:t>
            </a:r>
            <a:r>
              <a:rPr dirty="0" err="1"/>
              <a:t>Incluye</a:t>
            </a:r>
            <a:r>
              <a:rPr dirty="0"/>
              <a:t> </a:t>
            </a:r>
            <a:r>
              <a:rPr dirty="0" err="1"/>
              <a:t>equipo</a:t>
            </a:r>
            <a:r>
              <a:rPr dirty="0"/>
              <a:t> de la </a:t>
            </a:r>
            <a:r>
              <a:rPr dirty="0" err="1"/>
              <a:t>compra</a:t>
            </a:r>
            <a:r>
              <a:rPr dirty="0"/>
              <a:t> 2025-2026.</a:t>
            </a:r>
            <a:br>
              <a:rPr dirty="0"/>
            </a:br>
            <a:r>
              <a:rPr dirty="0"/>
              <a:t>Fuente: Cédula de </a:t>
            </a:r>
            <a:r>
              <a:rPr dirty="0" err="1"/>
              <a:t>actualización</a:t>
            </a:r>
            <a:r>
              <a:rPr dirty="0"/>
              <a:t> de variables </a:t>
            </a:r>
            <a:r>
              <a:rPr dirty="0" err="1"/>
              <a:t>seleccionadas</a:t>
            </a:r>
            <a:r>
              <a:rPr dirty="0"/>
              <a:t> del IFU, </a:t>
            </a:r>
            <a:r>
              <a:rPr dirty="0" err="1"/>
              <a:t>enviadas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OOAD.</a:t>
            </a:r>
            <a:br>
              <a:rPr dirty="0"/>
            </a:b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</a:t>
            </a:r>
            <a:r>
              <a:rPr dirty="0"/>
              <a:t>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0467117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7F4C0BC0-DA02-340E-332B-94160E6547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3A505D8E-F14A-228A-2F9E-BDCF0A55918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3B5DD38-D850-1E42-C16E-E6D6052C3FD9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2A023FE-D1CA-DD0B-23D9-B0B22AC81F8C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A4A2E73A-3ACB-3326-EBF8-0C2A5A731471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CuadroTexto 6">
            <a:extLst>
              <a:ext uri="{FF2B5EF4-FFF2-40B4-BE49-F238E27FC236}">
                <a16:creationId xmlns:a16="http://schemas.microsoft.com/office/drawing/2014/main" id="{E58286B2-E92B-8815-1390-B9393333CEDD}"/>
              </a:ext>
            </a:extLst>
          </p:cNvPr>
          <p:cNvSpPr txBox="1"/>
          <p:nvPr/>
        </p:nvSpPr>
        <p:spPr>
          <a:xfrm>
            <a:off x="5064096" y="8117456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CuadroTexto 8">
            <a:extLst>
              <a:ext uri="{FF2B5EF4-FFF2-40B4-BE49-F238E27FC236}">
                <a16:creationId xmlns:a16="http://schemas.microsoft.com/office/drawing/2014/main" id="{7ECC6AFF-7C4B-FCAE-250A-387A74C67506}"/>
              </a:ext>
            </a:extLst>
          </p:cNvPr>
          <p:cNvSpPr txBox="1"/>
          <p:nvPr/>
        </p:nvSpPr>
        <p:spPr>
          <a:xfrm>
            <a:off x="4701239" y="4744510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9565200"/>
            <a:ext cx="46800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Corte de información: semana 24, 7 junio 2026</a:t>
            </a:r>
            <a:br/>
            <a:r>
              <a:t>¹Las consultas de medicina familiar incluyen los hospitales con 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7488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+353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42336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+78,325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+38,616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110081"/>
              </p:ext>
            </p:extLst>
          </p:nvPr>
        </p:nvGraphicFramePr>
        <p:xfrm>
          <a:off x="144000" y="1358743"/>
          <a:ext cx="7469999" cy="182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1,455,069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78,325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664,809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1,426,224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46.6%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402,225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38,616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188,394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453,330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21,659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353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11,356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25,664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rPr dirty="0"/>
                        <a:t>44.2%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9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dirty="0"/>
              <a:t>3 UMF de lunes a </a:t>
            </a:r>
            <a:r>
              <a:rPr dirty="0" err="1"/>
              <a:t>viernes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curso:2025 (del 26 de dic de 2024 al 25 de dic de 2025).</a:t>
            </a:r>
            <a:br/>
            <a:r>
              <a:t>Corte de información: Semana 24, 7 junio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Isla Mujeres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-1,035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Pucte Río Hondo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20,331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-690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9,099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 F. Carrillo Puerto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5,194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40,922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-1,231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18,549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44,000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42.2%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666500"/>
              </p:ext>
            </p:extLst>
          </p:nvPr>
        </p:nvGraphicFramePr>
        <p:xfrm>
          <a:off x="4780800" y="26346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3354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9F2241"/>
                </a:solidFill>
                <a:latin typeface="Montserrat"/>
              </a:rPr>
              <a:t>42.2%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426984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3168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dirty="0"/>
              <a:t>44,000 </a:t>
            </a:r>
            <a:br>
              <a:rPr dirty="0"/>
            </a:br>
            <a:r>
              <a:rPr dirty="0"/>
              <a:t>Meta 2026</a:t>
            </a:r>
          </a:p>
        </p:txBody>
      </p:sp>
      <p:sp>
        <p:nvSpPr>
          <p:cNvPr id="15" name="TextBox 272">
            <a:extLst>
              <a:ext uri="{FF2B5EF4-FFF2-40B4-BE49-F238E27FC236}">
                <a16:creationId xmlns:a16="http://schemas.microsoft.com/office/drawing/2014/main" id="{6CD58453-9595-7935-A667-E817F9722A78}"/>
              </a:ext>
            </a:extLst>
          </p:cNvPr>
          <p:cNvSpPr txBox="1"/>
          <p:nvPr/>
        </p:nvSpPr>
        <p:spPr>
          <a:xfrm>
            <a:off x="101880" y="4989840"/>
            <a:ext cx="72074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rPr sz="1800" dirty="0"/>
              <a:t>6 </a:t>
            </a:r>
            <a:r>
              <a:rPr sz="1800" dirty="0" err="1"/>
              <a:t>Unidades</a:t>
            </a:r>
            <a:r>
              <a:rPr sz="1800" dirty="0"/>
              <a:t> </a:t>
            </a:r>
            <a:r>
              <a:rPr sz="1800" dirty="0" err="1"/>
              <a:t>Médicas</a:t>
            </a:r>
            <a:r>
              <a:rPr sz="1800" dirty="0"/>
              <a:t> de </a:t>
            </a:r>
            <a:r>
              <a:rPr sz="1800" dirty="0" err="1"/>
              <a:t>tiempo</a:t>
            </a:r>
            <a:r>
              <a:rPr sz="1800" dirty="0"/>
              <a:t> </a:t>
            </a:r>
            <a:r>
              <a:rPr sz="1800" dirty="0" err="1"/>
              <a:t>completo</a:t>
            </a:r>
            <a:r>
              <a:rPr sz="1800" dirty="0"/>
              <a:t> (50 </a:t>
            </a:r>
            <a:r>
              <a:rPr sz="1800" dirty="0" err="1"/>
              <a:t>consultorios</a:t>
            </a:r>
            <a:r>
              <a:rPr sz="1800" dirty="0"/>
              <a:t>)</a:t>
            </a:r>
          </a:p>
        </p:txBody>
      </p:sp>
      <p:graphicFrame>
        <p:nvGraphicFramePr>
          <p:cNvPr id="17" name="Table 277">
            <a:extLst>
              <a:ext uri="{FF2B5EF4-FFF2-40B4-BE49-F238E27FC236}">
                <a16:creationId xmlns:a16="http://schemas.microsoft.com/office/drawing/2014/main" id="{40084BF8-2F7A-4F6D-E7D8-19DB856B9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816299"/>
              </p:ext>
            </p:extLst>
          </p:nvPr>
        </p:nvGraphicFramePr>
        <p:xfrm>
          <a:off x="147601" y="5824920"/>
          <a:ext cx="7473599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11 Playa Carmen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238,894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13,106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108,857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13 Cancún Norte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217,602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96,519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14 Cancún Sur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224,619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4,068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100,725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15 Cancún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107,378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8,448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53,067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16 Cancún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203,467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13,286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92,331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19 Los Héroes de la Salud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172,300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27,254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79,488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1,164,260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71,601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530,987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1,129,000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47.0%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TextBox 273">
            <a:extLst>
              <a:ext uri="{FF2B5EF4-FFF2-40B4-BE49-F238E27FC236}">
                <a16:creationId xmlns:a16="http://schemas.microsoft.com/office/drawing/2014/main" id="{0BB93220-6B91-6902-119F-CCEC6DAB62A8}"/>
              </a:ext>
            </a:extLst>
          </p:cNvPr>
          <p:cNvSpPr txBox="1"/>
          <p:nvPr/>
        </p:nvSpPr>
        <p:spPr>
          <a:xfrm>
            <a:off x="118800" y="546624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rPr dirty="0" err="1"/>
              <a:t>Productividad</a:t>
            </a:r>
            <a:r>
              <a:rPr dirty="0"/>
              <a:t> de </a:t>
            </a:r>
            <a:r>
              <a:rPr dirty="0" err="1"/>
              <a:t>consultas</a:t>
            </a:r>
            <a:r>
              <a:rPr dirty="0"/>
              <a:t> de </a:t>
            </a:r>
            <a:r>
              <a:rPr dirty="0" err="1"/>
              <a:t>medicina</a:t>
            </a:r>
            <a:r>
              <a:rPr dirty="0"/>
              <a:t> familiar 2025-2026</a:t>
            </a:r>
          </a:p>
        </p:txBody>
      </p:sp>
      <p:cxnSp>
        <p:nvCxnSpPr>
          <p:cNvPr id="20" name="Connector 6">
            <a:extLst>
              <a:ext uri="{FF2B5EF4-FFF2-40B4-BE49-F238E27FC236}">
                <a16:creationId xmlns:a16="http://schemas.microsoft.com/office/drawing/2014/main" id="{2A6821A0-7C56-DBD4-1EFB-60721A5F7B4B}"/>
              </a:ext>
            </a:extLst>
          </p:cNvPr>
          <p:cNvCxnSpPr/>
          <p:nvPr/>
        </p:nvCxnSpPr>
        <p:spPr>
          <a:xfrm>
            <a:off x="147600" y="546624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76">
            <a:extLst>
              <a:ext uri="{FF2B5EF4-FFF2-40B4-BE49-F238E27FC236}">
                <a16:creationId xmlns:a16="http://schemas.microsoft.com/office/drawing/2014/main" id="{8F026BC1-E57F-F184-DA23-21A115D220BA}"/>
              </a:ext>
            </a:extLst>
          </p:cNvPr>
          <p:cNvSpPr txBox="1"/>
          <p:nvPr/>
        </p:nvSpPr>
        <p:spPr>
          <a:xfrm>
            <a:off x="1854000" y="764088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rPr dirty="0"/>
              <a:t>de las </a:t>
            </a:r>
            <a:r>
              <a:rPr dirty="0" err="1"/>
              <a:t>consultas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2025 </a:t>
            </a:r>
            <a:r>
              <a:rPr dirty="0" err="1"/>
              <a:t>fueron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fin de </a:t>
            </a:r>
            <a:r>
              <a:rPr dirty="0" err="1"/>
              <a:t>semana</a:t>
            </a:r>
            <a:r>
              <a:rPr dirty="0"/>
              <a:t> (293,430 </a:t>
            </a:r>
            <a:r>
              <a:rPr dirty="0" err="1"/>
              <a:t>consultas</a:t>
            </a:r>
            <a:r>
              <a:rPr dirty="0"/>
              <a:t>)</a:t>
            </a:r>
          </a:p>
        </p:txBody>
      </p:sp>
      <p:graphicFrame>
        <p:nvGraphicFramePr>
          <p:cNvPr id="24" name="Chart 278">
            <a:extLst>
              <a:ext uri="{FF2B5EF4-FFF2-40B4-BE49-F238E27FC236}">
                <a16:creationId xmlns:a16="http://schemas.microsoft.com/office/drawing/2014/main" id="{16016C62-C4B5-05FB-8653-DFD6D1F1A9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424436"/>
              </p:ext>
            </p:extLst>
          </p:nvPr>
        </p:nvGraphicFramePr>
        <p:xfrm>
          <a:off x="298800" y="7410360"/>
          <a:ext cx="1555200" cy="15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6" name="TextBox 279">
            <a:extLst>
              <a:ext uri="{FF2B5EF4-FFF2-40B4-BE49-F238E27FC236}">
                <a16:creationId xmlns:a16="http://schemas.microsoft.com/office/drawing/2014/main" id="{CFA1C50E-E42C-DC2A-D5AB-61DDE4AD989C}"/>
              </a:ext>
            </a:extLst>
          </p:cNvPr>
          <p:cNvSpPr txBox="1"/>
          <p:nvPr/>
        </p:nvSpPr>
        <p:spPr>
          <a:xfrm>
            <a:off x="298800" y="8167495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9F2241"/>
                </a:solidFill>
                <a:latin typeface="Montserrat"/>
              </a:rPr>
              <a:t>25%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DD978A4-9DE8-13AB-2622-3BC2E06335A1}"/>
              </a:ext>
            </a:extLst>
          </p:cNvPr>
          <p:cNvSpPr txBox="1"/>
          <p:nvPr/>
        </p:nvSpPr>
        <p:spPr>
          <a:xfrm>
            <a:off x="4375892" y="7983739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Sin unidades médicas propuestas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6708007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9945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rPr dirty="0" err="1"/>
              <a:t>Productividad</a:t>
            </a:r>
            <a:r>
              <a:rPr dirty="0"/>
              <a:t> de </a:t>
            </a:r>
            <a:r>
              <a:rPr dirty="0" err="1"/>
              <a:t>consultas</a:t>
            </a:r>
            <a:r>
              <a:rPr dirty="0"/>
              <a:t> de </a:t>
            </a:r>
            <a:r>
              <a:rPr dirty="0" err="1"/>
              <a:t>especialidad</a:t>
            </a:r>
            <a:r>
              <a:rPr dirty="0"/>
              <a:t>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55252" y="9520872"/>
            <a:ext cx="74736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/>
              <a:t>No </a:t>
            </a:r>
            <a:r>
              <a:rPr dirty="0" err="1"/>
              <a:t>incluye</a:t>
            </a:r>
            <a:r>
              <a:rPr dirty="0"/>
              <a:t> la </a:t>
            </a:r>
            <a:r>
              <a:rPr dirty="0" err="1"/>
              <a:t>productividad</a:t>
            </a:r>
            <a:r>
              <a:rPr dirty="0"/>
              <a:t> de </a:t>
            </a:r>
            <a:r>
              <a:rPr dirty="0" err="1"/>
              <a:t>especialidad</a:t>
            </a:r>
            <a:r>
              <a:rPr dirty="0"/>
              <a:t> </a:t>
            </a:r>
            <a:r>
              <a:rPr dirty="0" err="1"/>
              <a:t>generada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UMF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HR. En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año</a:t>
            </a:r>
            <a:r>
              <a:rPr dirty="0"/>
              <a:t> 2025 no </a:t>
            </a:r>
            <a:r>
              <a:rPr dirty="0" err="1"/>
              <a:t>incluye</a:t>
            </a:r>
            <a:r>
              <a:rPr dirty="0"/>
              <a:t> </a:t>
            </a:r>
            <a:r>
              <a:rPr dirty="0" err="1"/>
              <a:t>información</a:t>
            </a:r>
            <a:r>
              <a:rPr dirty="0"/>
              <a:t> de HR y UMR.</a:t>
            </a:r>
            <a:br>
              <a:rPr dirty="0"/>
            </a:br>
            <a:r>
              <a:rPr dirty="0"/>
              <a:t>El </a:t>
            </a:r>
            <a:r>
              <a:rPr dirty="0" err="1"/>
              <a:t>año</a:t>
            </a:r>
            <a:r>
              <a:rPr dirty="0"/>
              <a:t> de </a:t>
            </a:r>
            <a:r>
              <a:rPr dirty="0" err="1"/>
              <a:t>proceso</a:t>
            </a:r>
            <a:r>
              <a:rPr dirty="0"/>
              <a:t> </a:t>
            </a:r>
            <a:r>
              <a:rPr dirty="0" err="1"/>
              <a:t>inicia</a:t>
            </a:r>
            <a:r>
              <a:rPr dirty="0"/>
              <a:t> del 26 de </a:t>
            </a:r>
            <a:r>
              <a:rPr dirty="0" err="1"/>
              <a:t>diciembre</a:t>
            </a:r>
            <a:r>
              <a:rPr dirty="0"/>
              <a:t> del </a:t>
            </a:r>
            <a:r>
              <a:rPr dirty="0" err="1"/>
              <a:t>año</a:t>
            </a:r>
            <a:r>
              <a:rPr dirty="0"/>
              <a:t> anterior al 25 de </a:t>
            </a:r>
            <a:r>
              <a:rPr dirty="0" err="1"/>
              <a:t>diciembre</a:t>
            </a:r>
            <a:r>
              <a:rPr dirty="0"/>
              <a:t> del </a:t>
            </a:r>
            <a:r>
              <a:rPr dirty="0" err="1"/>
              <a:t>año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curso:2025 (del 26 de </a:t>
            </a:r>
            <a:r>
              <a:rPr dirty="0" err="1"/>
              <a:t>dic</a:t>
            </a:r>
            <a:r>
              <a:rPr dirty="0"/>
              <a:t> de 2024 al 25 de </a:t>
            </a:r>
            <a:r>
              <a:rPr dirty="0" err="1"/>
              <a:t>dic</a:t>
            </a:r>
            <a:r>
              <a:rPr dirty="0"/>
              <a:t> de 2025). </a:t>
            </a:r>
            <a:endParaRPr lang="es-MX" dirty="0"/>
          </a:p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lang="es-MX" dirty="0"/>
              <a:t>Sólo se consideran cirugías principales.</a:t>
            </a:r>
          </a:p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Semana: 24, 7 </a:t>
            </a:r>
            <a:r>
              <a:rPr dirty="0" err="1"/>
              <a:t>junio</a:t>
            </a:r>
            <a:r>
              <a:rPr dirty="0"/>
              <a:t>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704694"/>
              </p:ext>
            </p:extLst>
          </p:nvPr>
        </p:nvGraphicFramePr>
        <p:xfrm>
          <a:off x="144000" y="1367001"/>
          <a:ext cx="7340399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915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10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17 Cancún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174,162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81,512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10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18 Playa del Carmen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81,242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38,357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85,410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10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Cancún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30,189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78,840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10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7 Puerto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19,950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9,542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10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Chetumal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21,589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62,050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10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Cozumel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16,953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2,369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10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402,225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38,616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188,394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453,330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41.6%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221520"/>
              </p:ext>
            </p:extLst>
          </p:nvPr>
        </p:nvGraphicFramePr>
        <p:xfrm>
          <a:off x="4780800" y="3364440"/>
          <a:ext cx="1800000" cy="14803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5222180" y="3925826"/>
            <a:ext cx="91723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dirty="0">
                <a:solidFill>
                  <a:srgbClr val="9F2241"/>
                </a:solidFill>
                <a:latin typeface="Montserrat"/>
              </a:rPr>
              <a:t>41.6%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98819" y="4669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3552800"/>
            <a:ext cx="2854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sz="2800" dirty="0"/>
              <a:t>453,330 </a:t>
            </a:r>
            <a:br>
              <a:rPr sz="2800" dirty="0"/>
            </a:br>
            <a:r>
              <a:rPr sz="2800" dirty="0"/>
              <a:t>Meta 2026</a:t>
            </a:r>
          </a:p>
        </p:txBody>
      </p:sp>
      <p:graphicFrame>
        <p:nvGraphicFramePr>
          <p:cNvPr id="3" name="Google Shape;230;g370e87ffe7a_2_137">
            <a:extLst>
              <a:ext uri="{FF2B5EF4-FFF2-40B4-BE49-F238E27FC236}">
                <a16:creationId xmlns:a16="http://schemas.microsoft.com/office/drawing/2014/main" id="{69A39043-2FAA-8254-B2D9-7EA0512ECA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2220210"/>
              </p:ext>
            </p:extLst>
          </p:nvPr>
        </p:nvGraphicFramePr>
        <p:xfrm>
          <a:off x="143502" y="494085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232">
            <a:extLst>
              <a:ext uri="{FF2B5EF4-FFF2-40B4-BE49-F238E27FC236}">
                <a16:creationId xmlns:a16="http://schemas.microsoft.com/office/drawing/2014/main" id="{470279DD-440B-20D1-6FAB-B28C2C15C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452098"/>
              </p:ext>
            </p:extLst>
          </p:nvPr>
        </p:nvGraphicFramePr>
        <p:xfrm>
          <a:off x="192599" y="5431450"/>
          <a:ext cx="7340399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01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67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17 Cancún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67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18 Playa del Carmen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2,532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67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7 Puerto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1,523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67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Cozumel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67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Chetumal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67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Cancún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2,573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1,221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6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21,659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11,356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25,664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44.2%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236">
            <a:extLst>
              <a:ext uri="{FF2B5EF4-FFF2-40B4-BE49-F238E27FC236}">
                <a16:creationId xmlns:a16="http://schemas.microsoft.com/office/drawing/2014/main" id="{96692828-9754-65E4-E723-28E7417FEC00}"/>
              </a:ext>
            </a:extLst>
          </p:cNvPr>
          <p:cNvSpPr txBox="1"/>
          <p:nvPr/>
        </p:nvSpPr>
        <p:spPr>
          <a:xfrm>
            <a:off x="730799" y="7878114"/>
            <a:ext cx="2854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sz="2800" dirty="0"/>
              <a:t>25,664 </a:t>
            </a:r>
            <a:br>
              <a:rPr sz="2800" dirty="0"/>
            </a:br>
            <a:r>
              <a:rPr sz="2800" dirty="0"/>
              <a:t>Meta 2026</a:t>
            </a:r>
          </a:p>
        </p:txBody>
      </p:sp>
      <p:graphicFrame>
        <p:nvGraphicFramePr>
          <p:cNvPr id="9" name="Chart 236">
            <a:extLst>
              <a:ext uri="{FF2B5EF4-FFF2-40B4-BE49-F238E27FC236}">
                <a16:creationId xmlns:a16="http://schemas.microsoft.com/office/drawing/2014/main" id="{883243C8-FF1A-4504-3D9C-EDF39322C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453981"/>
              </p:ext>
            </p:extLst>
          </p:nvPr>
        </p:nvGraphicFramePr>
        <p:xfrm>
          <a:off x="4971300" y="7718017"/>
          <a:ext cx="1800000" cy="14803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Box 237">
            <a:extLst>
              <a:ext uri="{FF2B5EF4-FFF2-40B4-BE49-F238E27FC236}">
                <a16:creationId xmlns:a16="http://schemas.microsoft.com/office/drawing/2014/main" id="{88128954-BDC3-2663-9317-E3742B7FE86C}"/>
              </a:ext>
            </a:extLst>
          </p:cNvPr>
          <p:cNvSpPr txBox="1"/>
          <p:nvPr/>
        </p:nvSpPr>
        <p:spPr>
          <a:xfrm>
            <a:off x="5381423" y="8278897"/>
            <a:ext cx="97975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dirty="0">
                <a:solidFill>
                  <a:srgbClr val="9F2241"/>
                </a:solidFill>
                <a:latin typeface="Montserrat"/>
              </a:rPr>
              <a:t>4</a:t>
            </a:r>
            <a:r>
              <a:rPr lang="es-MX" sz="2000" b="1" dirty="0">
                <a:solidFill>
                  <a:srgbClr val="9F2241"/>
                </a:solidFill>
                <a:latin typeface="Montserrat"/>
              </a:rPr>
              <a:t>4.2</a:t>
            </a:r>
            <a:r>
              <a:rPr sz="2000" b="1" dirty="0">
                <a:solidFill>
                  <a:srgbClr val="9F2241"/>
                </a:solidFill>
                <a:latin typeface="Montserrat"/>
              </a:rPr>
              <a:t>%</a:t>
            </a:r>
          </a:p>
        </p:txBody>
      </p:sp>
      <p:sp>
        <p:nvSpPr>
          <p:cNvPr id="13" name="TextBox 238">
            <a:extLst>
              <a:ext uri="{FF2B5EF4-FFF2-40B4-BE49-F238E27FC236}">
                <a16:creationId xmlns:a16="http://schemas.microsoft.com/office/drawing/2014/main" id="{FC19DBCE-9D5A-E27A-C24C-4C5021A0AC09}"/>
              </a:ext>
            </a:extLst>
          </p:cNvPr>
          <p:cNvSpPr txBox="1"/>
          <p:nvPr/>
        </p:nvSpPr>
        <p:spPr>
          <a:xfrm>
            <a:off x="5002300" y="9001503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123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34 en Hospitales, 1 en sede, 6 en UMF y 82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19945"/>
            <a:ext cx="339868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34 </a:t>
            </a:r>
            <a:r>
              <a:rPr lang="es-MX" err="1"/>
              <a:t>en</a:t>
            </a:r>
            <a:r>
              <a:t> </a:t>
            </a:r>
            <a:r>
              <a:rPr lang="es-MX" err="1"/>
              <a:t>Hospitales</a:t>
            </a:r>
            <a:r>
              <a:rPr lang="es-MX"/>
              <a:t> (1 de 2)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208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1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067999"/>
          <a:ext cx="3456000" cy="206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067999"/>
          <a:ext cx="3456000" cy="206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6479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64799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Gineco-pediatría/mf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3959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123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32345"/>
            <a:ext cx="386355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1 </a:t>
            </a:r>
            <a:r>
              <a:rPr dirty="0" err="1"/>
              <a:t>Sede</a:t>
            </a:r>
            <a:r>
              <a:rPr dirty="0"/>
              <a:t> </a:t>
            </a:r>
            <a:r>
              <a:rPr dirty="0" err="1"/>
              <a:t>delegacional</a:t>
            </a:r>
            <a:r>
              <a:rPr lang="es-MX"/>
              <a:t> (2 de 2)</a:t>
            </a:r>
            <a:endParaRPr dirty="0"/>
          </a:p>
        </p:txBody>
      </p:sp>
      <p:cxnSp>
        <p:nvCxnSpPr>
          <p:cNvPr id="5" name="Connector 4"/>
          <p:cNvCxnSpPr/>
          <p:nvPr/>
        </p:nvCxnSpPr>
        <p:spPr>
          <a:xfrm>
            <a:off x="360000" y="15357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340155"/>
              </p:ext>
            </p:extLst>
          </p:nvPr>
        </p:nvGraphicFramePr>
        <p:xfrm>
          <a:off x="360000" y="16458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Especialidad</a:t>
                      </a:r>
                      <a:endParaRPr dirty="0"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117599"/>
          <a:ext cx="3456000" cy="9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117599"/>
          <a:ext cx="3456000" cy="9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269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269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0000" y="5222597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82 </a:t>
            </a:r>
            <a:r>
              <a:rPr dirty="0" err="1"/>
              <a:t>especialistas</a:t>
            </a:r>
            <a:r>
              <a:rPr dirty="0"/>
              <a:t> (</a:t>
            </a:r>
            <a:r>
              <a:rPr dirty="0" err="1"/>
              <a:t>sustitutos</a:t>
            </a:r>
            <a:r>
              <a:rPr dirty="0"/>
              <a:t>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5631297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7480"/>
              </p:ext>
            </p:extLst>
          </p:nvPr>
        </p:nvGraphicFramePr>
        <p:xfrm>
          <a:off x="360000" y="5715997"/>
          <a:ext cx="3456000" cy="36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Sustitución</a:t>
                      </a:r>
                      <a:r>
                        <a:rPr dirty="0"/>
                        <a:t> 8 (</a:t>
                      </a:r>
                      <a:r>
                        <a:rPr dirty="0" err="1"/>
                        <a:t>Parte</a:t>
                      </a:r>
                      <a:r>
                        <a:rPr dirty="0"/>
                        <a:t>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Reumatología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5817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82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70000" y="10893596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FFFFFF"/>
                </a:solidFill>
                <a:latin typeface="Montserrat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QUINTANA ROO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151748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6F5528F7-DFBF-D8EB-F5C8-360B75B29343}"/>
              </a:ext>
            </a:extLst>
          </p:cNvPr>
          <p:cNvGraphicFramePr>
            <a:graphicFrameLocks noGrp="1"/>
          </p:cNvGraphicFramePr>
          <p:nvPr/>
        </p:nvGraphicFramePr>
        <p:xfrm>
          <a:off x="1008000" y="1315496"/>
          <a:ext cx="5756399" cy="73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Especialidad</a:t>
                      </a:r>
                      <a:endParaRPr dirty="0"/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94.3%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28838731-1DA3-90DB-72F0-344311BE1AE0}"/>
              </a:ext>
            </a:extLst>
          </p:cNvPr>
          <p:cNvGraphicFramePr>
            <a:graphicFrameLocks noGrp="1"/>
          </p:cNvGraphicFramePr>
          <p:nvPr/>
        </p:nvGraphicFramePr>
        <p:xfrm>
          <a:off x="1007999" y="8659496"/>
          <a:ext cx="5756399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2">
            <a:extLst>
              <a:ext uri="{FF2B5EF4-FFF2-40B4-BE49-F238E27FC236}">
                <a16:creationId xmlns:a16="http://schemas.microsoft.com/office/drawing/2014/main" id="{A27B0362-6B18-2AA6-0EC3-1F95EFCC6CC4}"/>
              </a:ext>
            </a:extLst>
          </p:cNvPr>
          <p:cNvSpPr txBox="1"/>
          <p:nvPr/>
        </p:nvSpPr>
        <p:spPr>
          <a:xfrm>
            <a:off x="2988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kumimoji="0" sz="21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Contrataciones por especialidad</a:t>
            </a:r>
          </a:p>
        </p:txBody>
      </p:sp>
    </p:spTree>
    <p:extLst>
      <p:ext uri="{BB962C8B-B14F-4D97-AF65-F5344CB8AC3E}">
        <p14:creationId xmlns:p14="http://schemas.microsoft.com/office/powerpoint/2010/main" val="3760877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FD154C63-07B8-77A8-3D76-CF7A67F79A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4137684"/>
              </p:ext>
            </p:extLst>
          </p:nvPr>
        </p:nvGraphicFramePr>
        <p:xfrm>
          <a:off x="287050" y="800187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9725" y="3813266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Corte de </a:t>
            </a:r>
            <a:r>
              <a:rPr dirty="0" err="1">
                <a:solidFill>
                  <a:schemeClr val="tx1"/>
                </a:solidFill>
              </a:rPr>
              <a:t>información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semana</a:t>
            </a:r>
            <a:r>
              <a:rPr dirty="0">
                <a:solidFill>
                  <a:schemeClr val="tx1"/>
                </a:solidFill>
              </a:rPr>
              <a:t> 24, 7 </a:t>
            </a:r>
            <a:r>
              <a:rPr dirty="0" err="1">
                <a:solidFill>
                  <a:schemeClr val="tx1"/>
                </a:solidFill>
              </a:rPr>
              <a:t>junio</a:t>
            </a:r>
            <a:r>
              <a:rPr dirty="0"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444953"/>
              </p:ext>
            </p:extLst>
          </p:nvPr>
        </p:nvGraphicFramePr>
        <p:xfrm>
          <a:off x="222900" y="1530900"/>
          <a:ext cx="363959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971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Especialidad</a:t>
                      </a:r>
                      <a:endParaRPr dirty="0"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70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1,922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70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952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14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765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70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531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70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270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380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70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270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159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270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270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270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5,758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220355"/>
              </p:ext>
            </p:extLst>
          </p:nvPr>
        </p:nvGraphicFramePr>
        <p:xfrm>
          <a:off x="3954300" y="1537000"/>
          <a:ext cx="3639599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72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623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656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623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516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37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623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122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5623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5623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5623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1,648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Google Shape;230;g370e87ffe7a_2_137">
            <a:extLst>
              <a:ext uri="{FF2B5EF4-FFF2-40B4-BE49-F238E27FC236}">
                <a16:creationId xmlns:a16="http://schemas.microsoft.com/office/drawing/2014/main" id="{F8A8B3DA-E81E-E464-BF3B-E345CA5E8F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8890498"/>
              </p:ext>
            </p:extLst>
          </p:nvPr>
        </p:nvGraphicFramePr>
        <p:xfrm>
          <a:off x="222900" y="5465657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Vive saludable, Vive feliz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232">
            <a:extLst>
              <a:ext uri="{FF2B5EF4-FFF2-40B4-BE49-F238E27FC236}">
                <a16:creationId xmlns:a16="http://schemas.microsoft.com/office/drawing/2014/main" id="{B4FBEAAD-7CEF-AD99-7449-81272730A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185860"/>
              </p:ext>
            </p:extLst>
          </p:nvPr>
        </p:nvGraphicFramePr>
        <p:xfrm>
          <a:off x="853622" y="5991561"/>
          <a:ext cx="6352206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178174308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Total de Escuelas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Escuelas visitadas</a:t>
                      </a:r>
                      <a:endParaRPr dirty="0"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Población 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Menores tamizados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788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722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191,292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101,425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2" name="TextBox 231">
            <a:extLst>
              <a:ext uri="{FF2B5EF4-FFF2-40B4-BE49-F238E27FC236}">
                <a16:creationId xmlns:a16="http://schemas.microsoft.com/office/drawing/2014/main" id="{4CDB8CE6-A13D-8375-98FE-DF3734031CF3}"/>
              </a:ext>
            </a:extLst>
          </p:cNvPr>
          <p:cNvSpPr txBox="1"/>
          <p:nvPr/>
        </p:nvSpPr>
        <p:spPr>
          <a:xfrm>
            <a:off x="667941" y="6718298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</a:t>
            </a:r>
            <a:r>
              <a:rPr lang="es-MX" dirty="0"/>
              <a:t>18</a:t>
            </a:r>
            <a:r>
              <a:rPr dirty="0"/>
              <a:t> </a:t>
            </a:r>
            <a:r>
              <a:rPr lang="es-MX" dirty="0"/>
              <a:t>junio</a:t>
            </a:r>
            <a:r>
              <a:rPr dirty="0"/>
              <a:t> 2026</a:t>
            </a:r>
          </a:p>
        </p:txBody>
      </p:sp>
      <p:graphicFrame>
        <p:nvGraphicFramePr>
          <p:cNvPr id="14" name="Table 232">
            <a:extLst>
              <a:ext uri="{FF2B5EF4-FFF2-40B4-BE49-F238E27FC236}">
                <a16:creationId xmlns:a16="http://schemas.microsoft.com/office/drawing/2014/main" id="{BB33143B-5773-5317-8430-C3CD908B0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062776"/>
              </p:ext>
            </p:extLst>
          </p:nvPr>
        </p:nvGraphicFramePr>
        <p:xfrm>
          <a:off x="1735038" y="6985482"/>
          <a:ext cx="370586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Brigadas</a:t>
                      </a:r>
                      <a:endParaRPr dirty="0"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Personal de enfermería IMSS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11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55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TextBox 231">
            <a:extLst>
              <a:ext uri="{FF2B5EF4-FFF2-40B4-BE49-F238E27FC236}">
                <a16:creationId xmlns:a16="http://schemas.microsoft.com/office/drawing/2014/main" id="{AD0452F9-EE40-FFC6-DB3F-BC67BB7AC980}"/>
              </a:ext>
            </a:extLst>
          </p:cNvPr>
          <p:cNvSpPr txBox="1"/>
          <p:nvPr/>
        </p:nvSpPr>
        <p:spPr>
          <a:xfrm>
            <a:off x="1760438" y="7657856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 lang="es-MX" dirty="0"/>
              <a:t>En cada brigada participan 5 personas del IMSS.</a:t>
            </a:r>
            <a:endParaRPr dirty="0"/>
          </a:p>
        </p:txBody>
      </p:sp>
      <p:pic>
        <p:nvPicPr>
          <p:cNvPr id="18" name="Imagen 17" descr="Icono&#10;&#10;El contenido generado por IA puede ser incorrecto.">
            <a:extLst>
              <a:ext uri="{FF2B5EF4-FFF2-40B4-BE49-F238E27FC236}">
                <a16:creationId xmlns:a16="http://schemas.microsoft.com/office/drawing/2014/main" id="{9C386A0C-6845-E97D-3913-4BF2CA151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379" y="7834676"/>
            <a:ext cx="603366" cy="713510"/>
          </a:xfrm>
          <a:prstGeom prst="rect">
            <a:avLst/>
          </a:prstGeom>
        </p:spPr>
      </p:pic>
      <p:pic>
        <p:nvPicPr>
          <p:cNvPr id="20" name="Imagen 19" descr="Icono&#10;&#10;El contenido generado por IA puede ser incorrecto.">
            <a:extLst>
              <a:ext uri="{FF2B5EF4-FFF2-40B4-BE49-F238E27FC236}">
                <a16:creationId xmlns:a16="http://schemas.microsoft.com/office/drawing/2014/main" id="{B3BB1755-A405-697E-0702-4499AB6941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2944" y="7916187"/>
            <a:ext cx="730135" cy="669175"/>
          </a:xfrm>
          <a:prstGeom prst="rect">
            <a:avLst/>
          </a:prstGeom>
        </p:spPr>
      </p:pic>
      <p:pic>
        <p:nvPicPr>
          <p:cNvPr id="22" name="Imagen 21" descr="Icono&#10;&#10;El contenido generado por IA puede ser incorrecto.">
            <a:extLst>
              <a:ext uri="{FF2B5EF4-FFF2-40B4-BE49-F238E27FC236}">
                <a16:creationId xmlns:a16="http://schemas.microsoft.com/office/drawing/2014/main" id="{6AE5EA51-285D-BE14-E647-74C526AD2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5945" y="8041931"/>
            <a:ext cx="924445" cy="491944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AAFA7A6C-FE37-E3E5-5F0F-3AAE9B36BD5E}"/>
              </a:ext>
            </a:extLst>
          </p:cNvPr>
          <p:cNvSpPr txBox="1"/>
          <p:nvPr/>
        </p:nvSpPr>
        <p:spPr>
          <a:xfrm>
            <a:off x="197428" y="8466113"/>
            <a:ext cx="1841269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6,584</a:t>
            </a:r>
            <a:endParaRPr lang="en-US" sz="2800" b="1" i="0" u="none" strike="noStrike" dirty="0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dirty="0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 dirty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 dirty="0">
                <a:latin typeface="Montserrat"/>
                <a:ea typeface="Montserrat"/>
                <a:cs typeface="Montserrat"/>
              </a:rPr>
            </a:br>
            <a:r>
              <a:rPr lang="en-US" sz="1200" b="1" i="0" u="none" strike="noStrike" dirty="0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nutricionales</a:t>
            </a:r>
            <a:endParaRPr lang="en-US" sz="1200" b="1" i="0" u="none" strike="noStrike" dirty="0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12F8FCE-8468-3926-B121-9D3AE905E54E}"/>
              </a:ext>
            </a:extLst>
          </p:cNvPr>
          <p:cNvSpPr txBox="1"/>
          <p:nvPr/>
        </p:nvSpPr>
        <p:spPr>
          <a:xfrm>
            <a:off x="2924003" y="8474338"/>
            <a:ext cx="1832957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3,551</a:t>
            </a:r>
            <a:endParaRPr lang="en-US" sz="2800" b="1" i="0" u="none" strike="noStrike" dirty="0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dirty="0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 dirty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 dirty="0">
                <a:latin typeface="Montserrat"/>
                <a:ea typeface="Montserrat"/>
                <a:cs typeface="Montserrat"/>
              </a:rPr>
            </a:br>
            <a:r>
              <a:rPr lang="en-US" sz="1200" b="1" dirty="0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bucales</a:t>
            </a:r>
            <a:endParaRPr lang="en-US" sz="1200" b="1" i="0" u="none" strike="noStrike" dirty="0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4FB75BE-0DB9-EDAA-3F87-99E5A97FE259}"/>
              </a:ext>
            </a:extLst>
          </p:cNvPr>
          <p:cNvSpPr txBox="1"/>
          <p:nvPr/>
        </p:nvSpPr>
        <p:spPr>
          <a:xfrm>
            <a:off x="5218315" y="8605450"/>
            <a:ext cx="184126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1,209</a:t>
            </a:r>
            <a:endParaRPr lang="en-US" sz="2800" b="1" i="0" u="none" strike="noStrike" dirty="0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Salud visual</a:t>
            </a:r>
            <a:endParaRPr lang="en-US" sz="1200" b="1" i="0" u="none" strike="noStrike" dirty="0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7,184	 Personal de Salud: 4,714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+364.7%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79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+44.1%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805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1,160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+27.9%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1,380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1,765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+27.4%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974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1,241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+137.1%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249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-14.7%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Imagenología Diagnóstica y Terapéutica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Imagenología Diagnóstica y Terapéutica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dirty="0"/>
                        <a:t>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30424"/>
              </p:ext>
            </p:extLst>
          </p:nvPr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12</a:t>
                      </a:r>
                      <a:r>
                        <a:rPr lang="es-MX" dirty="0"/>
                        <a:t>0</a:t>
                      </a:r>
                      <a:endParaRPr dirty="0"/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34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rPr dirty="0"/>
                        <a:t>20</a:t>
                      </a:r>
                      <a:r>
                        <a:rPr lang="es-MX" dirty="0"/>
                        <a:t>6</a:t>
                      </a:r>
                      <a:endParaRPr dirty="0"/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junio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mayo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6,075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377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65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96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1,682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848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8,982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382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(77,921)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(10,609)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(1,078)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(3,359)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(61,462)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(6,656)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(719)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(1,406)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(93)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(27,117)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(6,519)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(343)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Cataratas
(726)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(24,786)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 por virus de la inmunodeficiencia humana
(6,189)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(343)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(480)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(45)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(17,666)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(3,965)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(330)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(470)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hígado
(41)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mayo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55019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Fuente: Portal de Control de Abasto. En 2026, se </a:t>
            </a:r>
            <a:r>
              <a:rPr dirty="0" err="1">
                <a:solidFill>
                  <a:schemeClr val="tx1"/>
                </a:solidFill>
              </a:rPr>
              <a:t>muestra</a:t>
            </a:r>
            <a:r>
              <a:rPr dirty="0">
                <a:solidFill>
                  <a:schemeClr val="tx1"/>
                </a:solidFill>
              </a:rPr>
              <a:t> lo </a:t>
            </a:r>
            <a:r>
              <a:rPr dirty="0" err="1">
                <a:solidFill>
                  <a:schemeClr val="tx1"/>
                </a:solidFill>
              </a:rPr>
              <a:t>correspondiente</a:t>
            </a:r>
            <a:r>
              <a:rPr dirty="0">
                <a:solidFill>
                  <a:schemeClr val="tx1"/>
                </a:solidFill>
              </a:rPr>
              <a:t> al </a:t>
            </a:r>
            <a:r>
              <a:rPr dirty="0" err="1">
                <a:solidFill>
                  <a:schemeClr val="tx1"/>
                </a:solidFill>
              </a:rPr>
              <a:t>periodo</a:t>
            </a:r>
            <a:r>
              <a:rPr dirty="0">
                <a:solidFill>
                  <a:schemeClr val="tx1"/>
                </a:solidFill>
              </a:rPr>
              <a:t> del 1 de </a:t>
            </a:r>
            <a:r>
              <a:rPr dirty="0" err="1">
                <a:solidFill>
                  <a:schemeClr val="tx1"/>
                </a:solidFill>
              </a:rPr>
              <a:t>enero</a:t>
            </a:r>
            <a:r>
              <a:rPr dirty="0">
                <a:solidFill>
                  <a:schemeClr val="tx1"/>
                </a:solidFill>
              </a:rPr>
              <a:t> al 31 de mayo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273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rPr dirty="0" err="1"/>
              <a:t>Recetas</a:t>
            </a:r>
            <a:r>
              <a:rPr dirty="0"/>
              <a:t> </a:t>
            </a:r>
            <a:r>
              <a:rPr dirty="0" err="1"/>
              <a:t>manuales</a:t>
            </a:r>
            <a:r>
              <a:rPr dirty="0"/>
              <a:t> y </a:t>
            </a:r>
            <a:r>
              <a:rPr dirty="0" err="1"/>
              <a:t>electrónicas</a:t>
            </a:r>
            <a:endParaRPr dirty="0"/>
          </a:p>
        </p:txBody>
      </p:sp>
      <p:cxnSp>
        <p:nvCxnSpPr>
          <p:cNvPr id="9" name="Connector 8"/>
          <p:cNvCxnSpPr/>
          <p:nvPr/>
        </p:nvCxnSpPr>
        <p:spPr>
          <a:xfrm>
            <a:off x="274320" y="67030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997006"/>
              </p:ext>
            </p:extLst>
          </p:nvPr>
        </p:nvGraphicFramePr>
        <p:xfrm>
          <a:off x="457200" y="6850380"/>
          <a:ext cx="6858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434343"/>
                          </a:solidFill>
                          <a:latin typeface="Montserrat"/>
                        </a:rPr>
                        <a:t>79,012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889,544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75,844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1,108,351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6455"/>
                          </a:solidFill>
                          <a:latin typeface="Montserrat"/>
                        </a:rPr>
                        <a:t>93.6%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9651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0D635-B0B2-E32B-06ED-D16A9210F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1037744"/>
            <a:ext cx="5400000" cy="251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rPr dirty="0" err="1"/>
              <a:t>Piezas</a:t>
            </a:r>
            <a:r>
              <a:rPr dirty="0"/>
              <a:t> </a:t>
            </a:r>
            <a:r>
              <a:rPr dirty="0" err="1"/>
              <a:t>consumidas</a:t>
            </a:r>
            <a:endParaRPr dirty="0"/>
          </a:p>
        </p:txBody>
      </p:sp>
      <p:cxnSp>
        <p:nvCxnSpPr>
          <p:cNvPr id="5" name="Connector 4"/>
          <p:cNvCxnSpPr/>
          <p:nvPr/>
        </p:nvCxnSpPr>
        <p:spPr>
          <a:xfrm>
            <a:off x="180000" y="1340404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0" y="1698257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5141574"/>
            <a:ext cx="6840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rPr dirty="0" err="1"/>
              <a:t>Medicamentos</a:t>
            </a:r>
            <a:r>
              <a:rPr dirty="0"/>
              <a:t> con mayor </a:t>
            </a:r>
            <a:r>
              <a:rPr dirty="0" err="1"/>
              <a:t>demanda</a:t>
            </a:r>
            <a:endParaRPr dirty="0"/>
          </a:p>
        </p:txBody>
      </p:sp>
      <p:cxnSp>
        <p:nvCxnSpPr>
          <p:cNvPr id="8" name="Connector 7"/>
          <p:cNvCxnSpPr/>
          <p:nvPr/>
        </p:nvCxnSpPr>
        <p:spPr>
          <a:xfrm>
            <a:off x="180000" y="5531313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36399"/>
              </p:ext>
            </p:extLst>
          </p:nvPr>
        </p:nvGraphicFramePr>
        <p:xfrm>
          <a:off x="180000" y="5787515"/>
          <a:ext cx="7200000" cy="214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Con mayor </a:t>
                      </a:r>
                      <a:r>
                        <a:rPr dirty="0" err="1"/>
                        <a:t>demanda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enero</a:t>
                      </a:r>
                      <a:r>
                        <a:rPr dirty="0"/>
                        <a:t> a </a:t>
                      </a:r>
                      <a:r>
                        <a:rPr lang="es-MX" dirty="0"/>
                        <a:t>mayo </a:t>
                      </a:r>
                      <a:r>
                        <a:rPr dirty="0"/>
                        <a:t>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176,833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159,585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154,513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Albendazol, suspensión oral (antiparasitario)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117,885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104,093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93,425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90,871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83,683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74,731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/>
                        <a:t>70,199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9651600"/>
            <a:ext cx="6858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/>
              <a:t>Fuente: Portal de Control de Abasto. En 2026, se </a:t>
            </a:r>
            <a:r>
              <a:rPr dirty="0" err="1"/>
              <a:t>muestra</a:t>
            </a:r>
            <a:r>
              <a:rPr dirty="0"/>
              <a:t> lo </a:t>
            </a:r>
            <a:r>
              <a:rPr dirty="0" err="1"/>
              <a:t>correspondiente</a:t>
            </a:r>
            <a:r>
              <a:rPr dirty="0"/>
              <a:t> al </a:t>
            </a:r>
            <a:r>
              <a:rPr dirty="0" err="1"/>
              <a:t>periodo</a:t>
            </a:r>
            <a:r>
              <a:rPr dirty="0"/>
              <a:t> del 1 de </a:t>
            </a:r>
            <a:r>
              <a:rPr dirty="0" err="1"/>
              <a:t>enero</a:t>
            </a:r>
            <a:r>
              <a:rPr dirty="0"/>
              <a:t> al 3</a:t>
            </a:r>
            <a:r>
              <a:rPr lang="es-MX" dirty="0"/>
              <a:t>1 de mayo</a:t>
            </a:r>
            <a:r>
              <a:rPr dirty="0"/>
              <a:t> de 2026.</a:t>
            </a:r>
          </a:p>
        </p:txBody>
      </p:sp>
    </p:spTree>
    <p:extLst>
      <p:ext uri="{BB962C8B-B14F-4D97-AF65-F5344CB8AC3E}">
        <p14:creationId xmlns:p14="http://schemas.microsoft.com/office/powerpoint/2010/main" val="3925082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28870"/>
            <a:ext cx="1599000" cy="7583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F1AAF71-801C-5CD5-657A-22D44370E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2" y="1603897"/>
            <a:ext cx="1683088" cy="40183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572766"/>
              </p:ext>
            </p:extLst>
          </p:nvPr>
        </p:nvGraphicFramePr>
        <p:xfrm>
          <a:off x="1785600" y="1584000"/>
          <a:ext cx="5295600" cy="3456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75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</a:t>
                      </a:r>
                      <a:r>
                        <a:rPr lang="es-MX" sz="1000" dirty="0">
                          <a:latin typeface="Montserrat"/>
                        </a:rPr>
                        <a:t>10.4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imagenen el HGZMF No. 1 Chetumal y HGR No. 17 Cancún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</a:t>
                      </a:r>
                      <a:r>
                        <a:rPr lang="es-MX" sz="1000" dirty="0">
                          <a:latin typeface="Montserrat"/>
                        </a:rPr>
                        <a:t>09.7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3 unidades (HGZMF No.1, Chetumal; HGZ No.3, HGR No.17 en Cancún)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</a:t>
                      </a:r>
                      <a:r>
                        <a:rPr lang="es-MX" sz="1000" dirty="0">
                          <a:latin typeface="Montserrat"/>
                        </a:rPr>
                        <a:t>94.3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5 unidades (HGZMF No.1 Othon P. Blanco, HGR No.17, UMF No.16 Cancún; UMF No.11, HGZ No.18 Solidaridad)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</a:t>
                      </a:r>
                      <a:r>
                        <a:rPr lang="es-MX" sz="1000" dirty="0">
                          <a:latin typeface="Montserrat"/>
                        </a:rPr>
                        <a:t>4.6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HGR No. 17 Benito Juárez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$15.</a:t>
                      </a:r>
                      <a:r>
                        <a:rPr lang="es-MX" sz="1000" dirty="0">
                          <a:latin typeface="Montserrat"/>
                        </a:rPr>
                        <a:t>7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Intervención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áreas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mejora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subdelegación</a:t>
                      </a:r>
                      <a:r>
                        <a:rPr sz="1000" dirty="0">
                          <a:latin typeface="Montserrat"/>
                        </a:rPr>
                        <a:t> Cancún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$5.</a:t>
                      </a:r>
                      <a:r>
                        <a:rPr lang="es-MX" sz="1000" dirty="0">
                          <a:latin typeface="Montserrat"/>
                        </a:rPr>
                        <a:t>1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dirty="0"/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dirty="0"/>
                        <a:t>$</a:t>
                      </a:r>
                      <a:r>
                        <a:rPr lang="es-MX" dirty="0"/>
                        <a:t>249.8</a:t>
                      </a:r>
                      <a:endParaRPr dirty="0"/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5184000"/>
          <a:ext cx="5295600" cy="1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6  piezas de equipo médico: 2 refrigeradores congeladores de 5.4 pies cúbicos, 1 monitor de signos vitales para el traslado del paciente (con protección antimagnética),1 equipo de anestesia básica, (con protección antimagnética),1 mastógrafo digital con estereotaxia, 1 unidad para tomografía axial computarizada de alta resolución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$37.6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680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$15.6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17458" y="878400"/>
            <a:ext cx="6206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lang="es-MX" dirty="0"/>
              <a:t>303</a:t>
            </a:r>
            <a:endParaRPr dirty="0"/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mdp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551;g3d0ffe769cd_0_0">
            <a:extLst>
              <a:ext uri="{FF2B5EF4-FFF2-40B4-BE49-F238E27FC236}">
                <a16:creationId xmlns:a16="http://schemas.microsoft.com/office/drawing/2014/main" id="{0A68189E-81E3-3392-CD92-FA15884B4CE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24250" y="577756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55374"/>
            <a:ext cx="1599000" cy="7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DC0E336-71D8-6DC2-4345-A446A18378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8" y="1668681"/>
            <a:ext cx="1811616" cy="15617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498028"/>
              </p:ext>
            </p:extLst>
          </p:nvPr>
        </p:nvGraphicFramePr>
        <p:xfrm>
          <a:off x="1785600" y="158400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Monto (</a:t>
                      </a:r>
                      <a:r>
                        <a:rPr dirty="0" err="1"/>
                        <a:t>mdp</a:t>
                      </a:r>
                      <a:r>
                        <a:rPr dirty="0"/>
                        <a:t>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</a:t>
                      </a:r>
                      <a:r>
                        <a:rPr lang="es-MX" sz="1000" dirty="0">
                          <a:latin typeface="Montserrat"/>
                        </a:rPr>
                        <a:t>22.8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2267998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Equipamiento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Electromecánico</a:t>
                      </a:r>
                      <a:r>
                        <a:rPr dirty="0"/>
                        <a:t>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10 </a:t>
                      </a:r>
                      <a:r>
                        <a:rPr sz="1000" dirty="0" err="1">
                          <a:latin typeface="Montserrat"/>
                        </a:rPr>
                        <a:t>Equipos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electromecánicos</a:t>
                      </a:r>
                      <a:r>
                        <a:rPr sz="1000" dirty="0">
                          <a:latin typeface="Montserrat"/>
                        </a:rPr>
                        <a:t> para 4 </a:t>
                      </a:r>
                      <a:r>
                        <a:rPr sz="1000" dirty="0" err="1">
                          <a:latin typeface="Montserrat"/>
                        </a:rPr>
                        <a:t>unidades</a:t>
                      </a:r>
                      <a:r>
                        <a:rPr sz="1000" dirty="0">
                          <a:latin typeface="Montserrat"/>
                        </a:rPr>
                        <a:t>; 3 </a:t>
                      </a:r>
                      <a:r>
                        <a:rPr sz="1000" dirty="0" err="1">
                          <a:latin typeface="Montserrat"/>
                        </a:rPr>
                        <a:t>elevadores</a:t>
                      </a:r>
                      <a:r>
                        <a:rPr sz="1000" dirty="0">
                          <a:latin typeface="Montserrat"/>
                        </a:rPr>
                        <a:t>, 4 </a:t>
                      </a:r>
                      <a:r>
                        <a:rPr sz="1000" dirty="0" err="1">
                          <a:latin typeface="Montserrat"/>
                        </a:rPr>
                        <a:t>lavadoras</a:t>
                      </a:r>
                      <a:r>
                        <a:rPr sz="1000" dirty="0">
                          <a:latin typeface="Montserrat"/>
                        </a:rPr>
                        <a:t> y 3 </a:t>
                      </a:r>
                      <a:r>
                        <a:rPr sz="1000" dirty="0" err="1">
                          <a:latin typeface="Montserrat"/>
                        </a:rPr>
                        <a:t>secadoras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$36.1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4658" y="878400"/>
            <a:ext cx="6206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lang="es-MX" dirty="0"/>
              <a:t>58</a:t>
            </a:r>
            <a:r>
              <a:rPr dirty="0"/>
              <a:t>.</a:t>
            </a:r>
            <a:r>
              <a:rPr lang="es-MX" dirty="0"/>
              <a:t>9</a:t>
            </a:r>
            <a:endParaRPr dirty="0"/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mdp</a:t>
            </a:r>
            <a:endParaRPr dirty="0"/>
          </a:p>
        </p:txBody>
      </p:sp>
      <p:graphicFrame>
        <p:nvGraphicFramePr>
          <p:cNvPr id="6" name="Google Shape;394;p15">
            <a:extLst>
              <a:ext uri="{FF2B5EF4-FFF2-40B4-BE49-F238E27FC236}">
                <a16:creationId xmlns:a16="http://schemas.microsoft.com/office/drawing/2014/main" id="{50286FC8-B220-8766-2C21-4B643608EA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1050401"/>
              </p:ext>
            </p:extLst>
          </p:nvPr>
        </p:nvGraphicFramePr>
        <p:xfrm>
          <a:off x="287700" y="369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9">
            <a:extLst>
              <a:ext uri="{FF2B5EF4-FFF2-40B4-BE49-F238E27FC236}">
                <a16:creationId xmlns:a16="http://schemas.microsoft.com/office/drawing/2014/main" id="{0ED17C1E-13A5-4FA0-226C-52328A31C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061792"/>
              </p:ext>
            </p:extLst>
          </p:nvPr>
        </p:nvGraphicFramePr>
        <p:xfrm>
          <a:off x="698400" y="4186922"/>
          <a:ext cx="6390000" cy="979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158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Obras de </a:t>
                      </a:r>
                      <a:r>
                        <a:rPr dirty="0" err="1"/>
                        <a:t>Infraestructura</a:t>
                      </a:r>
                      <a:endParaRPr dirty="0"/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58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dirty="0"/>
                        <a:t>Unidad de </a:t>
                      </a:r>
                      <a:r>
                        <a:rPr dirty="0" err="1"/>
                        <a:t>Diagnóstico</a:t>
                      </a:r>
                      <a:r>
                        <a:rPr dirty="0"/>
                        <a:t> y </a:t>
                      </a:r>
                      <a:r>
                        <a:rPr dirty="0" err="1"/>
                        <a:t>Tratamiento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Ambulatorio</a:t>
                      </a:r>
                      <a:r>
                        <a:rPr dirty="0"/>
                        <a:t> (UDTA)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$2,000.0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403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Unidad de Medicina  Familiar 6 Consultorios +3 Con Atención Médica Continua en </a:t>
                      </a:r>
                      <a:r>
                        <a:rPr lang="es-MX" dirty="0" err="1"/>
                        <a:t>Chemuyil</a:t>
                      </a:r>
                      <a:endParaRPr dirty="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$146.12</a:t>
                      </a:r>
                      <a:endParaRPr dirty="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720585"/>
                  </a:ext>
                </a:extLst>
              </a:tr>
            </a:tbl>
          </a:graphicData>
        </a:graphic>
      </p:graphicFrame>
      <p:graphicFrame>
        <p:nvGraphicFramePr>
          <p:cNvPr id="15" name="Google Shape;559;g3d0ffe769cd_0_0">
            <a:extLst>
              <a:ext uri="{FF2B5EF4-FFF2-40B4-BE49-F238E27FC236}">
                <a16:creationId xmlns:a16="http://schemas.microsoft.com/office/drawing/2014/main" id="{B0874A86-E4D4-3F1C-8C46-05CCE2A55D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8228260"/>
              </p:ext>
            </p:extLst>
          </p:nvPr>
        </p:nvGraphicFramePr>
        <p:xfrm>
          <a:off x="147600" y="52578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Google Shape;552;g3d0ffe769cd_0_0">
            <a:extLst>
              <a:ext uri="{FF2B5EF4-FFF2-40B4-BE49-F238E27FC236}">
                <a16:creationId xmlns:a16="http://schemas.microsoft.com/office/drawing/2014/main" id="{B4D2D042-2D9C-4BA9-B7C8-227A96B6FE74}"/>
              </a:ext>
            </a:extLst>
          </p:cNvPr>
          <p:cNvSpPr/>
          <p:nvPr/>
        </p:nvSpPr>
        <p:spPr>
          <a:xfrm>
            <a:off x="236950" y="5803011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Oval 22">
            <a:extLst>
              <a:ext uri="{FF2B5EF4-FFF2-40B4-BE49-F238E27FC236}">
                <a16:creationId xmlns:a16="http://schemas.microsoft.com/office/drawing/2014/main" id="{87C840FA-0690-62E6-D01B-C83DF6525610}"/>
              </a:ext>
            </a:extLst>
          </p:cNvPr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705085"/>
                </a:solidFill>
                <a:latin typeface="Montserrat"/>
              </a:defRPr>
            </a:pPr>
            <a:r>
              <a:t>21</a:t>
            </a:r>
          </a:p>
        </p:txBody>
      </p:sp>
      <p:sp>
        <p:nvSpPr>
          <p:cNvPr id="25" name="Google Shape;553;g3d0ffe769cd_0_0">
            <a:extLst>
              <a:ext uri="{FF2B5EF4-FFF2-40B4-BE49-F238E27FC236}">
                <a16:creationId xmlns:a16="http://schemas.microsoft.com/office/drawing/2014/main" id="{FB305F2D-80D0-420A-E5EC-476D7368E438}"/>
              </a:ext>
            </a:extLst>
          </p:cNvPr>
          <p:cNvSpPr/>
          <p:nvPr/>
        </p:nvSpPr>
        <p:spPr>
          <a:xfrm>
            <a:off x="346000" y="7027147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" name="Rectangle 23">
            <a:extLst>
              <a:ext uri="{FF2B5EF4-FFF2-40B4-BE49-F238E27FC236}">
                <a16:creationId xmlns:a16="http://schemas.microsoft.com/office/drawing/2014/main" id="{142E274F-FBD6-D8FA-8850-E092E43AF77E}"/>
              </a:ext>
            </a:extLst>
          </p:cNvPr>
          <p:cNvSpPr/>
          <p:nvPr/>
        </p:nvSpPr>
        <p:spPr>
          <a:xfrm>
            <a:off x="410400" y="7067948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19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2 CECI CAMPO</a:t>
            </a:r>
          </a:p>
        </p:txBody>
      </p:sp>
      <p:sp>
        <p:nvSpPr>
          <p:cNvPr id="27" name="Google Shape;554;g3d0ffe769cd_0_0">
            <a:extLst>
              <a:ext uri="{FF2B5EF4-FFF2-40B4-BE49-F238E27FC236}">
                <a16:creationId xmlns:a16="http://schemas.microsoft.com/office/drawing/2014/main" id="{91EC653F-A63F-B170-121D-F0206623A30C}"/>
              </a:ext>
            </a:extLst>
          </p:cNvPr>
          <p:cNvSpPr txBox="1"/>
          <p:nvPr/>
        </p:nvSpPr>
        <p:spPr>
          <a:xfrm>
            <a:off x="276701" y="77773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9" name="Table 21">
            <a:extLst>
              <a:ext uri="{FF2B5EF4-FFF2-40B4-BE49-F238E27FC236}">
                <a16:creationId xmlns:a16="http://schemas.microsoft.com/office/drawing/2014/main" id="{02DABE05-F2E7-82F6-039D-455536424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590999"/>
              </p:ext>
            </p:extLst>
          </p:nvPr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 Predios en ruta y 0 CECI en Construción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00">
                <a:tc rowSpan="2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Benito Juárez (3), Playa del Carmen (2), Cozumel</a:t>
                      </a:r>
                      <a:r>
                        <a:rPr lang="es-MX" dirty="0"/>
                        <a:t> (1)</a:t>
                      </a:r>
                      <a:endParaRPr dirty="0"/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TextBox 24">
            <a:extLst>
              <a:ext uri="{FF2B5EF4-FFF2-40B4-BE49-F238E27FC236}">
                <a16:creationId xmlns:a16="http://schemas.microsoft.com/office/drawing/2014/main" id="{04B4663C-9426-84B5-E48C-F8CB01D19F23}"/>
              </a:ext>
            </a:extLst>
          </p:cNvPr>
          <p:cNvSpPr txBox="1"/>
          <p:nvPr/>
        </p:nvSpPr>
        <p:spPr>
          <a:xfrm>
            <a:off x="0" y="9590400"/>
            <a:ext cx="75744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rPr dirty="0"/>
              <a:t>¹ </a:t>
            </a:r>
            <a:r>
              <a:rPr dirty="0" err="1"/>
              <a:t>Terrenos</a:t>
            </a:r>
            <a:r>
              <a:rPr dirty="0"/>
              <a:t> </a:t>
            </a:r>
            <a:r>
              <a:rPr dirty="0" err="1"/>
              <a:t>validados</a:t>
            </a:r>
            <a:r>
              <a:rPr dirty="0"/>
              <a:t>. 6 CECI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integración</a:t>
            </a:r>
            <a:r>
              <a:rPr dirty="0"/>
              <a:t> de </a:t>
            </a:r>
            <a:r>
              <a:rPr dirty="0" err="1"/>
              <a:t>expediente</a:t>
            </a:r>
            <a:r>
              <a:rPr dirty="0"/>
              <a:t> para </a:t>
            </a:r>
            <a:r>
              <a:rPr dirty="0" err="1"/>
              <a:t>donación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Benito Juárez, Playa del Carmen, y Cozumel.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88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19 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18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3,237 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719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346849"/>
              </p:ext>
            </p:extLst>
          </p:nvPr>
        </p:nvGraphicFramePr>
        <p:xfrm>
          <a:off x="2311200" y="2570400"/>
          <a:ext cx="5032800" cy="2212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3059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05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CEBIS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Pucté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06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dirty="0"/>
                        <a:t>1 Centro de </a:t>
                      </a:r>
                      <a:r>
                        <a:rPr dirty="0" err="1"/>
                        <a:t>Seguridad</a:t>
                      </a:r>
                      <a:r>
                        <a:rPr dirty="0"/>
                        <a:t> Social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dirty="0"/>
                        <a:t>Chetumal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06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lang="es-MX" dirty="0"/>
                        <a:t>1 CECEM</a:t>
                      </a:r>
                      <a:endParaRPr dirty="0"/>
                    </a:p>
                  </a:txBody>
                  <a:tcPr marL="28800" marR="2880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lang="es-MX" dirty="0"/>
                        <a:t>Playa del Carmen</a:t>
                      </a:r>
                      <a:endParaRPr dirty="0"/>
                    </a:p>
                  </a:txBody>
                  <a:tcPr marL="28800" marR="2880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003448"/>
                  </a:ext>
                </a:extLst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95 Chetumal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t>Guarderías    19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640800"/>
            <a:ext cx="42588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Fuente: Dirección de Prestaciones Económicas y Sociales, mayo de 2026.</a:t>
            </a:r>
          </a:p>
        </p:txBody>
      </p:sp>
      <p:pic>
        <p:nvPicPr>
          <p:cNvPr id="5" name="Picture 469" descr="map_tipo2_23_qroo.png">
            <a:extLst>
              <a:ext uri="{FF2B5EF4-FFF2-40B4-BE49-F238E27FC236}">
                <a16:creationId xmlns:a16="http://schemas.microsoft.com/office/drawing/2014/main" id="{FB4F631E-2613-EA9B-FDBA-C4B63FB427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2825" y="5855362"/>
            <a:ext cx="2382178" cy="35956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lang="es-MX"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2062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7,165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7,184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Hotelera Palace Resorts S de Rl Cv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8,850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8,809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Benito Juárez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6,585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6,585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Solaya Hospitality Management Group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8,199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8,169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Playa del Carmen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3,920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3,955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Experiencias Xcaret Parques S A P I de Cv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6,770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6,750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-10.47%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-9.89%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-1.54%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-1.05%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-1.04%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-0.20%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+0.48%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+1.91%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+1.97%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365,091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160,037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526,777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383,258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879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143,015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527,592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+44.3%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6444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62391EDD-4B23-D3E5-2FCE-4A1ADDD2D95E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$583.01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Mayo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Mayo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$263.11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$583.01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56.7%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$671.25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$17,490.3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347812"/>
              </p:ext>
            </p:extLst>
          </p:nvPr>
        </p:nvGraphicFramePr>
        <p:xfrm>
          <a:off x="320400" y="6649200"/>
          <a:ext cx="7038000" cy="241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Principales deudores públicos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Puerto Morelos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$25.80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Solidaridad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$0.74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Benito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Principales deudores privados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Operadora Hotelera del Corredor Mayakoba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$20.52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Tiendas Bueno Bonito y Barato del Sur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Servicios Generales Ideas SAS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$17.81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Salario Base de </a:t>
            </a:r>
            <a:r>
              <a:rPr dirty="0" err="1">
                <a:solidFill>
                  <a:schemeClr val="tx1"/>
                </a:solidFill>
              </a:rPr>
              <a:t>Cotización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tado</a:t>
            </a:r>
            <a:r>
              <a:rPr dirty="0">
                <a:solidFill>
                  <a:schemeClr val="tx1"/>
                </a:solidFill>
              </a:rPr>
              <a:t>: Se </a:t>
            </a:r>
            <a:r>
              <a:rPr dirty="0" err="1">
                <a:solidFill>
                  <a:schemeClr val="tx1"/>
                </a:solidFill>
              </a:rPr>
              <a:t>utilizó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como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deflactor</a:t>
            </a:r>
            <a:r>
              <a:rPr dirty="0">
                <a:solidFill>
                  <a:schemeClr val="tx1"/>
                </a:solidFill>
              </a:rPr>
              <a:t> del </a:t>
            </a:r>
            <a:r>
              <a:rPr dirty="0" err="1">
                <a:solidFill>
                  <a:schemeClr val="tx1"/>
                </a:solidFill>
              </a:rPr>
              <a:t>salario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el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cociente</a:t>
            </a:r>
            <a:r>
              <a:rPr dirty="0">
                <a:solidFill>
                  <a:schemeClr val="tx1"/>
                </a:solidFill>
              </a:rPr>
              <a:t> del INPC entre </a:t>
            </a:r>
            <a:r>
              <a:rPr dirty="0" err="1">
                <a:solidFill>
                  <a:schemeClr val="tx1"/>
                </a:solidFill>
              </a:rPr>
              <a:t>diciembre</a:t>
            </a:r>
            <a:r>
              <a:rPr dirty="0">
                <a:solidFill>
                  <a:schemeClr val="tx1"/>
                </a:solidFill>
              </a:rPr>
              <a:t> 2018 (103.02) y </a:t>
            </a:r>
            <a:r>
              <a:rPr dirty="0" err="1">
                <a:solidFill>
                  <a:schemeClr val="tx1"/>
                </a:solidFill>
              </a:rPr>
              <a:t>abril</a:t>
            </a:r>
            <a:r>
              <a:rPr dirty="0">
                <a:solidFill>
                  <a:schemeClr val="tx1"/>
                </a:solidFill>
              </a:rPr>
              <a:t>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mayo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1836</TotalTime>
  <Words>3875</Words>
  <Application>Microsoft Office PowerPoint</Application>
  <PresentationFormat>Personalizado</PresentationFormat>
  <Paragraphs>1286</Paragraphs>
  <Slides>22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Noto Sans Black</vt:lpstr>
      <vt:lpstr>Noto Sans</vt:lpstr>
      <vt:lpstr>Arial</vt:lpstr>
      <vt:lpstr>Montserrat</vt:lpstr>
      <vt:lpstr>Calibri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Daniela Sales Armendariz</cp:lastModifiedBy>
  <cp:revision>111</cp:revision>
  <dcterms:modified xsi:type="dcterms:W3CDTF">2026-07-03T18:51:04Z</dcterms:modified>
</cp:coreProperties>
</file>