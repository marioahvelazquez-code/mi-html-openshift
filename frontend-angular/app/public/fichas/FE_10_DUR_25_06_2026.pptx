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charts/chart8.xml" ContentType="application/vnd.openxmlformats-officedocument.drawingml.chart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89" r:id="rId3"/>
    <p:sldId id="258" r:id="rId4"/>
    <p:sldId id="259" r:id="rId5"/>
    <p:sldId id="260" r:id="rId6"/>
    <p:sldId id="301" r:id="rId7"/>
    <p:sldId id="287" r:id="rId8"/>
    <p:sldId id="262" r:id="rId9"/>
    <p:sldId id="263" r:id="rId10"/>
    <p:sldId id="280" r:id="rId11"/>
    <p:sldId id="267" r:id="rId12"/>
    <p:sldId id="298" r:id="rId13"/>
    <p:sldId id="302" r:id="rId14"/>
    <p:sldId id="303" r:id="rId15"/>
    <p:sldId id="281" r:id="rId16"/>
    <p:sldId id="288" r:id="rId17"/>
    <p:sldId id="270" r:id="rId18"/>
    <p:sldId id="271" r:id="rId19"/>
    <p:sldId id="272" r:id="rId20"/>
    <p:sldId id="300" r:id="rId21"/>
    <p:sldId id="297" r:id="rId22"/>
    <p:sldId id="299" r:id="rId23"/>
    <p:sldId id="277" r:id="rId24"/>
    <p:sldId id="278" r:id="rId25"/>
    <p:sldId id="279" r:id="rId26"/>
    <p:sldId id="282" r:id="rId27"/>
  </p:sldIdLst>
  <p:sldSz cx="7772400" cy="10058400"/>
  <p:notesSz cx="7023100" cy="9309100"/>
  <p:embeddedFontLs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Noto Sans" panose="020B050204050402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59"/>
  </p:normalViewPr>
  <p:slideViewPr>
    <p:cSldViewPr snapToGrid="0">
      <p:cViewPr varScale="1">
        <p:scale>
          <a:sx n="70" d="100"/>
          <a:sy n="70" d="100"/>
        </p:scale>
        <p:origin x="570" y="7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an Myron Oprisko" userId="a7c52ab4-f8b1-4d15-aaf6-6388cc510347" providerId="ADAL" clId="{97C26823-81C0-4343-94EC-E87AB1317939}"/>
    <pc:docChg chg="custSel modSld">
      <pc:chgData name="Rohan Myron Oprisko" userId="a7c52ab4-f8b1-4d15-aaf6-6388cc510347" providerId="ADAL" clId="{97C26823-81C0-4343-94EC-E87AB1317939}" dt="2026-06-24T15:53:43.676" v="2" actId="22"/>
      <pc:docMkLst>
        <pc:docMk/>
      </pc:docMkLst>
      <pc:sldChg chg="addSp delSp mod">
        <pc:chgData name="Rohan Myron Oprisko" userId="a7c52ab4-f8b1-4d15-aaf6-6388cc510347" providerId="ADAL" clId="{97C26823-81C0-4343-94EC-E87AB1317939}" dt="2026-06-24T15:53:43.676" v="2" actId="22"/>
        <pc:sldMkLst>
          <pc:docMk/>
          <pc:sldMk cId="748044913" sldId="287"/>
        </pc:sldMkLst>
        <pc:spChg chg="add">
          <ac:chgData name="Rohan Myron Oprisko" userId="a7c52ab4-f8b1-4d15-aaf6-6388cc510347" providerId="ADAL" clId="{97C26823-81C0-4343-94EC-E87AB1317939}" dt="2026-06-24T15:53:43.676" v="2" actId="22"/>
          <ac:spMkLst>
            <pc:docMk/>
            <pc:sldMk cId="748044913" sldId="287"/>
            <ac:spMk id="10" creationId="{4EF06972-F793-92BE-8FE3-EE81D35EBE31}"/>
          </ac:spMkLst>
        </pc:spChg>
        <pc:spChg chg="add">
          <ac:chgData name="Rohan Myron Oprisko" userId="a7c52ab4-f8b1-4d15-aaf6-6388cc510347" providerId="ADAL" clId="{97C26823-81C0-4343-94EC-E87AB1317939}" dt="2026-06-24T15:53:43.676" v="2" actId="22"/>
          <ac:spMkLst>
            <pc:docMk/>
            <pc:sldMk cId="748044913" sldId="287"/>
            <ac:spMk id="12" creationId="{F48B99B1-E85A-5B32-1921-5888F4EF1449}"/>
          </ac:spMkLst>
        </pc:spChg>
      </pc:sldChg>
    </pc:docChg>
  </pc:docChgLst>
  <pc:docChgLst>
    <pc:chgData name="Laura Patricia Galvan Chavez" userId="S::laura.galvan@imss.gob.mx::6b13af50-ce8b-483e-8fc4-f994efaf3289" providerId="AD" clId="Web-{FA0C0856-6583-351A-BA2A-79F81455690F}"/>
    <pc:docChg chg="modSld">
      <pc:chgData name="Laura Patricia Galvan Chavez" userId="S::laura.galvan@imss.gob.mx::6b13af50-ce8b-483e-8fc4-f994efaf3289" providerId="AD" clId="Web-{FA0C0856-6583-351A-BA2A-79F81455690F}" dt="2026-06-23T19:54:14.699" v="22" actId="1076"/>
      <pc:docMkLst>
        <pc:docMk/>
      </pc:docMkLst>
      <pc:sldChg chg="addSp delSp modSp">
        <pc:chgData name="Laura Patricia Galvan Chavez" userId="S::laura.galvan@imss.gob.mx::6b13af50-ce8b-483e-8fc4-f994efaf3289" providerId="AD" clId="Web-{FA0C0856-6583-351A-BA2A-79F81455690F}" dt="2026-06-23T19:54:14.699" v="22" actId="1076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FA0C0856-6583-351A-BA2A-79F81455690F}" dt="2026-06-23T19:53:10.432" v="9"/>
          <ac:graphicFrameMkLst>
            <pc:docMk/>
            <pc:sldMk cId="0" sldId="260"/>
            <ac:graphicFrameMk id="6" creationId="{B7E3B410-D80B-EC1A-8FA0-68E1F1CE2BE1}"/>
          </ac:graphicFrameMkLst>
        </pc:graphicFrameChg>
        <pc:picChg chg="add mod">
          <ac:chgData name="Laura Patricia Galvan Chavez" userId="S::laura.galvan@imss.gob.mx::6b13af50-ce8b-483e-8fc4-f994efaf3289" providerId="AD" clId="Web-{FA0C0856-6583-351A-BA2A-79F81455690F}" dt="2026-06-23T19:54:05.199" v="18" actId="1076"/>
          <ac:picMkLst>
            <pc:docMk/>
            <pc:sldMk cId="0" sldId="260"/>
            <ac:picMk id="2" creationId="{AD66535D-D5F3-E0DC-2B83-19607649E432}"/>
          </ac:picMkLst>
        </pc:picChg>
        <pc:picChg chg="mod">
          <ac:chgData name="Laura Patricia Galvan Chavez" userId="S::laura.galvan@imss.gob.mx::6b13af50-ce8b-483e-8fc4-f994efaf3289" providerId="AD" clId="Web-{FA0C0856-6583-351A-BA2A-79F81455690F}" dt="2026-06-23T19:54:14.699" v="22" actId="1076"/>
          <ac:picMkLst>
            <pc:docMk/>
            <pc:sldMk cId="0" sldId="260"/>
            <ac:picMk id="5" creationId="{3FB2D7BF-6E41-BF5F-F347-781D0DFE3537}"/>
          </ac:picMkLst>
        </pc:picChg>
      </pc:sldChg>
    </pc:docChg>
  </pc:docChgLst>
  <pc:docChgLst>
    <pc:chgData name="Laura Patricia Galvan Chavez" userId="S::laura.galvan@imss.gob.mx::6b13af50-ce8b-483e-8fc4-f994efaf3289" providerId="AD" clId="Web-{426A1711-245C-E41C-1CD0-206DE51C4063}"/>
    <pc:docChg chg="modSld">
      <pc:chgData name="Laura Patricia Galvan Chavez" userId="S::laura.galvan@imss.gob.mx::6b13af50-ce8b-483e-8fc4-f994efaf3289" providerId="AD" clId="Web-{426A1711-245C-E41C-1CD0-206DE51C4063}" dt="2026-06-23T22:48:04.700" v="7" actId="1076"/>
      <pc:docMkLst>
        <pc:docMk/>
      </pc:docMkLst>
      <pc:sldChg chg="delSp modSp">
        <pc:chgData name="Laura Patricia Galvan Chavez" userId="S::laura.galvan@imss.gob.mx::6b13af50-ce8b-483e-8fc4-f994efaf3289" providerId="AD" clId="Web-{426A1711-245C-E41C-1CD0-206DE51C4063}" dt="2026-06-23T22:48:04.700" v="7" actId="1076"/>
        <pc:sldMkLst>
          <pc:docMk/>
          <pc:sldMk cId="3240565764" sldId="297"/>
        </pc:sldMkLst>
        <pc:spChg chg="mod">
          <ac:chgData name="Laura Patricia Galvan Chavez" userId="S::laura.galvan@imss.gob.mx::6b13af50-ce8b-483e-8fc4-f994efaf3289" providerId="AD" clId="Web-{426A1711-245C-E41C-1CD0-206DE51C4063}" dt="2026-06-23T22:48:04.684" v="3" actId="1076"/>
          <ac:spMkLst>
            <pc:docMk/>
            <pc:sldMk cId="3240565764" sldId="297"/>
            <ac:spMk id="3" creationId="{21AE8FA6-CA77-F761-93C9-BF2570CBBE30}"/>
          </ac:spMkLst>
        </pc:spChg>
        <pc:spChg chg="mod">
          <ac:chgData name="Laura Patricia Galvan Chavez" userId="S::laura.galvan@imss.gob.mx::6b13af50-ce8b-483e-8fc4-f994efaf3289" providerId="AD" clId="Web-{426A1711-245C-E41C-1CD0-206DE51C4063}" dt="2026-06-23T22:48:04.684" v="5" actId="1076"/>
          <ac:spMkLst>
            <pc:docMk/>
            <pc:sldMk cId="3240565764" sldId="297"/>
            <ac:spMk id="7" creationId="{FD4175D4-66CF-7FBC-B843-C149C5339DF1}"/>
          </ac:spMkLst>
        </pc:spChg>
        <pc:spChg chg="mod">
          <ac:chgData name="Laura Patricia Galvan Chavez" userId="S::laura.galvan@imss.gob.mx::6b13af50-ce8b-483e-8fc4-f994efaf3289" providerId="AD" clId="Web-{426A1711-245C-E41C-1CD0-206DE51C4063}" dt="2026-06-23T22:48:04.700" v="7" actId="1076"/>
          <ac:spMkLst>
            <pc:docMk/>
            <pc:sldMk cId="3240565764" sldId="297"/>
            <ac:spMk id="9" creationId="{50F1217E-09B0-81A3-6E99-CB1DE729ADDF}"/>
          </ac:spMkLst>
        </pc:spChg>
        <pc:picChg chg="mod">
          <ac:chgData name="Laura Patricia Galvan Chavez" userId="S::laura.galvan@imss.gob.mx::6b13af50-ce8b-483e-8fc4-f994efaf3289" providerId="AD" clId="Web-{426A1711-245C-E41C-1CD0-206DE51C4063}" dt="2026-06-23T22:48:04.684" v="4" actId="1076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Laura Patricia Galvan Chavez" userId="S::laura.galvan@imss.gob.mx::6b13af50-ce8b-483e-8fc4-f994efaf3289" providerId="AD" clId="Web-{426A1711-245C-E41C-1CD0-206DE51C4063}" dt="2026-06-23T22:48:04.700" v="6" actId="1076"/>
          <ac:picMkLst>
            <pc:docMk/>
            <pc:sldMk cId="3240565764" sldId="297"/>
            <ac:picMk id="8" creationId="{170CBE01-E044-2F44-556A-69D0B561DC01}"/>
          </ac:picMkLst>
        </pc:picChg>
      </pc:sldChg>
    </pc:docChg>
  </pc:docChgLst>
  <pc:docChgLst>
    <pc:chgData name="Adriana Miriam Ylizaliturri Gomez" userId="c054c78c-207c-4278-ae44-884dbebca744" providerId="ADAL" clId="{9B871E66-1A30-42FF-AF18-83FDFD9111C9}"/>
    <pc:docChg chg="undo custSel delSld modSld modNotesMaster">
      <pc:chgData name="Adriana Miriam Ylizaliturri Gomez" userId="c054c78c-207c-4278-ae44-884dbebca744" providerId="ADAL" clId="{9B871E66-1A30-42FF-AF18-83FDFD9111C9}" dt="2026-06-29T19:14:07.166" v="2449" actId="1076"/>
      <pc:docMkLst>
        <pc:docMk/>
      </pc:docMkLst>
      <pc:sldChg chg="modSp mod modNotes">
        <pc:chgData name="Adriana Miriam Ylizaliturri Gomez" userId="c054c78c-207c-4278-ae44-884dbebca744" providerId="ADAL" clId="{9B871E66-1A30-42FF-AF18-83FDFD9111C9}" dt="2026-06-26T21:18:19.681" v="539"/>
        <pc:sldMkLst>
          <pc:docMk/>
          <pc:sldMk cId="0" sldId="256"/>
        </pc:sldMkLst>
        <pc:spChg chg="mod">
          <ac:chgData name="Adriana Miriam Ylizaliturri Gomez" userId="c054c78c-207c-4278-ae44-884dbebca744" providerId="ADAL" clId="{9B871E66-1A30-42FF-AF18-83FDFD9111C9}" dt="2026-06-26T19:34:38.408" v="1" actId="20577"/>
          <ac:spMkLst>
            <pc:docMk/>
            <pc:sldMk cId="0" sldId="256"/>
            <ac:spMk id="70" creationId="{00000000-0000-0000-0000-000000000000}"/>
          </ac:spMkLst>
        </pc:spChg>
      </pc:sldChg>
      <pc:sldChg chg="addSp modSp mod modNotes">
        <pc:chgData name="Adriana Miriam Ylizaliturri Gomez" userId="c054c78c-207c-4278-ae44-884dbebca744" providerId="ADAL" clId="{9B871E66-1A30-42FF-AF18-83FDFD9111C9}" dt="2026-06-29T19:00:17.721" v="2446" actId="403"/>
        <pc:sldMkLst>
          <pc:docMk/>
          <pc:sldMk cId="0" sldId="258"/>
        </pc:sldMkLst>
        <pc:spChg chg="mod">
          <ac:chgData name="Adriana Miriam Ylizaliturri Gomez" userId="c054c78c-207c-4278-ae44-884dbebca744" providerId="ADAL" clId="{9B871E66-1A30-42FF-AF18-83FDFD9111C9}" dt="2026-06-26T19:38:45.412" v="63" actId="1036"/>
          <ac:spMkLst>
            <pc:docMk/>
            <pc:sldMk cId="0" sldId="258"/>
            <ac:spMk id="11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0:01:25.978" v="228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1:18.749" v="206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1:18.749" v="206" actId="1076"/>
          <ac:spMkLst>
            <pc:docMk/>
            <pc:sldMk cId="0" sldId="258"/>
            <ac:spMk id="12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0:50.061" v="177" actId="1076"/>
          <ac:spMkLst>
            <pc:docMk/>
            <pc:sldMk cId="0" sldId="258"/>
            <ac:spMk id="12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0:01:03.306" v="227" actId="2085"/>
          <ac:spMkLst>
            <pc:docMk/>
            <pc:sldMk cId="0" sldId="258"/>
            <ac:spMk id="12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0:59.354" v="178" actId="1076"/>
          <ac:spMkLst>
            <pc:docMk/>
            <pc:sldMk cId="0" sldId="258"/>
            <ac:spMk id="12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0:59.354" v="178" actId="1076"/>
          <ac:spMkLst>
            <pc:docMk/>
            <pc:sldMk cId="0" sldId="258"/>
            <ac:spMk id="12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1:31.968" v="208" actId="1076"/>
          <ac:spMkLst>
            <pc:docMk/>
            <pc:sldMk cId="0" sldId="258"/>
            <ac:spMk id="12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1:31.968" v="208" actId="1076"/>
          <ac:spMkLst>
            <pc:docMk/>
            <pc:sldMk cId="0" sldId="258"/>
            <ac:spMk id="12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2:13.395" v="212" actId="1076"/>
          <ac:spMkLst>
            <pc:docMk/>
            <pc:sldMk cId="0" sldId="258"/>
            <ac:spMk id="13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19:42:13.395" v="212" actId="1076"/>
          <ac:spMkLst>
            <pc:docMk/>
            <pc:sldMk cId="0" sldId="258"/>
            <ac:spMk id="13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9:00:17.721" v="2446" actId="403"/>
          <ac:spMkLst>
            <pc:docMk/>
            <pc:sldMk cId="0" sldId="258"/>
            <ac:spMk id="133" creationId="{00000000-0000-0000-0000-000000000000}"/>
          </ac:spMkLst>
        </pc:spChg>
        <pc:grpChg chg="mod">
          <ac:chgData name="Adriana Miriam Ylizaliturri Gomez" userId="c054c78c-207c-4278-ae44-884dbebca744" providerId="ADAL" clId="{9B871E66-1A30-42FF-AF18-83FDFD9111C9}" dt="2026-06-26T19:38:45.412" v="63" actId="1036"/>
          <ac:grpSpMkLst>
            <pc:docMk/>
            <pc:sldMk cId="0" sldId="258"/>
            <ac:grpSpMk id="102" creationId="{00000000-0000-0000-0000-000000000000}"/>
          </ac:grpSpMkLst>
        </pc:grpChg>
        <pc:graphicFrameChg chg="mod">
          <ac:chgData name="Adriana Miriam Ylizaliturri Gomez" userId="c054c78c-207c-4278-ae44-884dbebca744" providerId="ADAL" clId="{9B871E66-1A30-42FF-AF18-83FDFD9111C9}" dt="2026-06-26T20:00:43.432" v="225"/>
          <ac:graphicFrameMkLst>
            <pc:docMk/>
            <pc:sldMk cId="0" sldId="258"/>
            <ac:graphicFrameMk id="117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0:02:34.031" v="230" actId="14861"/>
          <ac:graphicFrameMkLst>
            <pc:docMk/>
            <pc:sldMk cId="0" sldId="258"/>
            <ac:graphicFrameMk id="137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19:38:45.412" v="63" actId="1036"/>
          <ac:graphicFrameMkLst>
            <pc:docMk/>
            <pc:sldMk cId="0" sldId="258"/>
            <ac:graphicFrameMk id="138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19:38:45.412" v="63" actId="1036"/>
          <ac:graphicFrameMkLst>
            <pc:docMk/>
            <pc:sldMk cId="0" sldId="258"/>
            <ac:graphicFrameMk id="139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6T19:38:45.412" v="63" actId="1036"/>
          <ac:picMkLst>
            <pc:docMk/>
            <pc:sldMk cId="0" sldId="258"/>
            <ac:picMk id="110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19:41:18.749" v="206" actId="1076"/>
          <ac:picMkLst>
            <pc:docMk/>
            <pc:sldMk cId="0" sldId="258"/>
            <ac:picMk id="119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19:40:50.061" v="177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19:40:59.354" v="178" actId="1076"/>
          <ac:picMkLst>
            <pc:docMk/>
            <pc:sldMk cId="0" sldId="258"/>
            <ac:picMk id="125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19:41:31.968" v="208" actId="1076"/>
          <ac:picMkLst>
            <pc:docMk/>
            <pc:sldMk cId="0" sldId="258"/>
            <ac:picMk id="128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19:42:13.395" v="212" actId="1076"/>
          <ac:picMkLst>
            <pc:docMk/>
            <pc:sldMk cId="0" sldId="258"/>
            <ac:picMk id="131" creationId="{00000000-0000-0000-0000-000000000000}"/>
          </ac:picMkLst>
        </pc:picChg>
        <pc:cxnChg chg="add mod">
          <ac:chgData name="Adriana Miriam Ylizaliturri Gomez" userId="c054c78c-207c-4278-ae44-884dbebca744" providerId="ADAL" clId="{9B871E66-1A30-42FF-AF18-83FDFD9111C9}" dt="2026-06-26T19:42:26.250" v="214" actId="14100"/>
          <ac:cxnSpMkLst>
            <pc:docMk/>
            <pc:sldMk cId="0" sldId="258"/>
            <ac:cxnSpMk id="3" creationId="{75BFF79C-E440-A237-C553-91341EC6C05E}"/>
          </ac:cxnSpMkLst>
        </pc:cxnChg>
      </pc:sldChg>
      <pc:sldChg chg="modSp mod modNotes">
        <pc:chgData name="Adriana Miriam Ylizaliturri Gomez" userId="c054c78c-207c-4278-ae44-884dbebca744" providerId="ADAL" clId="{9B871E66-1A30-42FF-AF18-83FDFD9111C9}" dt="2026-06-29T19:14:07.166" v="2449" actId="1076"/>
        <pc:sldMkLst>
          <pc:docMk/>
          <pc:sldMk cId="0" sldId="259"/>
        </pc:sldMkLst>
        <pc:spChg chg="mod">
          <ac:chgData name="Adriana Miriam Ylizaliturri Gomez" userId="c054c78c-207c-4278-ae44-884dbebca744" providerId="ADAL" clId="{9B871E66-1A30-42FF-AF18-83FDFD9111C9}" dt="2026-06-29T16:56:50.401" v="1927" actId="20577"/>
          <ac:spMkLst>
            <pc:docMk/>
            <pc:sldMk cId="0" sldId="259"/>
            <ac:spMk id="139" creationId="{00000000-0000-0000-0000-000000000000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9T17:50:06.299" v="2046" actId="947"/>
          <ac:graphicFrameMkLst>
            <pc:docMk/>
            <pc:sldMk cId="0" sldId="259"/>
            <ac:graphicFrameMk id="135" creationId="{00000000-0000-0000-0000-000000000000}"/>
          </ac:graphicFrameMkLst>
        </pc:graphicFrameChg>
        <pc:graphicFrameChg chg="modGraphic">
          <ac:chgData name="Adriana Miriam Ylizaliturri Gomez" userId="c054c78c-207c-4278-ae44-884dbebca744" providerId="ADAL" clId="{9B871E66-1A30-42FF-AF18-83FDFD9111C9}" dt="2026-06-29T17:13:47.809" v="2039" actId="20577"/>
          <ac:graphicFrameMkLst>
            <pc:docMk/>
            <pc:sldMk cId="0" sldId="259"/>
            <ac:graphicFrameMk id="136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9T19:14:07.166" v="2449" actId="1076"/>
          <ac:graphicFrameMkLst>
            <pc:docMk/>
            <pc:sldMk cId="0" sldId="259"/>
            <ac:graphicFrameMk id="137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9T19:13:57.910" v="2448" actId="1076"/>
          <ac:picMkLst>
            <pc:docMk/>
            <pc:sldMk cId="0" sldId="259"/>
            <ac:picMk id="134" creationId="{00000000-0000-0000-0000-000000000000}"/>
          </ac:picMkLst>
        </pc:picChg>
      </pc:sldChg>
      <pc:sldChg chg="modSp mod modNotes">
        <pc:chgData name="Adriana Miriam Ylizaliturri Gomez" userId="c054c78c-207c-4278-ae44-884dbebca744" providerId="ADAL" clId="{9B871E66-1A30-42FF-AF18-83FDFD9111C9}" dt="2026-06-29T18:35:33.394" v="2192" actId="14734"/>
        <pc:sldMkLst>
          <pc:docMk/>
          <pc:sldMk cId="0" sldId="260"/>
        </pc:sldMkLst>
        <pc:spChg chg="mod">
          <ac:chgData name="Adriana Miriam Ylizaliturri Gomez" userId="c054c78c-207c-4278-ae44-884dbebca744" providerId="ADAL" clId="{9B871E66-1A30-42FF-AF18-83FDFD9111C9}" dt="2026-06-26T20:47:13.004" v="269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6:57:08.036" v="1930" actId="20577"/>
          <ac:spMkLst>
            <pc:docMk/>
            <pc:sldMk cId="0" sldId="260"/>
            <ac:spMk id="12" creationId="{00000000-0000-0000-0000-000000000000}"/>
          </ac:spMkLst>
        </pc:spChg>
        <pc:graphicFrameChg chg="modGraphic">
          <ac:chgData name="Adriana Miriam Ylizaliturri Gomez" userId="c054c78c-207c-4278-ae44-884dbebca744" providerId="ADAL" clId="{9B871E66-1A30-42FF-AF18-83FDFD9111C9}" dt="2026-06-29T18:35:33.394" v="2192" actId="14734"/>
          <ac:graphicFrameMkLst>
            <pc:docMk/>
            <pc:sldMk cId="0" sldId="260"/>
            <ac:graphicFrameMk id="11" creationId="{00000000-0000-0000-0000-000000000000}"/>
          </ac:graphicFrameMkLst>
        </pc:graphicFrameChg>
      </pc:sldChg>
      <pc:sldChg chg="modSp mod modNotes">
        <pc:chgData name="Adriana Miriam Ylizaliturri Gomez" userId="c054c78c-207c-4278-ae44-884dbebca744" providerId="ADAL" clId="{9B871E66-1A30-42FF-AF18-83FDFD9111C9}" dt="2026-06-26T21:18:19.681" v="539"/>
        <pc:sldMkLst>
          <pc:docMk/>
          <pc:sldMk cId="0" sldId="262"/>
        </pc:sldMkLst>
        <pc:graphicFrameChg chg="modGraphic">
          <ac:chgData name="Adriana Miriam Ylizaliturri Gomez" userId="c054c78c-207c-4278-ae44-884dbebca744" providerId="ADAL" clId="{9B871E66-1A30-42FF-AF18-83FDFD9111C9}" dt="2026-06-26T21:06:42.631" v="527" actId="3064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 mod modNotes">
        <pc:chgData name="Adriana Miriam Ylizaliturri Gomez" userId="c054c78c-207c-4278-ae44-884dbebca744" providerId="ADAL" clId="{9B871E66-1A30-42FF-AF18-83FDFD9111C9}" dt="2026-06-29T18:37:45.163" v="2326" actId="1038"/>
        <pc:sldMkLst>
          <pc:docMk/>
          <pc:sldMk cId="0" sldId="263"/>
        </pc:sldMkLst>
        <pc:spChg chg="mod">
          <ac:chgData name="Adriana Miriam Ylizaliturri Gomez" userId="c054c78c-207c-4278-ae44-884dbebca744" providerId="ADAL" clId="{9B871E66-1A30-42FF-AF18-83FDFD9111C9}" dt="2026-06-29T18:37:10.315" v="2268" actId="103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7:21.742" v="2301" actId="103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7:16.301" v="2284" actId="103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7:45.163" v="2326" actId="1038"/>
          <ac:spMkLst>
            <pc:docMk/>
            <pc:sldMk cId="0" sldId="263"/>
            <ac:spMk id="2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7:39.802" v="2315" actId="1038"/>
          <ac:spMkLst>
            <pc:docMk/>
            <pc:sldMk cId="0" sldId="263"/>
            <ac:spMk id="24" creationId="{00000000-0000-0000-0000-000000000000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9T18:37:13.514" v="2277" actId="1036"/>
          <ac:graphicFrameMkLst>
            <pc:docMk/>
            <pc:sldMk cId="0" sldId="263"/>
            <ac:graphicFrameMk id="22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9T18:37:33.962" v="2302" actId="14100"/>
          <ac:graphicFrameMkLst>
            <pc:docMk/>
            <pc:sldMk cId="0" sldId="263"/>
            <ac:graphicFrameMk id="23" creationId="{00000000-0000-0000-0000-00000000000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9T18:37:18.726" v="2291" actId="1036"/>
          <ac:cxnSpMkLst>
            <pc:docMk/>
            <pc:sldMk cId="0" sldId="263"/>
            <ac:cxnSpMk id="19" creationId="{00000000-0000-0000-0000-000000000000}"/>
          </ac:cxnSpMkLst>
        </pc:cxnChg>
      </pc:sldChg>
      <pc:sldChg chg="modSp mod modNotes">
        <pc:chgData name="Adriana Miriam Ylizaliturri Gomez" userId="c054c78c-207c-4278-ae44-884dbebca744" providerId="ADAL" clId="{9B871E66-1A30-42FF-AF18-83FDFD9111C9}" dt="2026-06-29T18:38:32.250" v="2350" actId="14734"/>
        <pc:sldMkLst>
          <pc:docMk/>
          <pc:sldMk cId="0" sldId="267"/>
        </pc:sldMkLst>
        <pc:graphicFrameChg chg="mod modGraphic">
          <ac:chgData name="Adriana Miriam Ylizaliturri Gomez" userId="c054c78c-207c-4278-ae44-884dbebca744" providerId="ADAL" clId="{9B871E66-1A30-42FF-AF18-83FDFD9111C9}" dt="2026-06-29T18:38:32.250" v="2350" actId="14734"/>
          <ac:graphicFrameMkLst>
            <pc:docMk/>
            <pc:sldMk cId="0" sldId="267"/>
            <ac:graphicFrameMk id="233" creationId="{00000000-0000-0000-0000-000000000000}"/>
          </ac:graphicFrameMkLst>
        </pc:graphicFrameChg>
      </pc:sldChg>
      <pc:sldChg chg="modSp mod modNotes">
        <pc:chgData name="Adriana Miriam Ylizaliturri Gomez" userId="c054c78c-207c-4278-ae44-884dbebca744" providerId="ADAL" clId="{9B871E66-1A30-42FF-AF18-83FDFD9111C9}" dt="2026-06-29T18:39:38.866" v="2377" actId="1076"/>
        <pc:sldMkLst>
          <pc:docMk/>
          <pc:sldMk cId="0" sldId="270"/>
        </pc:sldMkLst>
        <pc:spChg chg="mod">
          <ac:chgData name="Adriana Miriam Ylizaliturri Gomez" userId="c054c78c-207c-4278-ae44-884dbebca744" providerId="ADAL" clId="{9B871E66-1A30-42FF-AF18-83FDFD9111C9}" dt="2026-06-29T18:39:38.866" v="2377" actId="1076"/>
          <ac:spMkLst>
            <pc:docMk/>
            <pc:sldMk cId="0" sldId="270"/>
            <ac:spMk id="323" creationId="{00000000-0000-0000-0000-000000000000}"/>
          </ac:spMkLst>
        </pc:spChg>
      </pc:sldChg>
      <pc:sldChg chg="modSp mod modNotes">
        <pc:chgData name="Adriana Miriam Ylizaliturri Gomez" userId="c054c78c-207c-4278-ae44-884dbebca744" providerId="ADAL" clId="{9B871E66-1A30-42FF-AF18-83FDFD9111C9}" dt="2026-06-29T18:26:18.564" v="2189" actId="403"/>
        <pc:sldMkLst>
          <pc:docMk/>
          <pc:sldMk cId="0" sldId="271"/>
        </pc:sldMkLst>
        <pc:spChg chg="mod">
          <ac:chgData name="Adriana Miriam Ylizaliturri Gomez" userId="c054c78c-207c-4278-ae44-884dbebca744" providerId="ADAL" clId="{9B871E66-1A30-42FF-AF18-83FDFD9111C9}" dt="2026-06-26T22:05:47.198" v="1263" actId="1036"/>
          <ac:spMkLst>
            <pc:docMk/>
            <pc:sldMk cId="0" sldId="271"/>
            <ac:spMk id="31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6:01.135" v="1273" actId="1035"/>
          <ac:spMkLst>
            <pc:docMk/>
            <pc:sldMk cId="0" sldId="271"/>
            <ac:spMk id="31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1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1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1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2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3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3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3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4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4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30.884" v="1217" actId="1035"/>
          <ac:spMkLst>
            <pc:docMk/>
            <pc:sldMk cId="0" sldId="271"/>
            <ac:spMk id="34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5:47.198" v="1263" actId="1036"/>
          <ac:spMkLst>
            <pc:docMk/>
            <pc:sldMk cId="0" sldId="271"/>
            <ac:spMk id="34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06:01.135" v="1273" actId="1035"/>
          <ac:spMkLst>
            <pc:docMk/>
            <pc:sldMk cId="0" sldId="271"/>
            <ac:spMk id="34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26:18.564" v="2189" actId="403"/>
          <ac:spMkLst>
            <pc:docMk/>
            <pc:sldMk cId="0" sldId="271"/>
            <ac:spMk id="346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2:06:01.135" v="1273" actId="1035"/>
          <ac:graphicFrameMkLst>
            <pc:docMk/>
            <pc:sldMk cId="0" sldId="271"/>
            <ac:graphicFrameMk id="334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2:06:01.135" v="1273" actId="1035"/>
          <ac:graphicFrameMkLst>
            <pc:docMk/>
            <pc:sldMk cId="0" sldId="271"/>
            <ac:graphicFrameMk id="344" creationId="{00000000-0000-0000-0000-000000000000}"/>
          </ac:graphicFrameMkLst>
        </pc:graphicFrameChg>
      </pc:sldChg>
      <pc:sldChg chg="modSp mod modNotes">
        <pc:chgData name="Adriana Miriam Ylizaliturri Gomez" userId="c054c78c-207c-4278-ae44-884dbebca744" providerId="ADAL" clId="{9B871E66-1A30-42FF-AF18-83FDFD9111C9}" dt="2026-06-29T18:40:17.469" v="2423" actId="1038"/>
        <pc:sldMkLst>
          <pc:docMk/>
          <pc:sldMk cId="0" sldId="272"/>
        </pc:sldMkLst>
        <pc:spChg chg="mod">
          <ac:chgData name="Adriana Miriam Ylizaliturri Gomez" userId="c054c78c-207c-4278-ae44-884dbebca744" providerId="ADAL" clId="{9B871E66-1A30-42FF-AF18-83FDFD9111C9}" dt="2026-06-29T18:40:04.786" v="2392" actId="1076"/>
          <ac:spMkLst>
            <pc:docMk/>
            <pc:sldMk cId="0" sldId="272"/>
            <ac:spMk id="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40:17.469" v="2423" actId="1038"/>
          <ac:spMkLst>
            <pc:docMk/>
            <pc:sldMk cId="0" sldId="272"/>
            <ac:spMk id="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26:05.548" v="2171" actId="1035"/>
          <ac:spMkLst>
            <pc:docMk/>
            <pc:sldMk cId="0" sldId="272"/>
            <ac:spMk id="11" creationId="{00000000-0000-0000-0000-000000000000}"/>
          </ac:spMkLst>
        </pc:spChg>
        <pc:picChg chg="mod">
          <ac:chgData name="Adriana Miriam Ylizaliturri Gomez" userId="c054c78c-207c-4278-ae44-884dbebca744" providerId="ADAL" clId="{9B871E66-1A30-42FF-AF18-83FDFD9111C9}" dt="2026-06-29T18:40:09.219" v="2393" actId="1076"/>
          <ac:picMkLst>
            <pc:docMk/>
            <pc:sldMk cId="0" sldId="272"/>
            <ac:picMk id="6" creationId="{00000000-0000-0000-0000-000000000000}"/>
          </ac:picMkLst>
        </pc:picChg>
      </pc:sldChg>
      <pc:sldChg chg="modSp mod modNotes">
        <pc:chgData name="Adriana Miriam Ylizaliturri Gomez" userId="c054c78c-207c-4278-ae44-884dbebca744" providerId="ADAL" clId="{9B871E66-1A30-42FF-AF18-83FDFD9111C9}" dt="2026-06-29T18:41:02.554" v="2429" actId="14100"/>
        <pc:sldMkLst>
          <pc:docMk/>
          <pc:sldMk cId="0" sldId="277"/>
        </pc:sldMkLst>
        <pc:spChg chg="mod">
          <ac:chgData name="Adriana Miriam Ylizaliturri Gomez" userId="c054c78c-207c-4278-ae44-884dbebca744" providerId="ADAL" clId="{9B871E66-1A30-42FF-AF18-83FDFD9111C9}" dt="2026-06-26T22:39:01.356" v="1705" actId="1035"/>
          <ac:spMkLst>
            <pc:docMk/>
            <pc:sldMk cId="0" sldId="277"/>
            <ac:spMk id="46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39:38.372" v="1735" actId="1076"/>
          <ac:spMkLst>
            <pc:docMk/>
            <pc:sldMk cId="0" sldId="277"/>
            <ac:spMk id="472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2:39:01.356" v="1705" actId="1035"/>
          <ac:graphicFrameMkLst>
            <pc:docMk/>
            <pc:sldMk cId="0" sldId="277"/>
            <ac:graphicFrameMk id="457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2:39:01.356" v="1705" actId="1035"/>
          <ac:graphicFrameMkLst>
            <pc:docMk/>
            <pc:sldMk cId="0" sldId="277"/>
            <ac:graphicFrameMk id="467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2:39:07.893" v="1707" actId="14734"/>
          <ac:graphicFrameMkLst>
            <pc:docMk/>
            <pc:sldMk cId="0" sldId="277"/>
            <ac:graphicFrameMk id="468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2:39:20.814" v="1732" actId="14734"/>
          <ac:graphicFrameMkLst>
            <pc:docMk/>
            <pc:sldMk cId="0" sldId="277"/>
            <ac:graphicFrameMk id="469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6T23:08:49.896" v="1924" actId="1035"/>
          <ac:picMkLst>
            <pc:docMk/>
            <pc:sldMk cId="0" sldId="277"/>
            <ac:picMk id="458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6T23:08:42.009" v="1906" actId="1035"/>
          <ac:picMkLst>
            <pc:docMk/>
            <pc:sldMk cId="0" sldId="277"/>
            <ac:picMk id="459" creationId="{00000000-0000-0000-0000-000000000000}"/>
          </ac:picMkLst>
        </pc:picChg>
        <pc:picChg chg="mod">
          <ac:chgData name="Adriana Miriam Ylizaliturri Gomez" userId="c054c78c-207c-4278-ae44-884dbebca744" providerId="ADAL" clId="{9B871E66-1A30-42FF-AF18-83FDFD9111C9}" dt="2026-06-29T18:41:02.554" v="2429" actId="14100"/>
          <ac:picMkLst>
            <pc:docMk/>
            <pc:sldMk cId="0" sldId="277"/>
            <ac:picMk id="470" creationId="{00000000-0000-0000-0000-000000000000}"/>
          </ac:picMkLst>
        </pc:picChg>
      </pc:sldChg>
      <pc:sldChg chg="modNotes">
        <pc:chgData name="Adriana Miriam Ylizaliturri Gomez" userId="c054c78c-207c-4278-ae44-884dbebca744" providerId="ADAL" clId="{9B871E66-1A30-42FF-AF18-83FDFD9111C9}" dt="2026-06-26T21:18:19.681" v="539"/>
        <pc:sldMkLst>
          <pc:docMk/>
          <pc:sldMk cId="0" sldId="278"/>
        </pc:sldMkLst>
      </pc:sldChg>
      <pc:sldChg chg="addSp delSp modSp mod modNotes">
        <pc:chgData name="Adriana Miriam Ylizaliturri Gomez" userId="c054c78c-207c-4278-ae44-884dbebca744" providerId="ADAL" clId="{9B871E66-1A30-42FF-AF18-83FDFD9111C9}" dt="2026-06-29T18:01:25.568" v="2109" actId="1036"/>
        <pc:sldMkLst>
          <pc:docMk/>
          <pc:sldMk cId="0" sldId="279"/>
        </pc:sldMkLst>
        <pc:spChg chg="add mod">
          <ac:chgData name="Adriana Miriam Ylizaliturri Gomez" userId="c054c78c-207c-4278-ae44-884dbebca744" providerId="ADAL" clId="{9B871E66-1A30-42FF-AF18-83FDFD9111C9}" dt="2026-06-26T22:56:29.566" v="1840" actId="6549"/>
          <ac:spMkLst>
            <pc:docMk/>
            <pc:sldMk cId="0" sldId="279"/>
            <ac:spMk id="6" creationId="{37BB56E1-43E4-B69D-579B-05D6CE3DD6EA}"/>
          </ac:spMkLst>
        </pc:spChg>
        <pc:spChg chg="mod">
          <ac:chgData name="Adriana Miriam Ylizaliturri Gomez" userId="c054c78c-207c-4278-ae44-884dbebca744" providerId="ADAL" clId="{9B871E66-1A30-42FF-AF18-83FDFD9111C9}" dt="2026-06-26T22:42:23.707" v="1833" actId="1038"/>
          <ac:spMkLst>
            <pc:docMk/>
            <pc:sldMk cId="0" sldId="279"/>
            <ac:spMk id="50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25.568" v="2109" actId="1036"/>
          <ac:spMkLst>
            <pc:docMk/>
            <pc:sldMk cId="0" sldId="279"/>
            <ac:spMk id="50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0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0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0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0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0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1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1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1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1:13.535" v="2076" actId="1037"/>
          <ac:spMkLst>
            <pc:docMk/>
            <pc:sldMk cId="0" sldId="279"/>
            <ac:spMk id="513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9T18:01:13.535" v="2076" actId="1037"/>
          <ac:graphicFrameMkLst>
            <pc:docMk/>
            <pc:sldMk cId="0" sldId="279"/>
            <ac:graphicFrameMk id="504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9T17:59:07.049" v="2057" actId="14861"/>
          <ac:graphicFrameMkLst>
            <pc:docMk/>
            <pc:sldMk cId="0" sldId="279"/>
            <ac:graphicFrameMk id="514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9T18:01:25.568" v="2109" actId="1036"/>
          <ac:picMkLst>
            <pc:docMk/>
            <pc:sldMk cId="0" sldId="279"/>
            <ac:picMk id="493" creationId="{00000000-0000-0000-0000-000000000000}"/>
          </ac:picMkLst>
        </pc:picChg>
      </pc:sldChg>
      <pc:sldChg chg="modSp mod modNotes">
        <pc:chgData name="Adriana Miriam Ylizaliturri Gomez" userId="c054c78c-207c-4278-ae44-884dbebca744" providerId="ADAL" clId="{9B871E66-1A30-42FF-AF18-83FDFD9111C9}" dt="2026-06-29T18:38:20.462" v="2347" actId="14734"/>
        <pc:sldMkLst>
          <pc:docMk/>
          <pc:sldMk cId="540716406" sldId="280"/>
        </pc:sldMkLst>
        <pc:spChg chg="mod">
          <ac:chgData name="Adriana Miriam Ylizaliturri Gomez" userId="c054c78c-207c-4278-ae44-884dbebca744" providerId="ADAL" clId="{9B871E66-1A30-42FF-AF18-83FDFD9111C9}" dt="2026-06-29T18:37:53.645" v="2330" actId="1035"/>
          <ac:spMkLst>
            <pc:docMk/>
            <pc:sldMk cId="540716406" sldId="280"/>
            <ac:spMk id="23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8:00.836" v="2344" actId="1038"/>
          <ac:spMkLst>
            <pc:docMk/>
            <pc:sldMk cId="540716406" sldId="280"/>
            <ac:spMk id="239" creationId="{00000000-0000-0000-0000-000000000000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9T18:38:20.462" v="2347" actId="14734"/>
          <ac:graphicFrameMkLst>
            <pc:docMk/>
            <pc:sldMk cId="540716406" sldId="280"/>
            <ac:graphicFrameMk id="236" creationId="{00000000-0000-0000-0000-000000000000}"/>
          </ac:graphicFrameMkLst>
        </pc:graphicFrameChg>
      </pc:sldChg>
      <pc:sldChg chg="addSp delSp modSp mod modNotes">
        <pc:chgData name="Adriana Miriam Ylizaliturri Gomez" userId="c054c78c-207c-4278-ae44-884dbebca744" providerId="ADAL" clId="{9B871E66-1A30-42FF-AF18-83FDFD9111C9}" dt="2026-06-26T21:44:12.024" v="928" actId="1035"/>
        <pc:sldMkLst>
          <pc:docMk/>
          <pc:sldMk cId="3828482411" sldId="281"/>
        </pc:sldMkLst>
        <pc:graphicFrameChg chg="add mod">
          <ac:chgData name="Adriana Miriam Ylizaliturri Gomez" userId="c054c78c-207c-4278-ae44-884dbebca744" providerId="ADAL" clId="{9B871E66-1A30-42FF-AF18-83FDFD9111C9}" dt="2026-06-26T21:44:12.024" v="928" actId="1035"/>
          <ac:graphicFrameMkLst>
            <pc:docMk/>
            <pc:sldMk cId="3828482411" sldId="281"/>
            <ac:graphicFrameMk id="7" creationId="{3A7908B4-E45B-899B-438B-6165A7EFF91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1:44:08.164" v="914" actId="1036"/>
          <ac:cxnSpMkLst>
            <pc:docMk/>
            <pc:sldMk cId="3828482411" sldId="281"/>
            <ac:cxnSpMk id="4" creationId="{00000000-0000-0000-0000-000000000000}"/>
          </ac:cxnSpMkLst>
        </pc:cxnChg>
      </pc:sldChg>
      <pc:sldChg chg="modSp mod modNotes">
        <pc:chgData name="Adriana Miriam Ylizaliturri Gomez" userId="c054c78c-207c-4278-ae44-884dbebca744" providerId="ADAL" clId="{9B871E66-1A30-42FF-AF18-83FDFD9111C9}" dt="2026-06-29T18:41:56.872" v="2445" actId="122"/>
        <pc:sldMkLst>
          <pc:docMk/>
          <pc:sldMk cId="0" sldId="282"/>
        </pc:sldMkLst>
        <pc:spChg chg="mod">
          <ac:chgData name="Adriana Miriam Ylizaliturri Gomez" userId="c054c78c-207c-4278-ae44-884dbebca744" providerId="ADAL" clId="{9B871E66-1A30-42FF-AF18-83FDFD9111C9}" dt="2026-06-26T23:08:01.396" v="1869" actId="113"/>
          <ac:spMkLst>
            <pc:docMk/>
            <pc:sldMk cId="0" sldId="282"/>
            <ac:spMk id="53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42:51.027" v="1834" actId="207"/>
          <ac:spMkLst>
            <pc:docMk/>
            <pc:sldMk cId="0" sldId="282"/>
            <ac:spMk id="53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41:51.372" v="2444" actId="20577"/>
          <ac:spMkLst>
            <pc:docMk/>
            <pc:sldMk cId="0" sldId="282"/>
            <ac:spMk id="53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35.626" v="1866" actId="1037"/>
          <ac:spMkLst>
            <pc:docMk/>
            <pc:sldMk cId="0" sldId="282"/>
            <ac:spMk id="53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35.626" v="1866" actId="1037"/>
          <ac:spMkLst>
            <pc:docMk/>
            <pc:sldMk cId="0" sldId="282"/>
            <ac:spMk id="539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35.626" v="1866" actId="1037"/>
          <ac:spMkLst>
            <pc:docMk/>
            <pc:sldMk cId="0" sldId="282"/>
            <ac:spMk id="540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35.626" v="1866" actId="1037"/>
          <ac:spMkLst>
            <pc:docMk/>
            <pc:sldMk cId="0" sldId="282"/>
            <ac:spMk id="54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35.626" v="1866" actId="1037"/>
          <ac:spMkLst>
            <pc:docMk/>
            <pc:sldMk cId="0" sldId="282"/>
            <ac:spMk id="54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35.626" v="1866" actId="1037"/>
          <ac:spMkLst>
            <pc:docMk/>
            <pc:sldMk cId="0" sldId="282"/>
            <ac:spMk id="54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35.626" v="1866" actId="1037"/>
          <ac:spMkLst>
            <pc:docMk/>
            <pc:sldMk cId="0" sldId="282"/>
            <ac:spMk id="545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28.634" v="1852" actId="1037"/>
          <ac:spMkLst>
            <pc:docMk/>
            <pc:sldMk cId="0" sldId="282"/>
            <ac:spMk id="546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28.634" v="1852" actId="1037"/>
          <ac:spMkLst>
            <pc:docMk/>
            <pc:sldMk cId="0" sldId="282"/>
            <ac:spMk id="54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28.634" v="1852" actId="1037"/>
          <ac:spMkLst>
            <pc:docMk/>
            <pc:sldMk cId="0" sldId="282"/>
            <ac:spMk id="548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3:07:28.634" v="1852" actId="1037"/>
          <ac:spMkLst>
            <pc:docMk/>
            <pc:sldMk cId="0" sldId="282"/>
            <ac:spMk id="549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2:55:46.128" v="1839" actId="1036"/>
          <ac:graphicFrameMkLst>
            <pc:docMk/>
            <pc:sldMk cId="0" sldId="282"/>
            <ac:graphicFrameMk id="523" creationId="{00000000-0000-0000-0000-000000000000}"/>
          </ac:graphicFrameMkLst>
        </pc:graphicFrameChg>
        <pc:graphicFrameChg chg="modGraphic">
          <ac:chgData name="Adriana Miriam Ylizaliturri Gomez" userId="c054c78c-207c-4278-ae44-884dbebca744" providerId="ADAL" clId="{9B871E66-1A30-42FF-AF18-83FDFD9111C9}" dt="2026-06-26T22:43:09.075" v="1835" actId="122"/>
          <ac:graphicFrameMkLst>
            <pc:docMk/>
            <pc:sldMk cId="0" sldId="282"/>
            <ac:graphicFrameMk id="533" creationId="{00000000-0000-0000-0000-000000000000}"/>
          </ac:graphicFrameMkLst>
        </pc:graphicFrameChg>
        <pc:graphicFrameChg chg="modGraphic">
          <ac:chgData name="Adriana Miriam Ylizaliturri Gomez" userId="c054c78c-207c-4278-ae44-884dbebca744" providerId="ADAL" clId="{9B871E66-1A30-42FF-AF18-83FDFD9111C9}" dt="2026-06-26T22:43:14.431" v="1836" actId="122"/>
          <ac:graphicFrameMkLst>
            <pc:docMk/>
            <pc:sldMk cId="0" sldId="282"/>
            <ac:graphicFrameMk id="535" creationId="{00000000-0000-0000-0000-000000000000}"/>
          </ac:graphicFrameMkLst>
        </pc:graphicFrameChg>
        <pc:graphicFrameChg chg="modGraphic">
          <ac:chgData name="Adriana Miriam Ylizaliturri Gomez" userId="c054c78c-207c-4278-ae44-884dbebca744" providerId="ADAL" clId="{9B871E66-1A30-42FF-AF18-83FDFD9111C9}" dt="2026-06-29T18:41:56.872" v="2445" actId="122"/>
          <ac:graphicFrameMkLst>
            <pc:docMk/>
            <pc:sldMk cId="0" sldId="282"/>
            <ac:graphicFrameMk id="536" creationId="{00000000-0000-0000-0000-00000000000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3:07:35.626" v="1866" actId="1037"/>
          <ac:cxnSpMkLst>
            <pc:docMk/>
            <pc:sldMk cId="0" sldId="282"/>
            <ac:cxnSpMk id="524" creationId="{00000000-0000-0000-0000-000000000000}"/>
          </ac:cxnSpMkLst>
        </pc:cxnChg>
        <pc:cxnChg chg="mod">
          <ac:chgData name="Adriana Miriam Ylizaliturri Gomez" userId="c054c78c-207c-4278-ae44-884dbebca744" providerId="ADAL" clId="{9B871E66-1A30-42FF-AF18-83FDFD9111C9}" dt="2026-06-26T23:07:35.626" v="1866" actId="1037"/>
          <ac:cxnSpMkLst>
            <pc:docMk/>
            <pc:sldMk cId="0" sldId="282"/>
            <ac:cxnSpMk id="529" creationId="{00000000-0000-0000-0000-000000000000}"/>
          </ac:cxnSpMkLst>
        </pc:cxnChg>
        <pc:cxnChg chg="mod">
          <ac:chgData name="Adriana Miriam Ylizaliturri Gomez" userId="c054c78c-207c-4278-ae44-884dbebca744" providerId="ADAL" clId="{9B871E66-1A30-42FF-AF18-83FDFD9111C9}" dt="2026-06-26T23:07:35.626" v="1866" actId="1037"/>
          <ac:cxnSpMkLst>
            <pc:docMk/>
            <pc:sldMk cId="0" sldId="282"/>
            <ac:cxnSpMk id="543" creationId="{00000000-0000-0000-0000-000000000000}"/>
          </ac:cxnSpMkLst>
        </pc:cxnChg>
      </pc:sldChg>
      <pc:sldChg chg="modSp mod modNotes">
        <pc:chgData name="Adriana Miriam Ylizaliturri Gomez" userId="c054c78c-207c-4278-ae44-884dbebca744" providerId="ADAL" clId="{9B871E66-1A30-42FF-AF18-83FDFD9111C9}" dt="2026-06-26T21:18:19.681" v="539"/>
        <pc:sldMkLst>
          <pc:docMk/>
          <pc:sldMk cId="748044913" sldId="287"/>
        </pc:sldMkLst>
        <pc:graphicFrameChg chg="mod">
          <ac:chgData name="Adriana Miriam Ylizaliturri Gomez" userId="c054c78c-207c-4278-ae44-884dbebca744" providerId="ADAL" clId="{9B871E66-1A30-42FF-AF18-83FDFD9111C9}" dt="2026-06-26T21:05:32.850" v="524" actId="1035"/>
          <ac:graphicFrameMkLst>
            <pc:docMk/>
            <pc:sldMk cId="748044913" sldId="287"/>
            <ac:graphicFrameMk id="2" creationId="{F2D6C05B-51A4-834F-C9A2-7487BEF48754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05:38.291" v="525"/>
          <ac:graphicFrameMkLst>
            <pc:docMk/>
            <pc:sldMk cId="748044913" sldId="287"/>
            <ac:graphicFrameMk id="230" creationId="{AC3C5A3E-612D-5067-1D46-BCA5AE81D01D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1:18:07.427" v="538" actId="6549"/>
          <ac:graphicFrameMkLst>
            <pc:docMk/>
            <pc:sldMk cId="748044913" sldId="287"/>
            <ac:graphicFrameMk id="236" creationId="{00000000-0000-0000-0000-000000000000}"/>
          </ac:graphicFrameMkLst>
        </pc:graphicFrameChg>
      </pc:sldChg>
      <pc:sldChg chg="addSp modSp mod modNotes">
        <pc:chgData name="Adriana Miriam Ylizaliturri Gomez" userId="c054c78c-207c-4278-ae44-884dbebca744" providerId="ADAL" clId="{9B871E66-1A30-42FF-AF18-83FDFD9111C9}" dt="2026-06-29T17:03:31.922" v="2036" actId="20577"/>
        <pc:sldMkLst>
          <pc:docMk/>
          <pc:sldMk cId="3805655920" sldId="288"/>
        </pc:sldMkLst>
        <pc:spChg chg="mod">
          <ac:chgData name="Adriana Miriam Ylizaliturri Gomez" userId="c054c78c-207c-4278-ae44-884dbebca744" providerId="ADAL" clId="{9B871E66-1A30-42FF-AF18-83FDFD9111C9}" dt="2026-06-26T21:46:34.677" v="975" actId="1076"/>
          <ac:spMkLst>
            <pc:docMk/>
            <pc:sldMk cId="3805655920" sldId="288"/>
            <ac:spMk id="4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9T17:03:31.922" v="2036" actId="20577"/>
          <ac:spMkLst>
            <pc:docMk/>
            <pc:sldMk cId="3805655920" sldId="288"/>
            <ac:spMk id="8" creationId="{4BCACD4D-5E60-4BE3-4A60-8ED40CD6400D}"/>
          </ac:spMkLst>
        </pc:spChg>
        <pc:spChg chg="add mod">
          <ac:chgData name="Adriana Miriam Ylizaliturri Gomez" userId="c054c78c-207c-4278-ae44-884dbebca744" providerId="ADAL" clId="{9B871E66-1A30-42FF-AF18-83FDFD9111C9}" dt="2026-06-26T22:03:27.650" v="1171" actId="1036"/>
          <ac:spMkLst>
            <pc:docMk/>
            <pc:sldMk cId="3805655920" sldId="288"/>
            <ac:spMk id="16" creationId="{3948400A-C1F4-1CD3-96CB-60E6BDD330BE}"/>
          </ac:spMkLst>
        </pc:spChg>
        <pc:spChg chg="add mod">
          <ac:chgData name="Adriana Miriam Ylizaliturri Gomez" userId="c054c78c-207c-4278-ae44-884dbebca744" providerId="ADAL" clId="{9B871E66-1A30-42FF-AF18-83FDFD9111C9}" dt="2026-06-26T22:02:56.321" v="1117" actId="1035"/>
          <ac:spMkLst>
            <pc:docMk/>
            <pc:sldMk cId="3805655920" sldId="288"/>
            <ac:spMk id="18" creationId="{6D3AFAC0-00EA-3C5E-B8EE-3E7046AAF24C}"/>
          </ac:spMkLst>
        </pc:spChg>
        <pc:spChg chg="add mod">
          <ac:chgData name="Adriana Miriam Ylizaliturri Gomez" userId="c054c78c-207c-4278-ae44-884dbebca744" providerId="ADAL" clId="{9B871E66-1A30-42FF-AF18-83FDFD9111C9}" dt="2026-06-26T22:02:56.321" v="1117" actId="1035"/>
          <ac:spMkLst>
            <pc:docMk/>
            <pc:sldMk cId="3805655920" sldId="288"/>
            <ac:spMk id="20" creationId="{35C1C9E2-E268-4365-46C6-AECA80D5CE95}"/>
          </ac:spMkLst>
        </pc:spChg>
        <pc:spChg chg="add mod">
          <ac:chgData name="Adriana Miriam Ylizaliturri Gomez" userId="c054c78c-207c-4278-ae44-884dbebca744" providerId="ADAL" clId="{9B871E66-1A30-42FF-AF18-83FDFD9111C9}" dt="2026-06-26T22:02:56.321" v="1117" actId="1035"/>
          <ac:spMkLst>
            <pc:docMk/>
            <pc:sldMk cId="3805655920" sldId="288"/>
            <ac:spMk id="22" creationId="{6F4B3362-A52C-B9B8-B666-27B7453864C0}"/>
          </ac:spMkLst>
        </pc:spChg>
        <pc:graphicFrameChg chg="mod">
          <ac:chgData name="Adriana Miriam Ylizaliturri Gomez" userId="c054c78c-207c-4278-ae44-884dbebca744" providerId="ADAL" clId="{9B871E66-1A30-42FF-AF18-83FDFD9111C9}" dt="2026-06-26T21:44:33.764" v="946" actId="1035"/>
          <ac:graphicFrameMkLst>
            <pc:docMk/>
            <pc:sldMk cId="3805655920" sldId="288"/>
            <ac:graphicFrameMk id="2" creationId="{24761208-7A00-E3E2-5980-1646AF1515AF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1:45:13.304" v="959" actId="122"/>
          <ac:graphicFrameMkLst>
            <pc:docMk/>
            <pc:sldMk cId="3805655920" sldId="288"/>
            <ac:graphicFrameMk id="5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1:46:14.349" v="972" actId="14100"/>
          <ac:graphicFrameMkLst>
            <pc:docMk/>
            <pc:sldMk cId="3805655920" sldId="288"/>
            <ac:graphicFrameMk id="6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2:03:16.448" v="1165" actId="1036"/>
          <ac:graphicFrameMkLst>
            <pc:docMk/>
            <pc:sldMk cId="3805655920" sldId="288"/>
            <ac:graphicFrameMk id="10" creationId="{0E170FF4-7E17-D385-FC3E-D8BA94D56E68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2:03:29.929" v="1177" actId="1036"/>
          <ac:graphicFrameMkLst>
            <pc:docMk/>
            <pc:sldMk cId="3805655920" sldId="288"/>
            <ac:graphicFrameMk id="12" creationId="{1652BF2C-F1F4-CC84-E092-3F24BAB923C3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2:03:27.650" v="1171" actId="1036"/>
          <ac:graphicFrameMkLst>
            <pc:docMk/>
            <pc:sldMk cId="3805655920" sldId="288"/>
            <ac:graphicFrameMk id="14" creationId="{E619C0CB-298E-1FE1-3C72-7C1298E9D93D}"/>
          </ac:graphicFrameMkLst>
        </pc:graphicFrameChg>
        <pc:picChg chg="add mod">
          <ac:chgData name="Adriana Miriam Ylizaliturri Gomez" userId="c054c78c-207c-4278-ae44-884dbebca744" providerId="ADAL" clId="{9B871E66-1A30-42FF-AF18-83FDFD9111C9}" dt="2026-06-26T22:02:56.321" v="1117" actId="1035"/>
          <ac:picMkLst>
            <pc:docMk/>
            <pc:sldMk cId="3805655920" sldId="288"/>
            <ac:picMk id="24" creationId="{0A1D9967-7783-B0C3-F696-BCFFCAD0BC40}"/>
          </ac:picMkLst>
        </pc:picChg>
        <pc:picChg chg="add mod">
          <ac:chgData name="Adriana Miriam Ylizaliturri Gomez" userId="c054c78c-207c-4278-ae44-884dbebca744" providerId="ADAL" clId="{9B871E66-1A30-42FF-AF18-83FDFD9111C9}" dt="2026-06-26T22:02:56.321" v="1117" actId="1035"/>
          <ac:picMkLst>
            <pc:docMk/>
            <pc:sldMk cId="3805655920" sldId="288"/>
            <ac:picMk id="26" creationId="{AD0DE20E-B6B4-B787-F5DC-1BFB34426BFC}"/>
          </ac:picMkLst>
        </pc:picChg>
        <pc:picChg chg="add mod">
          <ac:chgData name="Adriana Miriam Ylizaliturri Gomez" userId="c054c78c-207c-4278-ae44-884dbebca744" providerId="ADAL" clId="{9B871E66-1A30-42FF-AF18-83FDFD9111C9}" dt="2026-06-26T22:02:56.321" v="1117" actId="1035"/>
          <ac:picMkLst>
            <pc:docMk/>
            <pc:sldMk cId="3805655920" sldId="288"/>
            <ac:picMk id="28" creationId="{63F54649-FFA8-D2BF-3563-D3E159C9EB99}"/>
          </ac:picMkLst>
        </pc:picChg>
      </pc:sldChg>
      <pc:sldChg chg="addSp delSp modSp mod">
        <pc:chgData name="Adriana Miriam Ylizaliturri Gomez" userId="c054c78c-207c-4278-ae44-884dbebca744" providerId="ADAL" clId="{9B871E66-1A30-42FF-AF18-83FDFD9111C9}" dt="2026-06-29T17:44:28.291" v="2040" actId="14100"/>
        <pc:sldMkLst>
          <pc:docMk/>
          <pc:sldMk cId="3763779569" sldId="289"/>
        </pc:sldMkLst>
        <pc:spChg chg="add mod">
          <ac:chgData name="Adriana Miriam Ylizaliturri Gomez" userId="c054c78c-207c-4278-ae44-884dbebca744" providerId="ADAL" clId="{9B871E66-1A30-42FF-AF18-83FDFD9111C9}" dt="2026-06-26T19:37:29.913" v="29" actId="1035"/>
          <ac:spMkLst>
            <pc:docMk/>
            <pc:sldMk cId="3763779569" sldId="289"/>
            <ac:spMk id="5" creationId="{991CDF83-34A8-5F14-0421-561276577A47}"/>
          </ac:spMkLst>
        </pc:spChg>
        <pc:spChg chg="add mod">
          <ac:chgData name="Adriana Miriam Ylizaliturri Gomez" userId="c054c78c-207c-4278-ae44-884dbebca744" providerId="ADAL" clId="{9B871E66-1A30-42FF-AF18-83FDFD9111C9}" dt="2026-06-26T19:37:29.913" v="29" actId="1035"/>
          <ac:spMkLst>
            <pc:docMk/>
            <pc:sldMk cId="3763779569" sldId="289"/>
            <ac:spMk id="7" creationId="{CD48B1D1-0435-04CA-B0A5-BF695CE59600}"/>
          </ac:spMkLst>
        </pc:spChg>
        <pc:picChg chg="add 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11" creationId="{57E12DC1-12A7-816A-14C0-21EAD0D18E74}"/>
          </ac:picMkLst>
        </pc:picChg>
        <pc:picChg chg="add 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13" creationId="{BA068781-5AEF-5427-78AA-3B0A57EF018F}"/>
          </ac:picMkLst>
        </pc:picChg>
        <pc:picChg chg="add 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15" creationId="{A65B5BC9-B55B-7960-CE70-57B9AFE819A1}"/>
          </ac:picMkLst>
        </pc:picChg>
        <pc:picChg chg="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17" creationId="{89B320FE-CA83-F1A9-563D-42BA1F2B7264}"/>
          </ac:picMkLst>
        </pc:picChg>
        <pc:picChg chg="add 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19" creationId="{4FC61F73-6818-A9BC-6F01-11083066DF6E}"/>
          </ac:picMkLst>
        </pc:picChg>
        <pc:picChg chg="add mod">
          <ac:chgData name="Adriana Miriam Ylizaliturri Gomez" userId="c054c78c-207c-4278-ae44-884dbebca744" providerId="ADAL" clId="{9B871E66-1A30-42FF-AF18-83FDFD9111C9}" dt="2026-06-26T19:37:29.913" v="29" actId="1035"/>
          <ac:picMkLst>
            <pc:docMk/>
            <pc:sldMk cId="3763779569" sldId="289"/>
            <ac:picMk id="21" creationId="{6F8326F8-4F77-B89B-F481-95470E53D164}"/>
          </ac:picMkLst>
        </pc:picChg>
        <pc:picChg chg="add 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23" creationId="{093155A2-5B75-3CD2-A3A2-770BA7AAF30E}"/>
          </ac:picMkLst>
        </pc:picChg>
        <pc:picChg chg="add 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25" creationId="{E6CEBB4F-61EC-ED29-53E5-E7B6AE178930}"/>
          </ac:picMkLst>
        </pc:picChg>
        <pc:picChg chg="add mod">
          <ac:chgData name="Adriana Miriam Ylizaliturri Gomez" userId="c054c78c-207c-4278-ae44-884dbebca744" providerId="ADAL" clId="{9B871E66-1A30-42FF-AF18-83FDFD9111C9}" dt="2026-06-29T17:44:28.291" v="2040" actId="14100"/>
          <ac:picMkLst>
            <pc:docMk/>
            <pc:sldMk cId="3763779569" sldId="289"/>
            <ac:picMk id="27" creationId="{6D8445F7-D172-A80E-D559-D06946A88510}"/>
          </ac:picMkLst>
        </pc:picChg>
      </pc:sldChg>
      <pc:sldChg chg="addSp modSp mod modNotes">
        <pc:chgData name="Adriana Miriam Ylizaliturri Gomez" userId="c054c78c-207c-4278-ae44-884dbebca744" providerId="ADAL" clId="{9B871E66-1A30-42FF-AF18-83FDFD9111C9}" dt="2026-06-29T18:26:46.547" v="2191" actId="14734"/>
        <pc:sldMkLst>
          <pc:docMk/>
          <pc:sldMk cId="3240565764" sldId="297"/>
        </pc:sldMkLst>
        <pc:spChg chg="mod">
          <ac:chgData name="Adriana Miriam Ylizaliturri Gomez" userId="c054c78c-207c-4278-ae44-884dbebca744" providerId="ADAL" clId="{9B871E66-1A30-42FF-AF18-83FDFD9111C9}" dt="2026-06-26T22:29:44.472" v="1396" actId="1035"/>
          <ac:spMkLst>
            <pc:docMk/>
            <pc:sldMk cId="3240565764" sldId="297"/>
            <ac:spMk id="3" creationId="{21AE8FA6-CA77-F761-93C9-BF2570CBBE30}"/>
          </ac:spMkLst>
        </pc:spChg>
        <pc:spChg chg="mod">
          <ac:chgData name="Adriana Miriam Ylizaliturri Gomez" userId="c054c78c-207c-4278-ae44-884dbebca744" providerId="ADAL" clId="{9B871E66-1A30-42FF-AF18-83FDFD9111C9}" dt="2026-06-26T22:29:44.472" v="1396" actId="1035"/>
          <ac:spMkLst>
            <pc:docMk/>
            <pc:sldMk cId="3240565764" sldId="297"/>
            <ac:spMk id="6" creationId="{3C879FA3-8153-8C4E-8B9C-4DF691C41AD2}"/>
          </ac:spMkLst>
        </pc:spChg>
        <pc:spChg chg="mod">
          <ac:chgData name="Adriana Miriam Ylizaliturri Gomez" userId="c054c78c-207c-4278-ae44-884dbebca744" providerId="ADAL" clId="{9B871E66-1A30-42FF-AF18-83FDFD9111C9}" dt="2026-06-26T22:32:18.661" v="1444" actId="1036"/>
          <ac:spMkLst>
            <pc:docMk/>
            <pc:sldMk cId="3240565764" sldId="297"/>
            <ac:spMk id="7" creationId="{FD4175D4-66CF-7FBC-B843-C149C5339DF1}"/>
          </ac:spMkLst>
        </pc:spChg>
        <pc:spChg chg="mod">
          <ac:chgData name="Adriana Miriam Ylizaliturri Gomez" userId="c054c78c-207c-4278-ae44-884dbebca744" providerId="ADAL" clId="{9B871E66-1A30-42FF-AF18-83FDFD9111C9}" dt="2026-06-26T22:32:10.627" v="1429" actId="1035"/>
          <ac:spMkLst>
            <pc:docMk/>
            <pc:sldMk cId="3240565764" sldId="297"/>
            <ac:spMk id="9" creationId="{50F1217E-09B0-81A3-6E99-CB1DE729ADDF}"/>
          </ac:spMkLst>
        </pc:spChg>
        <pc:spChg chg="mod">
          <ac:chgData name="Adriana Miriam Ylizaliturri Gomez" userId="c054c78c-207c-4278-ae44-884dbebca744" providerId="ADAL" clId="{9B871E66-1A30-42FF-AF18-83FDFD9111C9}" dt="2026-06-26T22:29:44.472" v="1396" actId="1035"/>
          <ac:spMkLst>
            <pc:docMk/>
            <pc:sldMk cId="3240565764" sldId="297"/>
            <ac:spMk id="14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6T22:33:47.010" v="1533" actId="1035"/>
          <ac:spMkLst>
            <pc:docMk/>
            <pc:sldMk cId="3240565764" sldId="297"/>
            <ac:spMk id="18" creationId="{29EEDC9A-8FF6-8743-5EC1-835B69296465}"/>
          </ac:spMkLst>
        </pc:spChg>
        <pc:spChg chg="add mod">
          <ac:chgData name="Adriana Miriam Ylizaliturri Gomez" userId="c054c78c-207c-4278-ae44-884dbebca744" providerId="ADAL" clId="{9B871E66-1A30-42FF-AF18-83FDFD9111C9}" dt="2026-06-26T22:33:47.010" v="1533" actId="1035"/>
          <ac:spMkLst>
            <pc:docMk/>
            <pc:sldMk cId="3240565764" sldId="297"/>
            <ac:spMk id="28" creationId="{ED75332F-20E4-7613-E86C-76D10C9A2847}"/>
          </ac:spMkLst>
        </pc:spChg>
        <pc:spChg chg="add mod">
          <ac:chgData name="Adriana Miriam Ylizaliturri Gomez" userId="c054c78c-207c-4278-ae44-884dbebca744" providerId="ADAL" clId="{9B871E66-1A30-42FF-AF18-83FDFD9111C9}" dt="2026-06-26T22:34:44.202" v="1618" actId="14100"/>
          <ac:spMkLst>
            <pc:docMk/>
            <pc:sldMk cId="3240565764" sldId="297"/>
            <ac:spMk id="30" creationId="{43B2AB90-C1CF-71C3-70F1-C3D0019B739D}"/>
          </ac:spMkLst>
        </pc:spChg>
        <pc:spChg chg="add mod">
          <ac:chgData name="Adriana Miriam Ylizaliturri Gomez" userId="c054c78c-207c-4278-ae44-884dbebca744" providerId="ADAL" clId="{9B871E66-1A30-42FF-AF18-83FDFD9111C9}" dt="2026-06-26T22:34:24.993" v="1601" actId="14100"/>
          <ac:spMkLst>
            <pc:docMk/>
            <pc:sldMk cId="3240565764" sldId="297"/>
            <ac:spMk id="32" creationId="{ACCEF363-FFAF-F713-6610-435BC7D463C5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9T18:25:29.258" v="2146" actId="14861"/>
          <ac:graphicFrameMkLst>
            <pc:docMk/>
            <pc:sldMk cId="3240565764" sldId="297"/>
            <ac:graphicFrameMk id="11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9T18:25:21.457" v="2144" actId="14861"/>
          <ac:graphicFrameMkLst>
            <pc:docMk/>
            <pc:sldMk cId="3240565764" sldId="297"/>
            <ac:graphicFrameMk id="12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9T18:26:46.547" v="2191" actId="14734"/>
          <ac:graphicFrameMkLst>
            <pc:docMk/>
            <pc:sldMk cId="3240565764" sldId="297"/>
            <ac:graphicFrameMk id="13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2:33:20.611" v="1523" actId="1036"/>
          <ac:graphicFrameMkLst>
            <pc:docMk/>
            <pc:sldMk cId="3240565764" sldId="297"/>
            <ac:graphicFrameMk id="16" creationId="{4610D4ED-4628-2367-F446-BCB849C47F0F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9T18:25:36.932" v="2147" actId="14861"/>
          <ac:graphicFrameMkLst>
            <pc:docMk/>
            <pc:sldMk cId="3240565764" sldId="297"/>
            <ac:graphicFrameMk id="24" creationId="{96CC41ED-7B18-E390-483D-8566FC4C9E85}"/>
          </ac:graphicFrameMkLst>
        </pc:graphicFrameChg>
        <pc:graphicFrameChg chg="add mod modGraphic">
          <ac:chgData name="Adriana Miriam Ylizaliturri Gomez" userId="c054c78c-207c-4278-ae44-884dbebca744" providerId="ADAL" clId="{9B871E66-1A30-42FF-AF18-83FDFD9111C9}" dt="2026-06-29T18:26:40.555" v="2190" actId="14734"/>
          <ac:graphicFrameMkLst>
            <pc:docMk/>
            <pc:sldMk cId="3240565764" sldId="297"/>
            <ac:graphicFrameMk id="26" creationId="{FF96D73C-444D-E25C-51C4-7D96682B2206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6T22:29:44.472" v="1396" actId="1035"/>
          <ac:picMkLst>
            <pc:docMk/>
            <pc:sldMk cId="3240565764" sldId="297"/>
            <ac:picMk id="4" creationId="{AE9FD96F-084C-5DEE-6966-05F8D1633A42}"/>
          </ac:picMkLst>
        </pc:picChg>
        <pc:picChg chg="mod">
          <ac:chgData name="Adriana Miriam Ylizaliturri Gomez" userId="c054c78c-207c-4278-ae44-884dbebca744" providerId="ADAL" clId="{9B871E66-1A30-42FF-AF18-83FDFD9111C9}" dt="2026-06-26T22:29:44.472" v="1396" actId="1035"/>
          <ac:picMkLst>
            <pc:docMk/>
            <pc:sldMk cId="3240565764" sldId="297"/>
            <ac:picMk id="5" creationId="{4689FF38-8CFA-FB37-4E7B-B5603B7FC116}"/>
          </ac:picMkLst>
        </pc:picChg>
        <pc:picChg chg="mod">
          <ac:chgData name="Adriana Miriam Ylizaliturri Gomez" userId="c054c78c-207c-4278-ae44-884dbebca744" providerId="ADAL" clId="{9B871E66-1A30-42FF-AF18-83FDFD9111C9}" dt="2026-06-26T22:29:44.472" v="1396" actId="1035"/>
          <ac:picMkLst>
            <pc:docMk/>
            <pc:sldMk cId="3240565764" sldId="297"/>
            <ac:picMk id="8" creationId="{170CBE01-E044-2F44-556A-69D0B561DC01}"/>
          </ac:picMkLst>
        </pc:picChg>
        <pc:picChg chg="add mod">
          <ac:chgData name="Adriana Miriam Ylizaliturri Gomez" userId="c054c78c-207c-4278-ae44-884dbebca744" providerId="ADAL" clId="{9B871E66-1A30-42FF-AF18-83FDFD9111C9}" dt="2026-06-26T22:33:47.010" v="1533" actId="1035"/>
          <ac:picMkLst>
            <pc:docMk/>
            <pc:sldMk cId="3240565764" sldId="297"/>
            <ac:picMk id="20" creationId="{52C4CCA3-424A-B0D6-587E-8AA57C2B62FD}"/>
          </ac:picMkLst>
        </pc:picChg>
        <pc:picChg chg="add mod">
          <ac:chgData name="Adriana Miriam Ylizaliturri Gomez" userId="c054c78c-207c-4278-ae44-884dbebca744" providerId="ADAL" clId="{9B871E66-1A30-42FF-AF18-83FDFD9111C9}" dt="2026-06-26T22:34:33.394" v="1617" actId="1035"/>
          <ac:picMkLst>
            <pc:docMk/>
            <pc:sldMk cId="3240565764" sldId="297"/>
            <ac:picMk id="22" creationId="{36E2C010-F3EC-ED38-810C-3779088943A3}"/>
          </ac:picMkLst>
        </pc:picChg>
      </pc:sldChg>
      <pc:sldChg chg="addSp modSp mod">
        <pc:chgData name="Adriana Miriam Ylizaliturri Gomez" userId="c054c78c-207c-4278-ae44-884dbebca744" providerId="ADAL" clId="{9B871E66-1A30-42FF-AF18-83FDFD9111C9}" dt="2026-06-29T18:39:00.732" v="2359" actId="6549"/>
        <pc:sldMkLst>
          <pc:docMk/>
          <pc:sldMk cId="3110693630" sldId="298"/>
        </pc:sldMkLst>
        <pc:spChg chg="mod">
          <ac:chgData name="Adriana Miriam Ylizaliturri Gomez" userId="c054c78c-207c-4278-ae44-884dbebca744" providerId="ADAL" clId="{9B871E66-1A30-42FF-AF18-83FDFD9111C9}" dt="2026-06-26T21:40:40.207" v="852" actId="404"/>
          <ac:spMkLst>
            <pc:docMk/>
            <pc:sldMk cId="3110693630" sldId="298"/>
            <ac:spMk id="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8:40.707" v="2351" actId="6549"/>
          <ac:spMkLst>
            <pc:docMk/>
            <pc:sldMk cId="3110693630" sldId="298"/>
            <ac:spMk id="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9:00.732" v="2359" actId="6549"/>
          <ac:spMkLst>
            <pc:docMk/>
            <pc:sldMk cId="3110693630" sldId="298"/>
            <ac:spMk id="5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1:36:31.055" v="586" actId="1036"/>
          <ac:graphicFrameMkLst>
            <pc:docMk/>
            <pc:sldMk cId="3110693630" sldId="298"/>
            <ac:graphicFrameMk id="9" creationId="{00000000-0000-0000-0000-000000000000}"/>
          </ac:graphicFrameMkLst>
        </pc:graphicFrameChg>
        <pc:graphicFrameChg chg="mod modGraphic">
          <ac:chgData name="Adriana Miriam Ylizaliturri Gomez" userId="c054c78c-207c-4278-ae44-884dbebca744" providerId="ADAL" clId="{9B871E66-1A30-42FF-AF18-83FDFD9111C9}" dt="2026-06-26T21:38:22.855" v="718" actId="14100"/>
          <ac:graphicFrameMkLst>
            <pc:docMk/>
            <pc:sldMk cId="3110693630" sldId="298"/>
            <ac:graphicFrameMk id="10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36:51.894" v="654" actId="1035"/>
          <ac:graphicFrameMkLst>
            <pc:docMk/>
            <pc:sldMk cId="3110693630" sldId="298"/>
            <ac:graphicFrameMk id="11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37:00.427" v="655" actId="1076"/>
          <ac:graphicFrameMkLst>
            <pc:docMk/>
            <pc:sldMk cId="3110693630" sldId="298"/>
            <ac:graphicFrameMk id="12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37:57.820" v="715" actId="1076"/>
          <ac:graphicFrameMkLst>
            <pc:docMk/>
            <pc:sldMk cId="3110693630" sldId="298"/>
            <ac:graphicFrameMk id="14" creationId="{E995100B-5D03-8869-7F52-2E4D96C8CEB8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38:06.907" v="716" actId="1076"/>
          <ac:graphicFrameMkLst>
            <pc:docMk/>
            <pc:sldMk cId="3110693630" sldId="298"/>
            <ac:graphicFrameMk id="16" creationId="{79DA7FA9-E724-A4F1-81A9-4763D889FA37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37:50.236" v="714" actId="1076"/>
          <ac:graphicFrameMkLst>
            <pc:docMk/>
            <pc:sldMk cId="3110693630" sldId="298"/>
            <ac:graphicFrameMk id="18" creationId="{71A5DF2A-568C-3318-0EA2-DDE78EB358D7}"/>
          </ac:graphicFrameMkLst>
        </pc:graphicFrameChg>
      </pc:sldChg>
      <pc:sldChg chg="delSp modSp mod modNotes">
        <pc:chgData name="Adriana Miriam Ylizaliturri Gomez" userId="c054c78c-207c-4278-ae44-884dbebca744" providerId="ADAL" clId="{9B871E66-1A30-42FF-AF18-83FDFD9111C9}" dt="2026-06-26T22:38:24.621" v="1680" actId="14100"/>
        <pc:sldMkLst>
          <pc:docMk/>
          <pc:sldMk cId="30077326" sldId="299"/>
        </pc:sldMkLst>
        <pc:spChg chg="mod">
          <ac:chgData name="Adriana Miriam Ylizaliturri Gomez" userId="c054c78c-207c-4278-ae44-884dbebca744" providerId="ADAL" clId="{9B871E66-1A30-42FF-AF18-83FDFD9111C9}" dt="2026-06-26T22:37:49.470" v="1677" actId="1035"/>
          <ac:spMkLst>
            <pc:docMk/>
            <pc:sldMk cId="30077326" sldId="299"/>
            <ac:spMk id="6" creationId="{1CFCE444-12DD-D109-A796-7924C33A5D14}"/>
          </ac:spMkLst>
        </pc:spChg>
        <pc:spChg chg="mod">
          <ac:chgData name="Adriana Miriam Ylizaliturri Gomez" userId="c054c78c-207c-4278-ae44-884dbebca744" providerId="ADAL" clId="{9B871E66-1A30-42FF-AF18-83FDFD9111C9}" dt="2026-06-26T22:37:49.470" v="1677" actId="1035"/>
          <ac:spMkLst>
            <pc:docMk/>
            <pc:sldMk cId="30077326" sldId="299"/>
            <ac:spMk id="9" creationId="{7A6658D4-29D8-8663-D2C5-74863CD96596}"/>
          </ac:spMkLst>
        </pc:spChg>
        <pc:spChg chg="mod">
          <ac:chgData name="Adriana Miriam Ylizaliturri Gomez" userId="c054c78c-207c-4278-ae44-884dbebca744" providerId="ADAL" clId="{9B871E66-1A30-42FF-AF18-83FDFD9111C9}" dt="2026-06-26T22:37:49.470" v="1677" actId="1035"/>
          <ac:spMkLst>
            <pc:docMk/>
            <pc:sldMk cId="30077326" sldId="299"/>
            <ac:spMk id="11" creationId="{C2E1F9A0-4911-B1FF-D485-66518A66B9A6}"/>
          </ac:spMkLst>
        </pc:spChg>
        <pc:spChg chg="mod">
          <ac:chgData name="Adriana Miriam Ylizaliturri Gomez" userId="c054c78c-207c-4278-ae44-884dbebca744" providerId="ADAL" clId="{9B871E66-1A30-42FF-AF18-83FDFD9111C9}" dt="2026-06-26T22:37:49.470" v="1677" actId="1035"/>
          <ac:spMkLst>
            <pc:docMk/>
            <pc:sldMk cId="30077326" sldId="299"/>
            <ac:spMk id="12" creationId="{6C0AF4EA-FBE1-4238-8146-A4C96C7D760B}"/>
          </ac:spMkLst>
        </pc:spChg>
        <pc:spChg chg="mod">
          <ac:chgData name="Adriana Miriam Ylizaliturri Gomez" userId="c054c78c-207c-4278-ae44-884dbebca744" providerId="ADAL" clId="{9B871E66-1A30-42FF-AF18-83FDFD9111C9}" dt="2026-06-26T22:37:49.470" v="1677" actId="1035"/>
          <ac:spMkLst>
            <pc:docMk/>
            <pc:sldMk cId="30077326" sldId="299"/>
            <ac:spMk id="18" creationId="{D407F8E2-D0BB-FA42-30DC-AD7126C10878}"/>
          </ac:spMkLst>
        </pc:spChg>
        <pc:spChg chg="mod">
          <ac:chgData name="Adriana Miriam Ylizaliturri Gomez" userId="c054c78c-207c-4278-ae44-884dbebca744" providerId="ADAL" clId="{9B871E66-1A30-42FF-AF18-83FDFD9111C9}" dt="2026-06-26T22:37:49.470" v="1677" actId="1035"/>
          <ac:spMkLst>
            <pc:docMk/>
            <pc:sldMk cId="30077326" sldId="299"/>
            <ac:spMk id="21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37:49.470" v="1677" actId="1035"/>
          <ac:spMkLst>
            <pc:docMk/>
            <pc:sldMk cId="30077326" sldId="299"/>
            <ac:spMk id="22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38:24.621" v="1680" actId="14100"/>
          <ac:spMkLst>
            <pc:docMk/>
            <pc:sldMk cId="30077326" sldId="299"/>
            <ac:spMk id="23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2:37:49.470" v="1677" actId="1035"/>
          <ac:graphicFrameMkLst>
            <pc:docMk/>
            <pc:sldMk cId="30077326" sldId="299"/>
            <ac:graphicFrameMk id="4" creationId="{74EA239F-AD11-6BB6-2B07-15FDA93930A1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2:37:49.470" v="1677" actId="1035"/>
          <ac:graphicFrameMkLst>
            <pc:docMk/>
            <pc:sldMk cId="30077326" sldId="299"/>
            <ac:graphicFrameMk id="20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6T22:37:49.470" v="1677" actId="1035"/>
          <ac:picMkLst>
            <pc:docMk/>
            <pc:sldMk cId="30077326" sldId="299"/>
            <ac:picMk id="7" creationId="{5BD5C9B2-AB8A-FA14-D2D6-EBEB470169FF}"/>
          </ac:picMkLst>
        </pc:picChg>
      </pc:sldChg>
      <pc:sldChg chg="addSp modSp mod">
        <pc:chgData name="Adriana Miriam Ylizaliturri Gomez" userId="c054c78c-207c-4278-ae44-884dbebca744" providerId="ADAL" clId="{9B871E66-1A30-42FF-AF18-83FDFD9111C9}" dt="2026-06-29T18:40:43.945" v="2428" actId="14734"/>
        <pc:sldMkLst>
          <pc:docMk/>
          <pc:sldMk cId="2875378135" sldId="300"/>
        </pc:sldMkLst>
        <pc:spChg chg="mod">
          <ac:chgData name="Adriana Miriam Ylizaliturri Gomez" userId="c054c78c-207c-4278-ae44-884dbebca744" providerId="ADAL" clId="{9B871E66-1A30-42FF-AF18-83FDFD9111C9}" dt="2026-06-26T22:13:29.708" v="1388" actId="1036"/>
          <ac:spMkLst>
            <pc:docMk/>
            <pc:sldMk cId="2875378135" sldId="300"/>
            <ac:spMk id="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13:29.708" v="1388" actId="1036"/>
          <ac:spMkLst>
            <pc:docMk/>
            <pc:sldMk cId="2875378135" sldId="300"/>
            <ac:spMk id="4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6T22:13:29.708" v="1388" actId="1036"/>
          <ac:spMkLst>
            <pc:docMk/>
            <pc:sldMk cId="2875378135" sldId="300"/>
            <ac:spMk id="7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02:43.682" v="2142" actId="1038"/>
          <ac:spMkLst>
            <pc:docMk/>
            <pc:sldMk cId="2875378135" sldId="300"/>
            <ac:spMk id="10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6T22:13:29.708" v="1388" actId="1036"/>
          <ac:spMkLst>
            <pc:docMk/>
            <pc:sldMk cId="2875378135" sldId="300"/>
            <ac:spMk id="12" creationId="{2485B110-6B91-E69B-E22E-14FF8FB15B61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9T18:40:43.945" v="2428" actId="14734"/>
          <ac:graphicFrameMkLst>
            <pc:docMk/>
            <pc:sldMk cId="2875378135" sldId="300"/>
            <ac:graphicFrameMk id="9" creationId="{00000000-0000-0000-0000-000000000000}"/>
          </ac:graphicFrameMkLst>
        </pc:graphicFrameChg>
        <pc:picChg chg="mod">
          <ac:chgData name="Adriana Miriam Ylizaliturri Gomez" userId="c054c78c-207c-4278-ae44-884dbebca744" providerId="ADAL" clId="{9B871E66-1A30-42FF-AF18-83FDFD9111C9}" dt="2026-06-26T22:13:29.708" v="1388" actId="1036"/>
          <ac:picMkLst>
            <pc:docMk/>
            <pc:sldMk cId="2875378135" sldId="300"/>
            <ac:picMk id="6" creationId="{00000000-0000-0000-0000-000000000000}"/>
          </ac:picMkLst>
        </pc:picChg>
        <pc:cxnChg chg="mod">
          <ac:chgData name="Adriana Miriam Ylizaliturri Gomez" userId="c054c78c-207c-4278-ae44-884dbebca744" providerId="ADAL" clId="{9B871E66-1A30-42FF-AF18-83FDFD9111C9}" dt="2026-06-26T22:13:29.708" v="1388" actId="1036"/>
          <ac:cxnSpMkLst>
            <pc:docMk/>
            <pc:sldMk cId="2875378135" sldId="300"/>
            <ac:cxnSpMk id="5" creationId="{00000000-0000-0000-0000-000000000000}"/>
          </ac:cxnSpMkLst>
        </pc:cxnChg>
        <pc:cxnChg chg="mod">
          <ac:chgData name="Adriana Miriam Ylizaliturri Gomez" userId="c054c78c-207c-4278-ae44-884dbebca744" providerId="ADAL" clId="{9B871E66-1A30-42FF-AF18-83FDFD9111C9}" dt="2026-06-26T22:13:29.708" v="1388" actId="1036"/>
          <ac:cxnSpMkLst>
            <pc:docMk/>
            <pc:sldMk cId="2875378135" sldId="300"/>
            <ac:cxnSpMk id="8" creationId="{00000000-0000-0000-0000-000000000000}"/>
          </ac:cxnSpMkLst>
        </pc:cxnChg>
      </pc:sldChg>
      <pc:sldChg chg="addSp modSp mod">
        <pc:chgData name="Adriana Miriam Ylizaliturri Gomez" userId="c054c78c-207c-4278-ae44-884dbebca744" providerId="ADAL" clId="{9B871E66-1A30-42FF-AF18-83FDFD9111C9}" dt="2026-06-29T18:36:17.228" v="2252" actId="1035"/>
        <pc:sldMkLst>
          <pc:docMk/>
          <pc:sldMk cId="0" sldId="301"/>
        </pc:sldMkLst>
        <pc:spChg chg="mod">
          <ac:chgData name="Adriana Miriam Ylizaliturri Gomez" userId="c054c78c-207c-4278-ae44-884dbebca744" providerId="ADAL" clId="{9B871E66-1A30-42FF-AF18-83FDFD9111C9}" dt="2026-06-26T20:49:01.667" v="468" actId="1036"/>
          <ac:spMkLst>
            <pc:docMk/>
            <pc:sldMk cId="0" sldId="301"/>
            <ac:spMk id="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6:17.228" v="2252" actId="1035"/>
          <ac:spMkLst>
            <pc:docMk/>
            <pc:sldMk cId="0" sldId="301"/>
            <ac:spMk id="6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9T16:57:56.395" v="2029" actId="207"/>
          <ac:spMkLst>
            <pc:docMk/>
            <pc:sldMk cId="0" sldId="301"/>
            <ac:spMk id="12" creationId="{54AFCF19-EE9C-52BD-6D55-AE0BF96AEE99}"/>
          </ac:spMkLst>
        </pc:spChg>
        <pc:spChg chg="add mod">
          <ac:chgData name="Adriana Miriam Ylizaliturri Gomez" userId="c054c78c-207c-4278-ae44-884dbebca744" providerId="ADAL" clId="{9B871E66-1A30-42FF-AF18-83FDFD9111C9}" dt="2026-06-29T16:57:56.395" v="2029" actId="207"/>
          <ac:spMkLst>
            <pc:docMk/>
            <pc:sldMk cId="0" sldId="301"/>
            <ac:spMk id="14" creationId="{AF926C01-5E74-7072-57C5-2EEEA8368DDC}"/>
          </ac:spMkLst>
        </pc:spChg>
        <pc:graphicFrameChg chg="mod modGraphic">
          <ac:chgData name="Adriana Miriam Ylizaliturri Gomez" userId="c054c78c-207c-4278-ae44-884dbebca744" providerId="ADAL" clId="{9B871E66-1A30-42FF-AF18-83FDFD9111C9}" dt="2026-06-29T18:36:06.937" v="2230" actId="14734"/>
          <ac:graphicFrameMkLst>
            <pc:docMk/>
            <pc:sldMk cId="0" sldId="301"/>
            <ac:graphicFrameMk id="5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9T18:35:58.940" v="2213" actId="1036"/>
          <ac:graphicFrameMkLst>
            <pc:docMk/>
            <pc:sldMk cId="0" sldId="301"/>
            <ac:graphicFrameMk id="8" creationId="{C671B355-4DCD-13F9-9E0B-5614C0859C94}"/>
          </ac:graphicFrameMkLst>
        </pc:graphicFrameChg>
        <pc:graphicFrameChg chg="add mod modGraphic">
          <ac:chgData name="Adriana Miriam Ylizaliturri Gomez" userId="c054c78c-207c-4278-ae44-884dbebca744" providerId="ADAL" clId="{9B871E66-1A30-42FF-AF18-83FDFD9111C9}" dt="2026-06-29T18:35:58.940" v="2213" actId="1036"/>
          <ac:graphicFrameMkLst>
            <pc:docMk/>
            <pc:sldMk cId="0" sldId="301"/>
            <ac:graphicFrameMk id="10" creationId="{A255E30E-B9D8-3149-ABF7-08408608966B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0:49:01.667" v="468" actId="1036"/>
          <ac:cxnSpMkLst>
            <pc:docMk/>
            <pc:sldMk cId="0" sldId="301"/>
            <ac:cxnSpMk id="4" creationId="{00000000-0000-0000-0000-000000000000}"/>
          </ac:cxnSpMkLst>
        </pc:cxnChg>
      </pc:sldChg>
      <pc:sldChg chg="addSp delSp modSp mod">
        <pc:chgData name="Adriana Miriam Ylizaliturri Gomez" userId="c054c78c-207c-4278-ae44-884dbebca744" providerId="ADAL" clId="{9B871E66-1A30-42FF-AF18-83FDFD9111C9}" dt="2026-06-29T18:39:06.432" v="2367" actId="6549"/>
        <pc:sldMkLst>
          <pc:docMk/>
          <pc:sldMk cId="0" sldId="302"/>
        </pc:sldMkLst>
        <pc:spChg chg="mod">
          <ac:chgData name="Adriana Miriam Ylizaliturri Gomez" userId="c054c78c-207c-4278-ae44-884dbebca744" providerId="ADAL" clId="{9B871E66-1A30-42FF-AF18-83FDFD9111C9}" dt="2026-06-26T21:40:25.269" v="841" actId="20577"/>
          <ac:spMkLst>
            <pc:docMk/>
            <pc:sldMk cId="0" sldId="302"/>
            <ac:spMk id="3" creationId="{00000000-0000-0000-0000-000000000000}"/>
          </ac:spMkLst>
        </pc:spChg>
        <pc:spChg chg="mod">
          <ac:chgData name="Adriana Miriam Ylizaliturri Gomez" userId="c054c78c-207c-4278-ae44-884dbebca744" providerId="ADAL" clId="{9B871E66-1A30-42FF-AF18-83FDFD9111C9}" dt="2026-06-29T18:39:06.432" v="2367" actId="6549"/>
          <ac:spMkLst>
            <pc:docMk/>
            <pc:sldMk cId="0" sldId="302"/>
            <ac:spMk id="10" creationId="{00000000-0000-0000-0000-000000000000}"/>
          </ac:spMkLst>
        </pc:spChg>
        <pc:graphicFrameChg chg="mod">
          <ac:chgData name="Adriana Miriam Ylizaliturri Gomez" userId="c054c78c-207c-4278-ae44-884dbebca744" providerId="ADAL" clId="{9B871E66-1A30-42FF-AF18-83FDFD9111C9}" dt="2026-06-26T21:39:42.038" v="776" actId="1035"/>
          <ac:graphicFrameMkLst>
            <pc:docMk/>
            <pc:sldMk cId="0" sldId="302"/>
            <ac:graphicFrameMk id="12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39:42.038" v="776" actId="1035"/>
          <ac:graphicFrameMkLst>
            <pc:docMk/>
            <pc:sldMk cId="0" sldId="302"/>
            <ac:graphicFrameMk id="13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39:42.038" v="776" actId="1035"/>
          <ac:graphicFrameMkLst>
            <pc:docMk/>
            <pc:sldMk cId="0" sldId="302"/>
            <ac:graphicFrameMk id="14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39:42.038" v="776" actId="1035"/>
          <ac:graphicFrameMkLst>
            <pc:docMk/>
            <pc:sldMk cId="0" sldId="302"/>
            <ac:graphicFrameMk id="15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39:42.038" v="776" actId="1035"/>
          <ac:graphicFrameMkLst>
            <pc:docMk/>
            <pc:sldMk cId="0" sldId="302"/>
            <ac:graphicFrameMk id="16" creationId="{00000000-0000-0000-0000-000000000000}"/>
          </ac:graphicFrameMkLst>
        </pc:graphicFrameChg>
        <pc:graphicFrameChg chg="mod">
          <ac:chgData name="Adriana Miriam Ylizaliturri Gomez" userId="c054c78c-207c-4278-ae44-884dbebca744" providerId="ADAL" clId="{9B871E66-1A30-42FF-AF18-83FDFD9111C9}" dt="2026-06-26T21:39:42.038" v="776" actId="1035"/>
          <ac:graphicFrameMkLst>
            <pc:docMk/>
            <pc:sldMk cId="0" sldId="302"/>
            <ac:graphicFrameMk id="17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19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20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21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22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23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24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25" creationId="{00000000-0000-0000-0000-000000000000}"/>
          </ac:graphicFrameMkLst>
        </pc:graphicFrameChg>
        <pc:graphicFrameChg chg="add mod">
          <ac:chgData name="Adriana Miriam Ylizaliturri Gomez" userId="c054c78c-207c-4278-ae44-884dbebca744" providerId="ADAL" clId="{9B871E66-1A30-42FF-AF18-83FDFD9111C9}" dt="2026-06-26T21:40:01.861" v="829" actId="1035"/>
          <ac:graphicFrameMkLst>
            <pc:docMk/>
            <pc:sldMk cId="0" sldId="302"/>
            <ac:graphicFrameMk id="26" creationId="{00000000-0000-0000-0000-000000000000}"/>
          </ac:graphicFrameMkLst>
        </pc:graphicFrameChg>
        <pc:cxnChg chg="mod">
          <ac:chgData name="Adriana Miriam Ylizaliturri Gomez" userId="c054c78c-207c-4278-ae44-884dbebca744" providerId="ADAL" clId="{9B871E66-1A30-42FF-AF18-83FDFD9111C9}" dt="2026-06-26T21:39:42.038" v="776" actId="1035"/>
          <ac:cxnSpMkLst>
            <pc:docMk/>
            <pc:sldMk cId="0" sldId="302"/>
            <ac:cxnSpMk id="11" creationId="{00000000-0000-0000-0000-000000000000}"/>
          </ac:cxnSpMkLst>
        </pc:cxnChg>
      </pc:sldChg>
      <pc:sldChg chg="addSp delSp modSp mod">
        <pc:chgData name="Adriana Miriam Ylizaliturri Gomez" userId="c054c78c-207c-4278-ae44-884dbebca744" providerId="ADAL" clId="{9B871E66-1A30-42FF-AF18-83FDFD9111C9}" dt="2026-06-29T18:39:10.666" v="2375" actId="6549"/>
        <pc:sldMkLst>
          <pc:docMk/>
          <pc:sldMk cId="0" sldId="303"/>
        </pc:sldMkLst>
        <pc:spChg chg="mod">
          <ac:chgData name="Adriana Miriam Ylizaliturri Gomez" userId="c054c78c-207c-4278-ae44-884dbebca744" providerId="ADAL" clId="{9B871E66-1A30-42FF-AF18-83FDFD9111C9}" dt="2026-06-26T21:41:07.063" v="863" actId="404"/>
          <ac:spMkLst>
            <pc:docMk/>
            <pc:sldMk cId="0" sldId="303"/>
            <ac:spMk id="3" creationId="{00000000-0000-0000-0000-000000000000}"/>
          </ac:spMkLst>
        </pc:spChg>
        <pc:spChg chg="add mod">
          <ac:chgData name="Adriana Miriam Ylizaliturri Gomez" userId="c054c78c-207c-4278-ae44-884dbebca744" providerId="ADAL" clId="{9B871E66-1A30-42FF-AF18-83FDFD9111C9}" dt="2026-06-29T18:39:10.666" v="2375" actId="6549"/>
          <ac:spMkLst>
            <pc:docMk/>
            <pc:sldMk cId="0" sldId="303"/>
            <ac:spMk id="20" creationId="{A053E05E-79EB-9D79-EA19-632A2C743208}"/>
          </ac:spMkLst>
        </pc:spChg>
        <pc:spChg chg="add mod">
          <ac:chgData name="Adriana Miriam Ylizaliturri Gomez" userId="c054c78c-207c-4278-ae44-884dbebca744" providerId="ADAL" clId="{9B871E66-1A30-42FF-AF18-83FDFD9111C9}" dt="2026-06-26T21:41:48.884" v="868"/>
          <ac:spMkLst>
            <pc:docMk/>
            <pc:sldMk cId="0" sldId="303"/>
            <ac:spMk id="22" creationId="{DD9EA808-7FAB-DA33-C505-14473C3E494B}"/>
          </ac:spMkLst>
        </pc:spChg>
        <pc:graphicFrameChg chg="add mod">
          <ac:chgData name="Adriana Miriam Ylizaliturri Gomez" userId="c054c78c-207c-4278-ae44-884dbebca744" providerId="ADAL" clId="{9B871E66-1A30-42FF-AF18-83FDFD9111C9}" dt="2026-06-26T21:41:48.884" v="868"/>
          <ac:graphicFrameMkLst>
            <pc:docMk/>
            <pc:sldMk cId="0" sldId="303"/>
            <ac:graphicFrameMk id="23" creationId="{4945CAD8-00B5-93B0-9799-89665EAFBB8C}"/>
          </ac:graphicFrameMkLst>
        </pc:graphicFrameChg>
        <pc:cxnChg chg="add mod">
          <ac:chgData name="Adriana Miriam Ylizaliturri Gomez" userId="c054c78c-207c-4278-ae44-884dbebca744" providerId="ADAL" clId="{9B871E66-1A30-42FF-AF18-83FDFD9111C9}" dt="2026-06-26T21:41:48.884" v="868"/>
          <ac:cxnSpMkLst>
            <pc:docMk/>
            <pc:sldMk cId="0" sldId="303"/>
            <ac:cxnSpMk id="21" creationId="{D83418BD-A350-D253-1EC3-7E142AED3691}"/>
          </ac:cxnSpMkLst>
        </pc:cxnChg>
      </pc:sldChg>
    </pc:docChg>
  </pc:docChgLst>
  <pc:docChgLst>
    <pc:chgData name="Laura Patricia Galvan Chavez" userId="S::laura.galvan@imss.gob.mx::6b13af50-ce8b-483e-8fc4-f994efaf3289" providerId="AD" clId="Web-{961C0993-4496-B261-170A-E26C68770E72}"/>
    <pc:docChg chg="modSld">
      <pc:chgData name="Laura Patricia Galvan Chavez" userId="S::laura.galvan@imss.gob.mx::6b13af50-ce8b-483e-8fc4-f994efaf3289" providerId="AD" clId="Web-{961C0993-4496-B261-170A-E26C68770E72}" dt="2026-06-23T19:54:43.812" v="7"/>
      <pc:docMkLst>
        <pc:docMk/>
      </pc:docMkLst>
      <pc:sldChg chg="modSp">
        <pc:chgData name="Laura Patricia Galvan Chavez" userId="S::laura.galvan@imss.gob.mx::6b13af50-ce8b-483e-8fc4-f994efaf3289" providerId="AD" clId="Web-{961C0993-4496-B261-170A-E26C68770E72}" dt="2026-06-23T19:54:43.812" v="7"/>
        <pc:sldMkLst>
          <pc:docMk/>
          <pc:sldMk cId="0" sldId="260"/>
        </pc:sldMkLst>
        <pc:graphicFrameChg chg="mod modGraphic">
          <ac:chgData name="Laura Patricia Galvan Chavez" userId="S::laura.galvan@imss.gob.mx::6b13af50-ce8b-483e-8fc4-f994efaf3289" providerId="AD" clId="Web-{961C0993-4496-B261-170A-E26C68770E72}" dt="2026-06-23T19:54:43.812" v="7"/>
          <ac:graphicFrameMkLst>
            <pc:docMk/>
            <pc:sldMk cId="0" sldId="260"/>
            <ac:graphicFrameMk id="6" creationId="{B7E3B410-D80B-EC1A-8FA0-68E1F1CE2BE1}"/>
          </ac:graphicFrameMkLst>
        </pc:graphicFrameChg>
      </pc:sldChg>
    </pc:docChg>
  </pc:docChgLst>
  <pc:docChgLst>
    <pc:chgData name="Laura Patricia Galvan Chavez" userId="6b13af50-ce8b-483e-8fc4-f994efaf3289" providerId="ADAL" clId="{655D084B-7DF1-4C24-9447-417D7DC498B8}"/>
    <pc:docChg chg="modSld">
      <pc:chgData name="Laura Patricia Galvan Chavez" userId="6b13af50-ce8b-483e-8fc4-f994efaf3289" providerId="ADAL" clId="{655D084B-7DF1-4C24-9447-417D7DC498B8}" dt="2026-07-02T19:15:58.935" v="58" actId="20577"/>
      <pc:docMkLst>
        <pc:docMk/>
      </pc:docMkLst>
      <pc:sldChg chg="modSp mod">
        <pc:chgData name="Laura Patricia Galvan Chavez" userId="6b13af50-ce8b-483e-8fc4-f994efaf3289" providerId="ADAL" clId="{655D084B-7DF1-4C24-9447-417D7DC498B8}" dt="2026-07-02T19:15:22.644" v="37" actId="20577"/>
        <pc:sldMkLst>
          <pc:docMk/>
          <pc:sldMk cId="3110693630" sldId="298"/>
        </pc:sldMkLst>
        <pc:spChg chg="mod">
          <ac:chgData name="Laura Patricia Galvan Chavez" userId="6b13af50-ce8b-483e-8fc4-f994efaf3289" providerId="ADAL" clId="{655D084B-7DF1-4C24-9447-417D7DC498B8}" dt="2026-07-02T19:15:22.644" v="37" actId="20577"/>
          <ac:spMkLst>
            <pc:docMk/>
            <pc:sldMk cId="3110693630" sldId="298"/>
            <ac:spMk id="5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19:15:41.544" v="48" actId="20577"/>
        <pc:sldMkLst>
          <pc:docMk/>
          <pc:sldMk cId="0" sldId="302"/>
        </pc:sldMkLst>
        <pc:spChg chg="mod">
          <ac:chgData name="Laura Patricia Galvan Chavez" userId="6b13af50-ce8b-483e-8fc4-f994efaf3289" providerId="ADAL" clId="{655D084B-7DF1-4C24-9447-417D7DC498B8}" dt="2026-07-02T19:15:41.544" v="48" actId="20577"/>
          <ac:spMkLst>
            <pc:docMk/>
            <pc:sldMk cId="0" sldId="302"/>
            <ac:spMk id="10" creationId="{00000000-0000-0000-0000-000000000000}"/>
          </ac:spMkLst>
        </pc:spChg>
      </pc:sldChg>
      <pc:sldChg chg="modSp mod">
        <pc:chgData name="Laura Patricia Galvan Chavez" userId="6b13af50-ce8b-483e-8fc4-f994efaf3289" providerId="ADAL" clId="{655D084B-7DF1-4C24-9447-417D7DC498B8}" dt="2026-07-02T19:15:58.935" v="58" actId="20577"/>
        <pc:sldMkLst>
          <pc:docMk/>
          <pc:sldMk cId="0" sldId="303"/>
        </pc:sldMkLst>
        <pc:spChg chg="mod">
          <ac:chgData name="Laura Patricia Galvan Chavez" userId="6b13af50-ce8b-483e-8fc4-f994efaf3289" providerId="ADAL" clId="{655D084B-7DF1-4C24-9447-417D7DC498B8}" dt="2026-07-02T19:15:58.935" v="58" actId="20577"/>
          <ac:spMkLst>
            <pc:docMk/>
            <pc:sldMk cId="0" sldId="303"/>
            <ac:spMk id="20" creationId="{A053E05E-79EB-9D79-EA19-632A2C74320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006455"/>
              </a:solidFill>
            </c:spPr>
            <c:extLst>
              <c:ext xmlns:c16="http://schemas.microsoft.com/office/drawing/2014/chart" uri="{C3380CC4-5D6E-409C-BE32-E72D297353CC}">
                <c16:uniqueId val="{00000001-B1C3-4C46-8702-6972B3CA11B2}"/>
              </c:ext>
            </c:extLst>
          </c:dPt>
          <c:dPt>
            <c:idx val="1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B1C3-4C46-8702-6972B3CA11B2}"/>
              </c:ext>
            </c:extLst>
          </c:dPt>
          <c:dPt>
            <c:idx val="2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5-B1C3-4C46-8702-6972B3CA11B2}"/>
              </c:ext>
            </c:extLst>
          </c:dPt>
          <c:dPt>
            <c:idx val="3"/>
            <c:bubble3D val="0"/>
            <c:spPr>
              <a:solidFill>
                <a:srgbClr val="BC955C"/>
              </a:solidFill>
            </c:spPr>
            <c:extLst>
              <c:ext xmlns:c16="http://schemas.microsoft.com/office/drawing/2014/chart" uri="{C3380CC4-5D6E-409C-BE32-E72D297353CC}">
                <c16:uniqueId val="{00000007-B1C3-4C46-8702-6972B3CA11B2}"/>
              </c:ext>
            </c:extLst>
          </c:dPt>
          <c:dPt>
            <c:idx val="4"/>
            <c:bubble3D val="0"/>
            <c:spPr>
              <a:solidFill>
                <a:srgbClr val="9E9E9E"/>
              </a:solidFill>
            </c:spPr>
            <c:extLst>
              <c:ext xmlns:c16="http://schemas.microsoft.com/office/drawing/2014/chart" uri="{C3380CC4-5D6E-409C-BE32-E72D297353CC}">
                <c16:uniqueId val="{00000009-B1C3-4C46-8702-6972B3CA11B2}"/>
              </c:ext>
            </c:extLst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910731</c:v>
                </c:pt>
                <c:pt idx="1">
                  <c:v>285627</c:v>
                </c:pt>
                <c:pt idx="2">
                  <c:v>346427</c:v>
                </c:pt>
                <c:pt idx="3">
                  <c:v>384698</c:v>
                </c:pt>
                <c:pt idx="4">
                  <c:v>11999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1C3-4C46-8702-6972B3CA1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C93-4398-81F2-D7257B968B51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C93-4398-81F2-D7257B968B51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43.011080497499208</c:v>
                </c:pt>
                <c:pt idx="1">
                  <c:v>56.988919502500792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93-4398-81F2-D7257B968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356-41BF-8CB6-8854FE3A34C0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356-41BF-8CB6-8854FE3A34C0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9.7181375165000006</c:v>
                </c:pt>
                <c:pt idx="1">
                  <c:v>90.281862483499992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356-41BF-8CB6-8854FE3A34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zero"/>
    <c:showDLblsOverMax val="1"/>
  </c:char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AFE-4749-8074-99278B6F921C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2AFE-4749-8074-99278B6F921C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49.099903140999032</c:v>
                </c:pt>
                <c:pt idx="1">
                  <c:v>50.900096859000968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FE-4749-8074-99278B6F92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dPt>
            <c:idx val="0"/>
            <c:bubble3D val="0"/>
            <c:spPr>
              <a:solidFill>
                <a:srgbClr val="641C3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D02-49F8-AC2A-DD4765839E10}"/>
              </c:ext>
            </c:extLst>
          </c:dPt>
          <c:dPt>
            <c:idx val="1"/>
            <c:bubble3D val="0"/>
            <c:spPr>
              <a:solidFill>
                <a:srgbClr val="EBE0D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D02-49F8-AC2A-DD4765839E10}"/>
              </c:ext>
            </c:extLst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45.79880982887731</c:v>
                </c:pt>
                <c:pt idx="1">
                  <c:v>54.20119017112269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02-49F8-AC2A-DD4765839E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</c:strCache>
            </c:strRef>
          </c:tx>
          <c:spPr>
            <a:solidFill>
              <a:srgbClr val="006455"/>
            </a:solidFill>
          </c:spPr>
          <c:invertIfNegative val="1"/>
          <c:dPt>
            <c:idx val="3"/>
            <c:invertIfNegative val="1"/>
            <c:bubble3D val="0"/>
            <c:spPr>
              <a:solidFill>
                <a:srgbClr val="691C32"/>
              </a:solidFill>
            </c:spPr>
            <c:extLst>
              <c:ext xmlns:c16="http://schemas.microsoft.com/office/drawing/2014/chart" uri="{C3380CC4-5D6E-409C-BE32-E72D297353CC}">
                <c16:uniqueId val="{00000001-A10C-472C-9127-BAE49936B5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FFFFFF"/>
                    </a:solidFill>
                    <a:latin typeface="Montserrat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100</c:v>
                </c:pt>
                <c:pt idx="2">
                  <c:v>81</c:v>
                </c:pt>
                <c:pt idx="3">
                  <c:v>93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10C-472C-9127-BAE49936B54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Transportes y Comunicaciones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Servicios para Empresas, Personas y el Hogar</c:v>
                </c:pt>
                <c:pt idx="6">
                  <c:v>Agricultura, Ganaderia, Silvicultura, Pesca y Caza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18336</c:v>
                </c:pt>
                <c:pt idx="1">
                  <c:v>3491</c:v>
                </c:pt>
                <c:pt idx="2">
                  <c:v>87738</c:v>
                </c:pt>
                <c:pt idx="3">
                  <c:v>24062</c:v>
                </c:pt>
                <c:pt idx="4">
                  <c:v>53678</c:v>
                </c:pt>
                <c:pt idx="5">
                  <c:v>29416</c:v>
                </c:pt>
                <c:pt idx="6">
                  <c:v>13744</c:v>
                </c:pt>
                <c:pt idx="7">
                  <c:v>17510</c:v>
                </c:pt>
                <c:pt idx="8">
                  <c:v>10853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90-4D15-BA3A-8F6C0D3BCF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Transportes y Comunicaciones</c:v>
                </c:pt>
                <c:pt idx="1">
                  <c:v>Ind Eléctrica y Captación y Suministro de Agua Potable</c:v>
                </c:pt>
                <c:pt idx="2">
                  <c:v>Industrias de la Transformación</c:v>
                </c:pt>
                <c:pt idx="3">
                  <c:v>Servicios Sociales y Comunales</c:v>
                </c:pt>
                <c:pt idx="4">
                  <c:v>Comercio</c:v>
                </c:pt>
                <c:pt idx="5">
                  <c:v>Servicios para Empresas, Personas y el Hogar</c:v>
                </c:pt>
                <c:pt idx="6">
                  <c:v>Agricultura, Ganaderia, Silvicultura, Pesca y Caza</c:v>
                </c:pt>
                <c:pt idx="7">
                  <c:v>Industria de la Construcción</c:v>
                </c:pt>
                <c:pt idx="8">
                  <c:v>Industrias Extractivas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18094</c:v>
                </c:pt>
                <c:pt idx="1">
                  <c:v>3481</c:v>
                </c:pt>
                <c:pt idx="2">
                  <c:v>88233</c:v>
                </c:pt>
                <c:pt idx="3">
                  <c:v>24828</c:v>
                </c:pt>
                <c:pt idx="4">
                  <c:v>55391</c:v>
                </c:pt>
                <c:pt idx="5">
                  <c:v>30454</c:v>
                </c:pt>
                <c:pt idx="6">
                  <c:v>14382</c:v>
                </c:pt>
                <c:pt idx="7">
                  <c:v>19449</c:v>
                </c:pt>
                <c:pt idx="8">
                  <c:v>12356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C90-4D15-BA3A-8F6C0D3BC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  <a:endParaRPr lang="es-MX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248119</c:v>
                </c:pt>
                <c:pt idx="1">
                  <c:v>247115</c:v>
                </c:pt>
                <c:pt idx="2">
                  <c:v>238087</c:v>
                </c:pt>
                <c:pt idx="3">
                  <c:v>243336</c:v>
                </c:pt>
                <c:pt idx="4">
                  <c:v>258276</c:v>
                </c:pt>
                <c:pt idx="5">
                  <c:v>261209</c:v>
                </c:pt>
                <c:pt idx="6">
                  <c:v>261246</c:v>
                </c:pt>
                <c:pt idx="7">
                  <c:v>258828</c:v>
                </c:pt>
                <c:pt idx="8">
                  <c:v>266668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08C-4897-B5B6-8C343CC175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3763" y="698500"/>
            <a:ext cx="26971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8" tIns="93308" rIns="93308" bIns="93308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3763" y="698500"/>
            <a:ext cx="2697162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308" tIns="93308" rIns="93308" bIns="9330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11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17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18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19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 defTabSz="933237">
              <a:buSzPts val="1400"/>
              <a:defRPr/>
            </a:pPr>
            <a:fld id="{00000000-1234-1234-1234-123412341234}" type="slidenum">
              <a:rPr lang="es"/>
              <a:pPr algn="r" defTabSz="933237">
                <a:buSzPts val="1400"/>
                <a:defRPr/>
              </a:pPr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 defTabSz="933237">
              <a:buSzPts val="1400"/>
              <a:defRPr/>
            </a:pPr>
            <a:fld id="{00000000-1234-1234-1234-123412341234}" type="slidenum">
              <a:rPr lang="es"/>
              <a:pPr algn="r" defTabSz="933237">
                <a:buSzPts val="1400"/>
                <a:defRPr/>
              </a:pPr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23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24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25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62175" y="698500"/>
            <a:ext cx="2698750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702946" y="4422460"/>
            <a:ext cx="5617251" cy="4188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977531" y="8841738"/>
            <a:ext cx="3043958" cy="4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6" tIns="45697" rIns="91446" bIns="45697" anchor="b" anchorCtr="0">
            <a:noAutofit/>
          </a:bodyPr>
          <a:lstStyle/>
          <a:p>
            <a:pPr algn="r">
              <a:buSzPts val="1400"/>
            </a:pPr>
            <a:fld id="{00000000-1234-1234-1234-123412341234}" type="slidenum">
              <a:rPr lang="es"/>
              <a:pPr algn="r">
                <a:buSzPts val="1400"/>
              </a:pPr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hart" Target="../charts/chart1.xml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2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chart" Target="../charts/chart6.xml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chart" Target="../charts/chart8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Durango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176711" y="5472000"/>
            <a:ext cx="141897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rPr dirty="0" err="1"/>
              <a:t>Ficha</a:t>
            </a:r>
            <a:r>
              <a:rPr dirty="0"/>
              <a:t>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rPr dirty="0"/>
              <a:t>Ju</a:t>
            </a:r>
            <a:r>
              <a:rPr lang="es-MX" dirty="0"/>
              <a:t>l</a:t>
            </a:r>
            <a:r>
              <a:rPr dirty="0"/>
              <a:t>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5" name="Google Shape;66;p15">
            <a:extLst>
              <a:ext uri="{FF2B5EF4-FFF2-40B4-BE49-F238E27FC236}">
                <a16:creationId xmlns:a16="http://schemas.microsoft.com/office/drawing/2014/main" id="{991CDF83-34A8-5F14-0421-561276577A47}"/>
              </a:ext>
            </a:extLst>
          </p:cNvPr>
          <p:cNvSpPr/>
          <p:nvPr/>
        </p:nvSpPr>
        <p:spPr>
          <a:xfrm>
            <a:off x="0" y="814081"/>
            <a:ext cx="7772400" cy="1771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67;p15">
            <a:extLst>
              <a:ext uri="{FF2B5EF4-FFF2-40B4-BE49-F238E27FC236}">
                <a16:creationId xmlns:a16="http://schemas.microsoft.com/office/drawing/2014/main" id="{CD48B1D1-0435-04CA-B0A5-BF695CE59600}"/>
              </a:ext>
            </a:extLst>
          </p:cNvPr>
          <p:cNvSpPr txBox="1"/>
          <p:nvPr/>
        </p:nvSpPr>
        <p:spPr>
          <a:xfrm>
            <a:off x="2798775" y="869893"/>
            <a:ext cx="4198800" cy="13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Dra. 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Roxana Blanca Rivera Leaños</a:t>
            </a:r>
            <a:endParaRPr sz="1200" b="1" i="0" u="none" strike="noStrike" cap="none">
              <a:solidFill>
                <a:srgbClr val="00685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Especialista en Patología Clínica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Doctorado en Alta Dirección</a:t>
            </a:r>
            <a:r>
              <a:rPr lang="es" sz="12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e los Servicios de Salud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Inicio en el cargo:</a:t>
            </a:r>
            <a:r>
              <a:rPr lang="es" sz="1200" b="1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200">
                <a:latin typeface="Montserrat"/>
                <a:ea typeface="Montserrat"/>
                <a:cs typeface="Montserrat"/>
                <a:sym typeface="Montserrat"/>
              </a:rPr>
              <a:t>16 abril de 2026</a:t>
            </a:r>
            <a:endParaRPr sz="12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Google Shape;69;p15">
            <a:extLst>
              <a:ext uri="{FF2B5EF4-FFF2-40B4-BE49-F238E27FC236}">
                <a16:creationId xmlns:a16="http://schemas.microsoft.com/office/drawing/2014/main" id="{7C9264C0-BF69-1954-876C-D97F42C3B2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384773"/>
              </p:ext>
            </p:extLst>
          </p:nvPr>
        </p:nvGraphicFramePr>
        <p:xfrm>
          <a:off x="292750" y="2775561"/>
          <a:ext cx="6155250" cy="6310850"/>
        </p:xfrm>
        <a:graphic>
          <a:graphicData uri="http://schemas.openxmlformats.org/drawingml/2006/table">
            <a:tbl>
              <a:tblPr bandRow="1">
                <a:noFill/>
              </a:tblPr>
              <a:tblGrid>
                <a:gridCol w="242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Prestaciones Médicas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Marco Antonio Beltrán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Doctorado en Alta Dirección 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 de diciembre de 2025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Salud en el Trabajo, Prestaciones Económicas y Sociales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Dr. Roberto Karam Araujo</a:t>
                      </a:r>
                      <a:endParaRPr sz="1000" b="1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Médico Cirujano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 de noviembre de 2020</a:t>
                      </a:r>
                      <a:endParaRPr sz="1000" u="none" strike="noStrike" cap="none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Afiliación y Cobranza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Roma Alejandra García Nevarez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Licenciada en Administración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 de noviembre de 2020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Desarrollo de Personal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Hiram Eduardo Díaz Valenzuela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Licenciado en Derecho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 de octubre de 2020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de Finanzas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 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José Ángel Ayala Peralta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Licenciado en Contaduría Pública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01 de mayo de 2026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Administrativos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C.P. Carlos Enrique Galindo Rodríguez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Licenciado en Contaduría Pública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 de julio de 2023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5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Jefatura de Servicios Jurídicos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</a:t>
                      </a:r>
                      <a:r>
                        <a:rPr lang="e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tra. </a:t>
                      </a:r>
                      <a:r>
                        <a:rPr lang="es" sz="1000" b="1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Laura Cecilia Rodríguez Franco </a:t>
                      </a:r>
                      <a:endParaRPr sz="1000" b="1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Mtra. en Derecho Constitucional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</a:t>
                      </a:r>
                      <a:r>
                        <a:rPr lang="es" sz="1000" u="none" strike="noStrike" cap="none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nicio en el cargo: 01 de </a:t>
                      </a:r>
                      <a:r>
                        <a:rPr lang="e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marzo de 2025</a:t>
                      </a:r>
                      <a:endParaRPr sz="1000" u="none" strike="noStrike" cap="non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8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Secretario General de la Sección </a:t>
                      </a:r>
                      <a:r>
                        <a:rPr lang="es-MX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Sección XVI</a:t>
                      </a:r>
                      <a:r>
                        <a:rPr lang="es" sz="10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s" sz="1000" u="none" strike="noStrike" cap="none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Durango</a:t>
                      </a:r>
                      <a:endParaRPr sz="1000" u="none" strike="noStrike" cap="none">
                        <a:solidFill>
                          <a:srgbClr val="FFFFFF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685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b="1" u="none" strike="noStrike" cap="none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Enf. </a:t>
                      </a:r>
                      <a:r>
                        <a:rPr lang="es" sz="1000" b="1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Salomón Rodríguez Domínguez </a:t>
                      </a:r>
                      <a:endParaRPr sz="1000" b="1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Lic. en Enfermería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79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dirty="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Inicio en el cargo: 01 de diciembre de 2025</a:t>
                      </a:r>
                      <a:endParaRPr sz="1000" dirty="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5250" marR="95250" marT="0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Google Shape;70;p15">
            <a:extLst>
              <a:ext uri="{FF2B5EF4-FFF2-40B4-BE49-F238E27FC236}">
                <a16:creationId xmlns:a16="http://schemas.microsoft.com/office/drawing/2014/main" id="{57E12DC1-12A7-816A-14C0-21EAD0D18E7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691" r="8529"/>
          <a:stretch/>
        </p:blipFill>
        <p:spPr>
          <a:xfrm>
            <a:off x="6456275" y="3522056"/>
            <a:ext cx="835402" cy="7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1;p15">
            <a:extLst>
              <a:ext uri="{FF2B5EF4-FFF2-40B4-BE49-F238E27FC236}">
                <a16:creationId xmlns:a16="http://schemas.microsoft.com/office/drawing/2014/main" id="{BA068781-5AEF-5427-78AA-3B0A57EF01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3198" r="11342"/>
          <a:stretch/>
        </p:blipFill>
        <p:spPr>
          <a:xfrm>
            <a:off x="6464300" y="4253306"/>
            <a:ext cx="835402" cy="83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72;p15">
            <a:extLst>
              <a:ext uri="{FF2B5EF4-FFF2-40B4-BE49-F238E27FC236}">
                <a16:creationId xmlns:a16="http://schemas.microsoft.com/office/drawing/2014/main" id="{A65B5BC9-B55B-7960-CE70-57B9AFE819A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798" r="8274"/>
          <a:stretch/>
        </p:blipFill>
        <p:spPr>
          <a:xfrm>
            <a:off x="6464300" y="5088806"/>
            <a:ext cx="835402" cy="7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73;p15">
            <a:extLst>
              <a:ext uri="{FF2B5EF4-FFF2-40B4-BE49-F238E27FC236}">
                <a16:creationId xmlns:a16="http://schemas.microsoft.com/office/drawing/2014/main" id="{89B320FE-CA83-F1A9-563D-42BA1F2B726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6183" r="3426"/>
          <a:stretch/>
        </p:blipFill>
        <p:spPr>
          <a:xfrm>
            <a:off x="6464300" y="6686206"/>
            <a:ext cx="835402" cy="82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74;p15">
            <a:extLst>
              <a:ext uri="{FF2B5EF4-FFF2-40B4-BE49-F238E27FC236}">
                <a16:creationId xmlns:a16="http://schemas.microsoft.com/office/drawing/2014/main" id="{4FC61F73-6818-A9BC-6F01-11083066DF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9065" r="8827"/>
          <a:stretch/>
        </p:blipFill>
        <p:spPr>
          <a:xfrm>
            <a:off x="6464300" y="7512031"/>
            <a:ext cx="835402" cy="8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75;p15">
            <a:extLst>
              <a:ext uri="{FF2B5EF4-FFF2-40B4-BE49-F238E27FC236}">
                <a16:creationId xmlns:a16="http://schemas.microsoft.com/office/drawing/2014/main" id="{6F8326F8-4F77-B89B-F481-95470E53D164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8850" y="914168"/>
            <a:ext cx="1390650" cy="157162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pic>
        <p:nvPicPr>
          <p:cNvPr id="23" name="Google Shape;76;p15">
            <a:extLst>
              <a:ext uri="{FF2B5EF4-FFF2-40B4-BE49-F238E27FC236}">
                <a16:creationId xmlns:a16="http://schemas.microsoft.com/office/drawing/2014/main" id="{093155A2-5B75-3CD2-A3A2-770BA7AAF30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l="10937" r="6955" b="14973"/>
          <a:stretch/>
        </p:blipFill>
        <p:spPr>
          <a:xfrm>
            <a:off x="6464300" y="8354906"/>
            <a:ext cx="835402" cy="73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77;p15">
            <a:extLst>
              <a:ext uri="{FF2B5EF4-FFF2-40B4-BE49-F238E27FC236}">
                <a16:creationId xmlns:a16="http://schemas.microsoft.com/office/drawing/2014/main" id="{E6CEBB4F-61EC-ED29-53E5-E7B6AE17893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 b="24857"/>
          <a:stretch/>
        </p:blipFill>
        <p:spPr>
          <a:xfrm>
            <a:off x="6456275" y="2775556"/>
            <a:ext cx="835402" cy="74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78;p15">
            <a:extLst>
              <a:ext uri="{FF2B5EF4-FFF2-40B4-BE49-F238E27FC236}">
                <a16:creationId xmlns:a16="http://schemas.microsoft.com/office/drawing/2014/main" id="{6D8445F7-D172-A80E-D559-D06946A8851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 t="932" b="32526"/>
          <a:stretch/>
        </p:blipFill>
        <p:spPr>
          <a:xfrm>
            <a:off x="6464299" y="5827681"/>
            <a:ext cx="835403" cy="8640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7204046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536635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7209097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62%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83560" y="5148732"/>
            <a:ext cx="5220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64659"/>
              </p:ext>
            </p:extLst>
          </p:nvPr>
        </p:nvGraphicFramePr>
        <p:xfrm>
          <a:off x="2563560" y="1720698"/>
          <a:ext cx="3240000" cy="32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02011" y="3137932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910,731</a:t>
            </a:r>
            <a:br/>
            <a:r>
              <a:t>47%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611" y="3134331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18011" y="3307132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1364400" y="4428234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285,627</a:t>
            </a:r>
            <a:br/>
            <a:r>
              <a:t>15%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" y="4464234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604800" y="4637034"/>
            <a:ext cx="122400" cy="1224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828418" y="332665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346,427</a:t>
            </a:r>
            <a:br/>
            <a:r>
              <a:t>18%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018" y="3369857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219218" y="3549857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51200" y="2063067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384,698</a:t>
            </a:r>
            <a:br/>
            <a:r>
              <a:t>20%</a:t>
            </a:r>
          </a:p>
        </p:txBody>
      </p:sp>
      <p:pic>
        <p:nvPicPr>
          <p:cNvPr id="128" name="Picture 127" descr="1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4400" y="2099068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219600" y="2271867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438850" y="10044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11,999</a:t>
            </a:r>
            <a:br/>
            <a:r>
              <a:t>0.62%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2050" y="10224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3507250" y="10908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531770" y="2830078"/>
            <a:ext cx="127470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rPr dirty="0"/>
              <a:t>Población </a:t>
            </a:r>
            <a:br>
              <a:rPr dirty="0"/>
            </a:br>
            <a:r>
              <a:rPr dirty="0" err="1"/>
              <a:t>estatal</a:t>
            </a:r>
            <a:endParaRPr lang="es-MX" dirty="0"/>
          </a:p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br>
              <a:rPr sz="800" dirty="0"/>
            </a:br>
            <a:r>
              <a:rPr sz="1800" dirty="0"/>
              <a:t>1,939,482</a:t>
            </a:r>
            <a:endParaRPr dirty="0"/>
          </a:p>
        </p:txBody>
      </p:sp>
      <p:sp>
        <p:nvSpPr>
          <p:cNvPr id="134" name="TextBox 133"/>
          <p:cNvSpPr txBox="1"/>
          <p:nvPr/>
        </p:nvSpPr>
        <p:spPr>
          <a:xfrm>
            <a:off x="82800" y="9507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mayo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6588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8136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580312"/>
              </p:ext>
            </p:extLst>
          </p:nvPr>
        </p:nvGraphicFramePr>
        <p:xfrm>
          <a:off x="313200" y="5781834"/>
          <a:ext cx="5364000" cy="35279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9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841,093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910,731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409,994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484,414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243,651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266,668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95,109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9,876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87,668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80,923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431,099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426,317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143,325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219,408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188,815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lvl="1" algn="l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534767"/>
              </p:ext>
            </p:extLst>
          </p:nvPr>
        </p:nvGraphicFramePr>
        <p:xfrm>
          <a:off x="5792400" y="6199434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715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778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623330"/>
              </p:ext>
            </p:extLst>
          </p:nvPr>
        </p:nvGraphicFramePr>
        <p:xfrm>
          <a:off x="5792400" y="7779834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mayo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T="216000" marB="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4,108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6,080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latin typeface="Montserrat"/>
                        </a:defRPr>
                      </a:pPr>
                      <a:r>
                        <a:t>48%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75BFF79C-E440-A237-C553-91341EC6C05E}"/>
              </a:ext>
            </a:extLst>
          </p:cNvPr>
          <p:cNvCxnSpPr>
            <a:cxnSpLocks/>
          </p:cNvCxnSpPr>
          <p:nvPr/>
        </p:nvCxnSpPr>
        <p:spPr>
          <a:xfrm flipH="1">
            <a:off x="4183560" y="1680966"/>
            <a:ext cx="33362" cy="183834"/>
          </a:xfrm>
          <a:prstGeom prst="line">
            <a:avLst/>
          </a:prstGeom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0_d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9327" y="1160400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419031"/>
              </p:ext>
            </p:extLst>
          </p:nvPr>
        </p:nvGraphicFramePr>
        <p:xfrm>
          <a:off x="97200" y="6854400"/>
          <a:ext cx="4359600" cy="1320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677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IMSS Ordinario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29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Unidades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67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Primer</a:t>
                      </a:r>
                      <a:r>
                        <a:rPr lang="es-MX" sz="1000" dirty="0">
                          <a:latin typeface="Montserrat"/>
                        </a:rPr>
                        <a:t> </a:t>
                      </a:r>
                      <a:r>
                        <a:rPr lang="es-MX" sz="1000" baseline="30000" dirty="0">
                          <a:latin typeface="Montserrat"/>
                        </a:rPr>
                        <a:t>1</a:t>
                      </a:r>
                      <a:endParaRPr sz="1000" baseline="30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31</a:t>
                      </a:r>
                      <a:endParaRPr sz="700" baseline="30000" dirty="0">
                        <a:latin typeface="Montserrat"/>
                      </a:endParaRP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68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67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568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67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140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 dirty="0">
                          <a:latin typeface="Montserrat"/>
                        </a:rPr>
                        <a:t>298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171931"/>
              </p:ext>
            </p:extLst>
          </p:nvPr>
        </p:nvGraphicFramePr>
        <p:xfrm>
          <a:off x="4536000" y="6854400"/>
          <a:ext cx="3096000" cy="1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IMSS-COPLAMAR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0800" marR="10800" marT="10800" marB="108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Segundo</a:t>
                      </a:r>
                      <a:r>
                        <a:rPr lang="es-MX" baseline="30000" dirty="0"/>
                        <a:t>2</a:t>
                      </a:r>
                      <a:endParaRPr baseline="30000" dirty="0"/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97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97</a:t>
                      </a:r>
                      <a:endParaRPr dirty="0"/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35635"/>
              </p:ext>
            </p:extLst>
          </p:nvPr>
        </p:nvGraphicFramePr>
        <p:xfrm>
          <a:off x="565927" y="5186400"/>
          <a:ext cx="2026800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9540000"/>
            <a:ext cx="7200000" cy="3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¹ Incluye 26 UMF, 4 UMFH, 1 UMF-UMAA y no incluye 18 Unidades Auxiliares de Medicina Familiar.</a:t>
            </a:r>
            <a:br/>
            <a:r>
              <a:t>² No incluye Unidades médicas móviles (UMM) ni Brigadas de salud (BS).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774000"/>
            <a:ext cx="1713600" cy="1077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4;g3d0b4d3c5c9_2_57">
            <a:extLst>
              <a:ext uri="{FF2B5EF4-FFF2-40B4-BE49-F238E27FC236}">
                <a16:creationId xmlns:a16="http://schemas.microsoft.com/office/drawing/2014/main" id="{3FB2D7BF-6E41-BF5F-F347-781D0DFE353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400" y="2230041"/>
            <a:ext cx="2271723" cy="20147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125;g3d0b4d3c5c9_2_57">
            <a:extLst>
              <a:ext uri="{FF2B5EF4-FFF2-40B4-BE49-F238E27FC236}">
                <a16:creationId xmlns:a16="http://schemas.microsoft.com/office/drawing/2014/main" id="{B7E3B410-D80B-EC1A-8FA0-68E1F1CE2B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327876"/>
              </p:ext>
            </p:extLst>
          </p:nvPr>
        </p:nvGraphicFramePr>
        <p:xfrm>
          <a:off x="288000" y="1191600"/>
          <a:ext cx="73968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9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 1 Ciudad Victoria</a:t>
                      </a:r>
                      <a:r>
                        <a:rPr lang="es" sz="1800" b="1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</a:rPr>
                        <a:t>, Durango</a:t>
                      </a:r>
                      <a:endParaRPr sz="18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AD66535D-D5F3-E0DC-2B83-19607649E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9487" y="1917720"/>
            <a:ext cx="5027861" cy="29446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" y="640080"/>
            <a:ext cx="521809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</a:t>
            </a:r>
            <a:r>
              <a:rPr dirty="0" err="1"/>
              <a:t>instalada</a:t>
            </a:r>
            <a:r>
              <a:rPr lang="es-MX" dirty="0"/>
              <a:t> (1 de 2)</a:t>
            </a:r>
            <a:endParaRPr dirty="0"/>
          </a:p>
        </p:txBody>
      </p:sp>
      <p:cxnSp>
        <p:nvCxnSpPr>
          <p:cNvPr id="9" name="Connector 8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ur_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8330945"/>
              </p:ext>
            </p:extLst>
          </p:nvPr>
        </p:nvGraphicFramePr>
        <p:xfrm>
          <a:off x="75600" y="6476399"/>
          <a:ext cx="7650000" cy="1740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61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981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00800" y="9507600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¹Incluye salas de </a:t>
            </a:r>
            <a:r>
              <a:rPr dirty="0" err="1"/>
              <a:t>quirófano</a:t>
            </a:r>
            <a:r>
              <a:rPr dirty="0"/>
              <a:t>, salas </a:t>
            </a:r>
            <a:r>
              <a:rPr dirty="0" err="1"/>
              <a:t>híbridas</a:t>
            </a:r>
            <a:r>
              <a:rPr dirty="0"/>
              <a:t> y salas </a:t>
            </a:r>
            <a:r>
              <a:rPr dirty="0" err="1"/>
              <a:t>mixtas</a:t>
            </a:r>
            <a:r>
              <a:rPr dirty="0"/>
              <a:t>, no </a:t>
            </a:r>
            <a:r>
              <a:rPr dirty="0" err="1"/>
              <a:t>considera</a:t>
            </a:r>
            <a:r>
              <a:rPr dirty="0"/>
              <a:t> salas de </a:t>
            </a:r>
            <a:r>
              <a:rPr dirty="0" err="1"/>
              <a:t>tococirugía</a:t>
            </a:r>
            <a:r>
              <a:rPr dirty="0"/>
              <a:t> y </a:t>
            </a:r>
            <a:r>
              <a:rPr dirty="0" err="1"/>
              <a:t>expulsión</a:t>
            </a:r>
            <a:r>
              <a:rPr dirty="0"/>
              <a:t>.</a:t>
            </a:r>
            <a:br>
              <a:rPr dirty="0"/>
            </a:br>
            <a:r>
              <a:rPr dirty="0"/>
              <a:t>Fuente: Cédula de </a:t>
            </a:r>
            <a:r>
              <a:rPr dirty="0" err="1"/>
              <a:t>actualización</a:t>
            </a:r>
            <a:r>
              <a:rPr dirty="0"/>
              <a:t> de variables </a:t>
            </a:r>
            <a:r>
              <a:rPr dirty="0" err="1"/>
              <a:t>seleccionados</a:t>
            </a:r>
            <a:r>
              <a:rPr dirty="0"/>
              <a:t> del IFU </a:t>
            </a:r>
            <a:r>
              <a:rPr dirty="0" err="1"/>
              <a:t>enviados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OOAD.</a:t>
            </a:r>
            <a:br>
              <a:rPr dirty="0"/>
            </a:b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ma</a:t>
            </a:r>
            <a:r>
              <a:rPr lang="es-MX" dirty="0"/>
              <a:t>y</a:t>
            </a:r>
            <a:r>
              <a:rPr dirty="0"/>
              <a:t>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795060"/>
            <a:ext cx="5270995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</a:t>
            </a:r>
            <a:r>
              <a:rPr dirty="0" err="1"/>
              <a:t>instalada</a:t>
            </a:r>
            <a:r>
              <a:rPr lang="es-MX" dirty="0"/>
              <a:t> (2 de 2)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146304" y="117910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209007"/>
              </p:ext>
            </p:extLst>
          </p:nvPr>
        </p:nvGraphicFramePr>
        <p:xfrm>
          <a:off x="75600" y="1389780"/>
          <a:ext cx="7650000" cy="18326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7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Guadalupe Victoria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Vicente Guerrero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1981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Rodeo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1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433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89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3283158"/>
            <a:ext cx="7387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¹Incluye salas de </a:t>
            </a:r>
            <a:r>
              <a:rPr dirty="0" err="1">
                <a:solidFill>
                  <a:schemeClr val="tx1"/>
                </a:solidFill>
              </a:rPr>
              <a:t>quirófano</a:t>
            </a:r>
            <a:r>
              <a:rPr dirty="0">
                <a:solidFill>
                  <a:schemeClr val="tx1"/>
                </a:solidFill>
              </a:rPr>
              <a:t>, salas </a:t>
            </a:r>
            <a:r>
              <a:rPr dirty="0" err="1">
                <a:solidFill>
                  <a:schemeClr val="tx1"/>
                </a:solidFill>
              </a:rPr>
              <a:t>híbridas</a:t>
            </a:r>
            <a:r>
              <a:rPr dirty="0">
                <a:solidFill>
                  <a:schemeClr val="tx1"/>
                </a:solidFill>
              </a:rPr>
              <a:t> y salas </a:t>
            </a:r>
            <a:r>
              <a:rPr dirty="0" err="1">
                <a:solidFill>
                  <a:schemeClr val="tx1"/>
                </a:solidFill>
              </a:rPr>
              <a:t>mixtas</a:t>
            </a:r>
            <a:r>
              <a:rPr dirty="0">
                <a:solidFill>
                  <a:schemeClr val="tx1"/>
                </a:solidFill>
              </a:rPr>
              <a:t>, no </a:t>
            </a:r>
            <a:r>
              <a:rPr dirty="0" err="1">
                <a:solidFill>
                  <a:schemeClr val="tx1"/>
                </a:solidFill>
              </a:rPr>
              <a:t>considera</a:t>
            </a:r>
            <a:r>
              <a:rPr dirty="0">
                <a:solidFill>
                  <a:schemeClr val="tx1"/>
                </a:solidFill>
              </a:rPr>
              <a:t> salas de </a:t>
            </a:r>
            <a:r>
              <a:rPr dirty="0" err="1">
                <a:solidFill>
                  <a:schemeClr val="tx1"/>
                </a:solidFill>
              </a:rPr>
              <a:t>tococirugía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expulsión</a:t>
            </a:r>
            <a:r>
              <a:rPr dirty="0">
                <a:solidFill>
                  <a:schemeClr val="tx1"/>
                </a:solidFill>
              </a:rPr>
              <a:t>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Fuente: Cédula de </a:t>
            </a:r>
            <a:r>
              <a:rPr dirty="0" err="1">
                <a:solidFill>
                  <a:schemeClr val="tx1"/>
                </a:solidFill>
              </a:rPr>
              <a:t>actualización</a:t>
            </a:r>
            <a:r>
              <a:rPr dirty="0">
                <a:solidFill>
                  <a:schemeClr val="tx1"/>
                </a:solidFill>
              </a:rPr>
              <a:t> de variables </a:t>
            </a:r>
            <a:r>
              <a:rPr dirty="0" err="1">
                <a:solidFill>
                  <a:schemeClr val="tx1"/>
                </a:solidFill>
              </a:rPr>
              <a:t>seleccionados</a:t>
            </a:r>
            <a:r>
              <a:rPr dirty="0">
                <a:solidFill>
                  <a:schemeClr val="tx1"/>
                </a:solidFill>
              </a:rPr>
              <a:t> del IFU </a:t>
            </a:r>
            <a:r>
              <a:rPr dirty="0" err="1">
                <a:solidFill>
                  <a:schemeClr val="tx1"/>
                </a:solidFill>
              </a:rPr>
              <a:t>enviados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por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el</a:t>
            </a:r>
            <a:r>
              <a:rPr dirty="0">
                <a:solidFill>
                  <a:schemeClr val="tx1"/>
                </a:solidFill>
              </a:rPr>
              <a:t> OOAD.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marzo</a:t>
            </a:r>
            <a:r>
              <a:rPr dirty="0">
                <a:solidFill>
                  <a:schemeClr val="tx1"/>
                </a:solidFill>
              </a:rPr>
              <a:t> de 2026</a:t>
            </a:r>
          </a:p>
        </p:txBody>
      </p:sp>
      <p:graphicFrame>
        <p:nvGraphicFramePr>
          <p:cNvPr id="8" name="Google Shape;152;g370e475fb19_0_8">
            <a:extLst>
              <a:ext uri="{FF2B5EF4-FFF2-40B4-BE49-F238E27FC236}">
                <a16:creationId xmlns:a16="http://schemas.microsoft.com/office/drawing/2014/main" id="{C671B355-4DCD-13F9-9E0B-5614C0859C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429609"/>
              </p:ext>
            </p:extLst>
          </p:nvPr>
        </p:nvGraphicFramePr>
        <p:xfrm>
          <a:off x="149075" y="402382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153">
            <a:extLst>
              <a:ext uri="{FF2B5EF4-FFF2-40B4-BE49-F238E27FC236}">
                <a16:creationId xmlns:a16="http://schemas.microsoft.com/office/drawing/2014/main" id="{A255E30E-B9D8-3149-ABF7-084086089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42140"/>
              </p:ext>
            </p:extLst>
          </p:nvPr>
        </p:nvGraphicFramePr>
        <p:xfrm>
          <a:off x="100800" y="4640194"/>
          <a:ext cx="7534799" cy="174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9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ectangle 154">
            <a:extLst>
              <a:ext uri="{FF2B5EF4-FFF2-40B4-BE49-F238E27FC236}">
                <a16:creationId xmlns:a16="http://schemas.microsoft.com/office/drawing/2014/main" id="{54AFCF19-EE9C-52BD-6D55-AE0BF96AEE99}"/>
              </a:ext>
            </a:extLst>
          </p:cNvPr>
          <p:cNvSpPr/>
          <p:nvPr/>
        </p:nvSpPr>
        <p:spPr>
          <a:xfrm>
            <a:off x="205199" y="9587382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55">
            <a:extLst>
              <a:ext uri="{FF2B5EF4-FFF2-40B4-BE49-F238E27FC236}">
                <a16:creationId xmlns:a16="http://schemas.microsoft.com/office/drawing/2014/main" id="{AF926C01-5E74-7072-57C5-2EEEA8368DDC}"/>
              </a:ext>
            </a:extLst>
          </p:cNvPr>
          <p:cNvSpPr txBox="1"/>
          <p:nvPr/>
        </p:nvSpPr>
        <p:spPr>
          <a:xfrm>
            <a:off x="406799" y="9486582"/>
            <a:ext cx="714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 err="1">
                <a:solidFill>
                  <a:schemeClr val="bg1"/>
                </a:solidFill>
              </a:rPr>
              <a:t>Proyectos</a:t>
            </a:r>
            <a:r>
              <a:rPr dirty="0">
                <a:solidFill>
                  <a:schemeClr val="bg1"/>
                </a:solidFill>
              </a:rPr>
              <a:t> de </a:t>
            </a:r>
            <a:r>
              <a:rPr dirty="0" err="1">
                <a:solidFill>
                  <a:schemeClr val="bg1"/>
                </a:solidFill>
              </a:rPr>
              <a:t>implementación</a:t>
            </a:r>
            <a:r>
              <a:rPr dirty="0">
                <a:solidFill>
                  <a:schemeClr val="bg1"/>
                </a:solidFill>
              </a:rPr>
              <a:t>/</a:t>
            </a:r>
            <a:r>
              <a:rPr dirty="0" err="1">
                <a:solidFill>
                  <a:schemeClr val="bg1"/>
                </a:solidFill>
              </a:rPr>
              <a:t>sustitución</a:t>
            </a:r>
            <a:r>
              <a:rPr dirty="0">
                <a:solidFill>
                  <a:schemeClr val="bg1"/>
                </a:solidFill>
              </a:rPr>
              <a:t> 2019-2025. </a:t>
            </a:r>
            <a:r>
              <a:rPr dirty="0" err="1">
                <a:solidFill>
                  <a:schemeClr val="bg1"/>
                </a:solidFill>
              </a:rPr>
              <a:t>Incluye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equipo</a:t>
            </a:r>
            <a:r>
              <a:rPr dirty="0">
                <a:solidFill>
                  <a:schemeClr val="bg1"/>
                </a:solidFill>
              </a:rPr>
              <a:t> de la </a:t>
            </a:r>
            <a:r>
              <a:rPr dirty="0" err="1">
                <a:solidFill>
                  <a:schemeClr val="bg1"/>
                </a:solidFill>
              </a:rPr>
              <a:t>compra</a:t>
            </a:r>
            <a:r>
              <a:rPr dirty="0">
                <a:solidFill>
                  <a:schemeClr val="bg1"/>
                </a:solidFill>
              </a:rPr>
              <a:t> 2025-2026.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Fuente: Cédula de </a:t>
            </a:r>
            <a:r>
              <a:rPr dirty="0" err="1">
                <a:solidFill>
                  <a:schemeClr val="bg1"/>
                </a:solidFill>
              </a:rPr>
              <a:t>actualización</a:t>
            </a:r>
            <a:r>
              <a:rPr dirty="0">
                <a:solidFill>
                  <a:schemeClr val="bg1"/>
                </a:solidFill>
              </a:rPr>
              <a:t> de variables </a:t>
            </a:r>
            <a:r>
              <a:rPr dirty="0" err="1">
                <a:solidFill>
                  <a:schemeClr val="bg1"/>
                </a:solidFill>
              </a:rPr>
              <a:t>seleccionadas</a:t>
            </a:r>
            <a:r>
              <a:rPr dirty="0">
                <a:solidFill>
                  <a:schemeClr val="bg1"/>
                </a:solidFill>
              </a:rPr>
              <a:t> del IFU, </a:t>
            </a:r>
            <a:r>
              <a:rPr dirty="0" err="1">
                <a:solidFill>
                  <a:schemeClr val="bg1"/>
                </a:solidFill>
              </a:rPr>
              <a:t>enviadas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por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el</a:t>
            </a:r>
            <a:r>
              <a:rPr dirty="0">
                <a:solidFill>
                  <a:schemeClr val="bg1"/>
                </a:solidFill>
              </a:rPr>
              <a:t> OOAD.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Corte de </a:t>
            </a:r>
            <a:r>
              <a:rPr dirty="0" err="1">
                <a:solidFill>
                  <a:schemeClr val="bg1"/>
                </a:solidFill>
              </a:rPr>
              <a:t>información</a:t>
            </a:r>
            <a:r>
              <a:rPr dirty="0">
                <a:solidFill>
                  <a:schemeClr val="bg1"/>
                </a:solidFill>
              </a:rPr>
              <a:t>: ma</a:t>
            </a:r>
            <a:r>
              <a:rPr lang="es-MX" dirty="0">
                <a:solidFill>
                  <a:schemeClr val="bg1"/>
                </a:solidFill>
              </a:rPr>
              <a:t>y</a:t>
            </a:r>
            <a:r>
              <a:rPr dirty="0">
                <a:solidFill>
                  <a:schemeClr val="bg1"/>
                </a:solidFill>
              </a:rPr>
              <a:t>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222146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2D6C05B-51A4-834F-C9A2-7487BEF48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0451700"/>
              </p:ext>
            </p:extLst>
          </p:nvPr>
        </p:nvGraphicFramePr>
        <p:xfrm>
          <a:off x="143502" y="3887228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B21B29C-C9C5-853D-1FD6-443D7608024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4425EDBA-FDF3-CA16-29BC-B0CCD17DA240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E79C333-74B2-521E-CD74-8D5DFC04F1A8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7A99FB29-1281-38DB-3E33-985AC39D4270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CuadroTexto 6">
            <a:extLst>
              <a:ext uri="{FF2B5EF4-FFF2-40B4-BE49-F238E27FC236}">
                <a16:creationId xmlns:a16="http://schemas.microsoft.com/office/drawing/2014/main" id="{4EF06972-F793-92BE-8FE3-EE81D35EBE31}"/>
              </a:ext>
            </a:extLst>
          </p:cNvPr>
          <p:cNvSpPr txBox="1"/>
          <p:nvPr/>
        </p:nvSpPr>
        <p:spPr>
          <a:xfrm>
            <a:off x="5064096" y="8117456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CuadroTexto 8">
            <a:extLst>
              <a:ext uri="{FF2B5EF4-FFF2-40B4-BE49-F238E27FC236}">
                <a16:creationId xmlns:a16="http://schemas.microsoft.com/office/drawing/2014/main" id="{F48B99B1-E85A-5B32-1921-5888F4EF1449}"/>
              </a:ext>
            </a:extLst>
          </p:cNvPr>
          <p:cNvSpPr txBox="1"/>
          <p:nvPr/>
        </p:nvSpPr>
        <p:spPr>
          <a:xfrm>
            <a:off x="4701239" y="4744510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9565200"/>
            <a:ext cx="46800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Corte de información: semana 24, 7 junio 2026</a:t>
            </a:r>
            <a:br/>
            <a:r>
              <a:t>¹Las consultas de medicina familiar incluyen los hospitales con 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7488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+3,906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42336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+119,803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+95,937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960500"/>
              </p:ext>
            </p:extLst>
          </p:nvPr>
        </p:nvGraphicFramePr>
        <p:xfrm>
          <a:off x="144000" y="1273494"/>
          <a:ext cx="7469999" cy="210567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3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727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61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Consultas</a:t>
                      </a:r>
                      <a:r>
                        <a:rPr lang="es-MX" dirty="0"/>
                        <a:t> </a:t>
                      </a:r>
                      <a:r>
                        <a:rPr dirty="0"/>
                        <a:t>de </a:t>
                      </a:r>
                      <a:endParaRPr lang="es-MX" dirty="0"/>
                    </a:p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1,863,485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119,803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842,508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1,874,524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44.9%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61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Consultas</a:t>
                      </a:r>
                      <a:r>
                        <a:rPr lang="es-MX" dirty="0"/>
                        <a:t> </a:t>
                      </a:r>
                      <a:r>
                        <a:rPr dirty="0"/>
                        <a:t>de </a:t>
                      </a: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404,077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95,937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212,907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433,620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613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Cirugías</a:t>
                      </a:r>
                      <a:endParaRPr dirty="0"/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rPr dirty="0"/>
                        <a:t>30,105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3,906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16,085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35,121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rPr dirty="0"/>
                        <a:t>45.8%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curso:2025 (del 26 de dic de 2024 al 25 de dic de 2025).</a:t>
            </a:r>
            <a:br/>
            <a:r>
              <a:t>Corte de información: Semana 24, 7 junio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134935"/>
              </p:ext>
            </p:extLst>
          </p:nvPr>
        </p:nvGraphicFramePr>
        <p:xfrm>
          <a:off x="151200" y="1692000"/>
          <a:ext cx="7473599" cy="4640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Ceballos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5,981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24 Pueblo Nuevo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11,344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5,293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Guanacevi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5,546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6 Canatlán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23,836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3,792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11,285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Nuevo Ideal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20,013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3,140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8,715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3 Sn. Miguel Cruces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8,547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3,036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A. Mtz. Adame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18,395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8,679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31 Sta. Cruz Lujan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19,998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1,854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10,563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Bermejillo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16,343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-505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7,657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Picardías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12,101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-236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Pedriceña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12,366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1,419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6,727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El Vergel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19,952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Tlahuallilo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26,116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11,811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La Ciudad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5,465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1,583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Santiago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2,700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11,545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40,716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Villa Unión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6,173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Tepehuanes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5,598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2,012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Sn. Juan Río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7,438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Gómez Palacio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13,379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1,004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44.7%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Mapimi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15,764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8,334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Gómez Palacio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195,131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86,055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Cuencame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7,799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Nombre de Dios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9,542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2,325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Nazas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5,926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-539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Durango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182,924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81,626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Durango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147,232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6,418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64,275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28158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830,965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68,795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375,282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872,524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43.0%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645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3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2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64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872,524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5F0B7A8F-6C89-575B-B432-CB6373B62C7B}"/>
              </a:ext>
            </a:extLst>
          </p:cNvPr>
          <p:cNvSpPr txBox="1"/>
          <p:nvPr/>
        </p:nvSpPr>
        <p:spPr>
          <a:xfrm>
            <a:off x="4087176" y="4822043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 UMTC con   12 consultorios</a:t>
            </a:r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131B55BA-745E-BE07-EB1A-E9C7C1D1B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4849646"/>
              </p:ext>
            </p:extLst>
          </p:nvPr>
        </p:nvGraphicFramePr>
        <p:xfrm>
          <a:off x="4727084" y="5915144"/>
          <a:ext cx="2808830" cy="152209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 50 Durango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19 Gómez Palacio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 Durango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2 El Salto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45E6D0F1-E15F-30EE-D69A-D4F501D5B69A}"/>
              </a:ext>
            </a:extLst>
          </p:cNvPr>
          <p:cNvSpPr txBox="1"/>
          <p:nvPr/>
        </p:nvSpPr>
        <p:spPr>
          <a:xfrm>
            <a:off x="4323342" y="6989039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5 consultorios en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0F552986-1102-FE08-1257-93AA034E8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670693"/>
              </p:ext>
            </p:extLst>
          </p:nvPr>
        </p:nvGraphicFramePr>
        <p:xfrm>
          <a:off x="4684419" y="7696925"/>
          <a:ext cx="2808830" cy="88201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 49 Durango</a:t>
                      </a:r>
                    </a:p>
                    <a:p>
                      <a:pPr marL="228600" marR="0" lvl="0" indent="-22860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 44 Durango</a:t>
                      </a: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80298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600" y="122795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rPr dirty="0"/>
              <a:t>5 </a:t>
            </a:r>
            <a:r>
              <a:rPr dirty="0" err="1"/>
              <a:t>Unidades</a:t>
            </a:r>
            <a:r>
              <a:rPr dirty="0"/>
              <a:t> </a:t>
            </a:r>
            <a:r>
              <a:rPr dirty="0" err="1"/>
              <a:t>Médicas</a:t>
            </a:r>
            <a:r>
              <a:rPr dirty="0"/>
              <a:t> de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(23 </a:t>
            </a:r>
            <a:r>
              <a:rPr dirty="0" err="1"/>
              <a:t>consultorios</a:t>
            </a:r>
            <a:r>
              <a:rPr dirty="0"/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999" y="1599066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rPr dirty="0" err="1"/>
              <a:t>Productividad</a:t>
            </a:r>
            <a:r>
              <a:rPr dirty="0"/>
              <a:t> de </a:t>
            </a:r>
            <a:r>
              <a:rPr dirty="0" err="1"/>
              <a:t>consultas</a:t>
            </a:r>
            <a:r>
              <a:rPr dirty="0"/>
              <a:t> de </a:t>
            </a:r>
            <a:r>
              <a:rPr dirty="0" err="1"/>
              <a:t>medicina</a:t>
            </a:r>
            <a:r>
              <a:rPr dirty="0"/>
              <a:t> familiar 2025-2026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00" y="1523466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7600" y="95328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En el año 2025 no incluye información de HR y UMR.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 2025 (del 26 de Dic de 2024 al 25 de Dic de 2025).</a:t>
            </a:r>
            <a:br/>
            <a:r>
              <a:t>Corte de información: Semana 24, 7 junio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0878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rPr dirty="0"/>
              <a:t>de las </a:t>
            </a:r>
            <a:r>
              <a:rPr dirty="0" err="1"/>
              <a:t>consultas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2025 </a:t>
            </a:r>
            <a:r>
              <a:rPr dirty="0" err="1"/>
              <a:t>fueron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fin de </a:t>
            </a:r>
            <a:r>
              <a:rPr dirty="0" err="1"/>
              <a:t>semana</a:t>
            </a:r>
            <a:r>
              <a:rPr dirty="0"/>
              <a:t> (145,657 </a:t>
            </a:r>
            <a:r>
              <a:rPr dirty="0" err="1"/>
              <a:t>consultas</a:t>
            </a:r>
            <a:r>
              <a:rPr dirty="0"/>
              <a:t>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796051"/>
              </p:ext>
            </p:extLst>
          </p:nvPr>
        </p:nvGraphicFramePr>
        <p:xfrm>
          <a:off x="151200" y="1990062"/>
          <a:ext cx="7473599" cy="1644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7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Cd. Lerdo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125,269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57,502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Durango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323,075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9,066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151,072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Gómez Palacio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161,891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13,681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73,123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46.6%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49 Durango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218,251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7,101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90,827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53 Gómez Palacio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145,043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12,158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67,580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141,000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2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973,529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48,323</a:t>
                      </a:r>
                    </a:p>
                  </a:txBody>
                  <a:tcPr marL="0" marR="0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440,104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944,000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46.6%</a:t>
                      </a:r>
                    </a:p>
                  </a:txBody>
                  <a:tcPr marL="0" marR="0" marT="0" marB="0" anchor="ctr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626088"/>
              </p:ext>
            </p:extLst>
          </p:nvPr>
        </p:nvGraphicFramePr>
        <p:xfrm>
          <a:off x="0" y="5099775"/>
          <a:ext cx="2231756" cy="1983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95617" y="5977136"/>
            <a:ext cx="12482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264763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95724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 productividad de especialidad generada en UMF ni en HR. En el año 2025 no incluye información de HR y UMR.</a:t>
            </a:r>
            <a:br/>
            <a:r>
              <a:t>El año de proceso inicia del 26 de diciembre del año anterior al 25 de diciembre del año en curso:2025 (del 26 de dic de 2024 al 25 de dic de 2025). Corte de información: Semana: 24, 7 junio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649671"/>
              </p:ext>
            </p:extLst>
          </p:nvPr>
        </p:nvGraphicFramePr>
        <p:xfrm>
          <a:off x="192599" y="1526760"/>
          <a:ext cx="7340399" cy="2122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216,557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58,574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114,047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216,810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53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33,952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9,665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19,344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77,191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85,410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64,194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14,594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32,272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72,270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19,710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61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404,077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95,937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212,907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433,620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49.1%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2300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888008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 dirty="0">
                <a:solidFill>
                  <a:srgbClr val="9F2241"/>
                </a:solidFill>
                <a:latin typeface="Montserrat"/>
              </a:rPr>
              <a:t>49.1%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827294" y="592749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23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433,620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693734267"/>
              </p:ext>
            </p:extLst>
          </p:nvPr>
        </p:nvGraphicFramePr>
        <p:xfrm>
          <a:off x="143502" y="620141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9561600"/>
            <a:ext cx="7473600" cy="399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24, 7 junio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172800"/>
              </p:ext>
            </p:extLst>
          </p:nvPr>
        </p:nvGraphicFramePr>
        <p:xfrm>
          <a:off x="214200" y="1173581"/>
          <a:ext cx="7340399" cy="2094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5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El Salto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Gómez Palacio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51 Chapala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Durango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5,849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53 Gómez Palacio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3,278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79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30,105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3,906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16,085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35,121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45.8%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873600"/>
          <a:ext cx="1800000" cy="18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5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45.8%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4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87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35,121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1308" y="684000"/>
            <a:ext cx="718978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sz="1800"/>
              <a:t>151 total </a:t>
            </a:r>
            <a:r>
              <a:rPr sz="1800" err="1"/>
              <a:t>especialistas</a:t>
            </a:r>
            <a:r>
              <a:rPr sz="1800"/>
              <a:t> </a:t>
            </a:r>
            <a:r>
              <a:rPr sz="1800" err="1"/>
              <a:t>contratados</a:t>
            </a:r>
            <a:r>
              <a:rPr sz="1800"/>
              <a:t> </a:t>
            </a:r>
            <a:r>
              <a:rPr sz="1800" err="1"/>
              <a:t>en</a:t>
            </a:r>
            <a:r>
              <a:rPr sz="1800"/>
              <a:t> </a:t>
            </a:r>
            <a:r>
              <a:rPr sz="1800" err="1"/>
              <a:t>el</a:t>
            </a:r>
            <a:r>
              <a:rPr sz="1800"/>
              <a:t> draft 2026</a:t>
            </a:r>
            <a:r>
              <a:rPr lang="es-MX" sz="1800"/>
              <a:t>  (1 de 3)</a:t>
            </a:r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1863050" y="1007999"/>
            <a:ext cx="40462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rPr dirty="0"/>
              <a:t>58 </a:t>
            </a:r>
            <a:r>
              <a:rPr dirty="0" err="1"/>
              <a:t>en</a:t>
            </a:r>
            <a:r>
              <a:rPr dirty="0"/>
              <a:t> Hospitales, 23 </a:t>
            </a:r>
            <a:r>
              <a:rPr dirty="0" err="1"/>
              <a:t>en</a:t>
            </a:r>
            <a:r>
              <a:rPr dirty="0"/>
              <a:t> UMF y 70 </a:t>
            </a:r>
            <a:r>
              <a:rPr dirty="0" err="1"/>
              <a:t>sustitutos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60000" y="1419945"/>
            <a:ext cx="346601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58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Hospitales</a:t>
            </a:r>
            <a:r>
              <a:rPr lang="es-MX" dirty="0"/>
              <a:t> (1 de 3) 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1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728535"/>
              </p:ext>
            </p:extLst>
          </p:nvPr>
        </p:nvGraphicFramePr>
        <p:xfrm>
          <a:off x="360000" y="2838800"/>
          <a:ext cx="3456000" cy="184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2999419"/>
              </p:ext>
            </p:extLst>
          </p:nvPr>
        </p:nvGraphicFramePr>
        <p:xfrm>
          <a:off x="3960000" y="4820000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856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856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51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8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8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856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47910"/>
              </p:ext>
            </p:extLst>
          </p:nvPr>
        </p:nvGraphicFramePr>
        <p:xfrm>
          <a:off x="360000" y="4808299"/>
          <a:ext cx="3456000" cy="119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421715"/>
              </p:ext>
            </p:extLst>
          </p:nvPr>
        </p:nvGraphicFramePr>
        <p:xfrm>
          <a:off x="360000" y="6129798"/>
          <a:ext cx="3456000" cy="917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No. 51 Gómez Palacio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E995100B-5D03-8869-7F52-2E4D96C8C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619770"/>
              </p:ext>
            </p:extLst>
          </p:nvPr>
        </p:nvGraphicFramePr>
        <p:xfrm>
          <a:off x="3956400" y="6129798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Gpe Victoria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6" name="Table 7">
            <a:extLst>
              <a:ext uri="{FF2B5EF4-FFF2-40B4-BE49-F238E27FC236}">
                <a16:creationId xmlns:a16="http://schemas.microsoft.com/office/drawing/2014/main" id="{79DA7FA9-E724-A4F1-81A9-4763D889FA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187175"/>
              </p:ext>
            </p:extLst>
          </p:nvPr>
        </p:nvGraphicFramePr>
        <p:xfrm>
          <a:off x="3956400" y="78264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Rodeo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8">
            <a:extLst>
              <a:ext uri="{FF2B5EF4-FFF2-40B4-BE49-F238E27FC236}">
                <a16:creationId xmlns:a16="http://schemas.microsoft.com/office/drawing/2014/main" id="{71A5DF2A-568C-3318-0EA2-DDE78EB35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976457"/>
              </p:ext>
            </p:extLst>
          </p:nvPr>
        </p:nvGraphicFramePr>
        <p:xfrm>
          <a:off x="360000" y="7169056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Vicente Guerrero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0693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063" y="684000"/>
            <a:ext cx="72362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sz="1800" dirty="0"/>
              <a:t>151 total </a:t>
            </a:r>
            <a:r>
              <a:rPr sz="1800" dirty="0" err="1"/>
              <a:t>especialistas</a:t>
            </a:r>
            <a:r>
              <a:rPr sz="1800" dirty="0"/>
              <a:t> </a:t>
            </a:r>
            <a:r>
              <a:rPr sz="1800" dirty="0" err="1"/>
              <a:t>contratados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el</a:t>
            </a:r>
            <a:r>
              <a:rPr sz="1800" dirty="0"/>
              <a:t> draft 2026</a:t>
            </a:r>
            <a:r>
              <a:rPr lang="es-MX" sz="1800" dirty="0"/>
              <a:t>  (2 de 3)</a:t>
            </a:r>
            <a:endParaRPr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1039567"/>
            <a:ext cx="623279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23 </a:t>
            </a:r>
            <a:r>
              <a:rPr lang="es-MX" dirty="0"/>
              <a:t>en</a:t>
            </a:r>
            <a:r>
              <a:rPr dirty="0"/>
              <a:t> </a:t>
            </a:r>
            <a:r>
              <a:rPr lang="es-MX" dirty="0"/>
              <a:t>Unidades</a:t>
            </a:r>
            <a:r>
              <a:rPr dirty="0"/>
              <a:t> de Medicina Familiar</a:t>
            </a:r>
            <a:r>
              <a:rPr lang="es-MX" dirty="0"/>
              <a:t> (2 de 3) </a:t>
            </a:r>
            <a:endParaRPr dirty="0"/>
          </a:p>
        </p:txBody>
      </p:sp>
      <p:cxnSp>
        <p:nvCxnSpPr>
          <p:cNvPr id="11" name="Connector 10"/>
          <p:cNvCxnSpPr/>
          <p:nvPr/>
        </p:nvCxnSpPr>
        <p:spPr>
          <a:xfrm>
            <a:off x="360000" y="1455622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0562884"/>
              </p:ext>
            </p:extLst>
          </p:nvPr>
        </p:nvGraphicFramePr>
        <p:xfrm>
          <a:off x="360000" y="1527622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231233"/>
              </p:ext>
            </p:extLst>
          </p:nvPr>
        </p:nvGraphicFramePr>
        <p:xfrm>
          <a:off x="3960000" y="1527622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297772"/>
              </p:ext>
            </p:extLst>
          </p:nvPr>
        </p:nvGraphicFramePr>
        <p:xfrm>
          <a:off x="360000" y="242762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227037"/>
              </p:ext>
            </p:extLst>
          </p:nvPr>
        </p:nvGraphicFramePr>
        <p:xfrm>
          <a:off x="3960000" y="2427621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217448"/>
              </p:ext>
            </p:extLst>
          </p:nvPr>
        </p:nvGraphicFramePr>
        <p:xfrm>
          <a:off x="360000" y="332762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619110"/>
              </p:ext>
            </p:extLst>
          </p:nvPr>
        </p:nvGraphicFramePr>
        <p:xfrm>
          <a:off x="3960000" y="332762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799247"/>
              </p:ext>
            </p:extLst>
          </p:nvPr>
        </p:nvGraphicFramePr>
        <p:xfrm>
          <a:off x="360000" y="414232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857959"/>
              </p:ext>
            </p:extLst>
          </p:nvPr>
        </p:nvGraphicFramePr>
        <p:xfrm>
          <a:off x="3960000" y="4142320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053591"/>
              </p:ext>
            </p:extLst>
          </p:nvPr>
        </p:nvGraphicFramePr>
        <p:xfrm>
          <a:off x="360000" y="5042319"/>
          <a:ext cx="3456000" cy="673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618229"/>
              </p:ext>
            </p:extLst>
          </p:nvPr>
        </p:nvGraphicFramePr>
        <p:xfrm>
          <a:off x="3960000" y="5042319"/>
          <a:ext cx="3456000" cy="76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3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960057"/>
              </p:ext>
            </p:extLst>
          </p:nvPr>
        </p:nvGraphicFramePr>
        <p:xfrm>
          <a:off x="360000" y="5942318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C/UMAA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4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590446"/>
              </p:ext>
            </p:extLst>
          </p:nvPr>
        </p:nvGraphicFramePr>
        <p:xfrm>
          <a:off x="3960000" y="594231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072494"/>
              </p:ext>
            </p:extLst>
          </p:nvPr>
        </p:nvGraphicFramePr>
        <p:xfrm>
          <a:off x="360000" y="709431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602014"/>
              </p:ext>
            </p:extLst>
          </p:nvPr>
        </p:nvGraphicFramePr>
        <p:xfrm>
          <a:off x="3960000" y="7094317"/>
          <a:ext cx="3456000" cy="795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con UMAA No. 53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1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8064" y="684000"/>
            <a:ext cx="72362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rPr sz="1800"/>
              <a:t>151 total </a:t>
            </a:r>
            <a:r>
              <a:rPr sz="1800" err="1"/>
              <a:t>especialistas</a:t>
            </a:r>
            <a:r>
              <a:rPr sz="1800"/>
              <a:t> </a:t>
            </a:r>
            <a:r>
              <a:rPr sz="1800" err="1"/>
              <a:t>contratados</a:t>
            </a:r>
            <a:r>
              <a:rPr sz="1800"/>
              <a:t> </a:t>
            </a:r>
            <a:r>
              <a:rPr sz="1800" err="1"/>
              <a:t>en</a:t>
            </a:r>
            <a:r>
              <a:rPr sz="1800"/>
              <a:t> </a:t>
            </a:r>
            <a:r>
              <a:rPr sz="1800" err="1"/>
              <a:t>el</a:t>
            </a:r>
            <a:r>
              <a:rPr sz="1800"/>
              <a:t> draft 2026</a:t>
            </a:r>
            <a:r>
              <a:rPr lang="es-MX" sz="1800"/>
              <a:t>  (3 de 3)</a:t>
            </a:r>
            <a:endParaRPr sz="1800"/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000" y="11397595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A053E05E-79EB-9D79-EA19-632A2C743208}"/>
              </a:ext>
            </a:extLst>
          </p:cNvPr>
          <p:cNvSpPr txBox="1"/>
          <p:nvPr/>
        </p:nvSpPr>
        <p:spPr>
          <a:xfrm>
            <a:off x="360000" y="1337104"/>
            <a:ext cx="477085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rPr dirty="0"/>
              <a:t>70 </a:t>
            </a:r>
            <a:r>
              <a:rPr dirty="0" err="1"/>
              <a:t>especialistas</a:t>
            </a:r>
            <a:r>
              <a:rPr dirty="0"/>
              <a:t> </a:t>
            </a:r>
            <a:r>
              <a:rPr dirty="0" err="1"/>
              <a:t>sustitutos</a:t>
            </a:r>
            <a:r>
              <a:rPr lang="es-MX" dirty="0"/>
              <a:t> (3 de 3)</a:t>
            </a:r>
            <a:endParaRPr dirty="0"/>
          </a:p>
        </p:txBody>
      </p:sp>
      <p:cxnSp>
        <p:nvCxnSpPr>
          <p:cNvPr id="21" name="Connector 15">
            <a:extLst>
              <a:ext uri="{FF2B5EF4-FFF2-40B4-BE49-F238E27FC236}">
                <a16:creationId xmlns:a16="http://schemas.microsoft.com/office/drawing/2014/main" id="{D83418BD-A350-D253-1EC3-7E142AED3691}"/>
              </a:ext>
            </a:extLst>
          </p:cNvPr>
          <p:cNvCxnSpPr/>
          <p:nvPr/>
        </p:nvCxnSpPr>
        <p:spPr>
          <a:xfrm>
            <a:off x="360000" y="170709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18">
            <a:extLst>
              <a:ext uri="{FF2B5EF4-FFF2-40B4-BE49-F238E27FC236}">
                <a16:creationId xmlns:a16="http://schemas.microsoft.com/office/drawing/2014/main" id="{DD9EA808-7FAB-DA33-C505-14473C3E494B}"/>
              </a:ext>
            </a:extLst>
          </p:cNvPr>
          <p:cNvSpPr txBox="1"/>
          <p:nvPr/>
        </p:nvSpPr>
        <p:spPr>
          <a:xfrm>
            <a:off x="451800" y="7320895"/>
            <a:ext cx="72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rPr sz="800" err="1"/>
              <a:t>Sustitutos</a:t>
            </a:r>
            <a:r>
              <a:rPr sz="800"/>
              <a:t> se </a:t>
            </a:r>
            <a:r>
              <a:rPr sz="800" err="1"/>
              <a:t>integran</a:t>
            </a:r>
            <a:r>
              <a:rPr sz="800"/>
              <a:t> a </a:t>
            </a:r>
            <a:r>
              <a:rPr sz="800" err="1"/>
              <a:t>los</a:t>
            </a:r>
            <a:r>
              <a:rPr sz="800"/>
              <a:t> </a:t>
            </a:r>
            <a:r>
              <a:rPr sz="800" err="1"/>
              <a:t>Listados</a:t>
            </a:r>
            <a:r>
              <a:rPr sz="800"/>
              <a:t> de Bolsa de </a:t>
            </a:r>
            <a:r>
              <a:rPr sz="800" err="1"/>
              <a:t>Trabajo</a:t>
            </a:r>
            <a:r>
              <a:rPr sz="800"/>
              <a:t>, para </a:t>
            </a:r>
            <a:r>
              <a:rPr sz="800" err="1"/>
              <a:t>cubrir</a:t>
            </a:r>
            <a:r>
              <a:rPr sz="800"/>
              <a:t> las </a:t>
            </a:r>
            <a:r>
              <a:rPr sz="800" err="1"/>
              <a:t>futuras</a:t>
            </a:r>
            <a:r>
              <a:rPr sz="800"/>
              <a:t> </a:t>
            </a:r>
            <a:r>
              <a:rPr sz="800" err="1"/>
              <a:t>vacantes</a:t>
            </a:r>
            <a:r>
              <a:rPr sz="800"/>
              <a:t> </a:t>
            </a:r>
            <a:r>
              <a:rPr sz="800" err="1"/>
              <a:t>por</a:t>
            </a:r>
            <a:r>
              <a:rPr sz="800"/>
              <a:t> </a:t>
            </a:r>
            <a:r>
              <a:rPr sz="800" err="1"/>
              <a:t>jubilación</a:t>
            </a:r>
            <a:r>
              <a:rPr sz="800"/>
              <a:t>, </a:t>
            </a:r>
            <a:r>
              <a:rPr sz="800" err="1"/>
              <a:t>renuncia</a:t>
            </a:r>
            <a:r>
              <a:rPr sz="800"/>
              <a:t>, </a:t>
            </a:r>
            <a:r>
              <a:rPr sz="800" err="1"/>
              <a:t>fallecimiento</a:t>
            </a:r>
            <a:r>
              <a:rPr sz="800"/>
              <a:t>, etc., </a:t>
            </a:r>
            <a:r>
              <a:rPr sz="800" err="1"/>
              <a:t>así</a:t>
            </a:r>
            <a:r>
              <a:rPr sz="800"/>
              <a:t> </a:t>
            </a:r>
            <a:r>
              <a:rPr sz="800" err="1"/>
              <a:t>como</a:t>
            </a:r>
            <a:r>
              <a:rPr sz="800"/>
              <a:t> </a:t>
            </a:r>
            <a:r>
              <a:rPr sz="800" err="1"/>
              <a:t>ausentismo</a:t>
            </a:r>
            <a:r>
              <a:rPr sz="800"/>
              <a:t> </a:t>
            </a:r>
            <a:r>
              <a:rPr sz="800" err="1"/>
              <a:t>programado</a:t>
            </a:r>
            <a:r>
              <a:rPr sz="800"/>
              <a:t> y no </a:t>
            </a:r>
            <a:r>
              <a:rPr sz="800" err="1"/>
              <a:t>programado</a:t>
            </a:r>
            <a:r>
              <a:rPr sz="800"/>
              <a:t>.</a:t>
            </a:r>
          </a:p>
        </p:txBody>
      </p: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4945CAD8-00B5-93B0-9799-89665EAFB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94200"/>
              </p:ext>
            </p:extLst>
          </p:nvPr>
        </p:nvGraphicFramePr>
        <p:xfrm>
          <a:off x="494250" y="1917700"/>
          <a:ext cx="6730100" cy="5295893"/>
        </p:xfrm>
        <a:graphic>
          <a:graphicData uri="http://schemas.openxmlformats.org/drawingml/2006/table">
            <a:tbl>
              <a:tblPr/>
              <a:tblGrid>
                <a:gridCol w="2090420">
                  <a:extLst>
                    <a:ext uri="{9D8B030D-6E8A-4147-A177-3AD203B41FA5}">
                      <a16:colId xmlns:a16="http://schemas.microsoft.com/office/drawing/2014/main" val="2986282072"/>
                    </a:ext>
                  </a:extLst>
                </a:gridCol>
                <a:gridCol w="3811604">
                  <a:extLst>
                    <a:ext uri="{9D8B030D-6E8A-4147-A177-3AD203B41FA5}">
                      <a16:colId xmlns:a16="http://schemas.microsoft.com/office/drawing/2014/main" val="2500196936"/>
                    </a:ext>
                  </a:extLst>
                </a:gridCol>
                <a:gridCol w="828076">
                  <a:extLst>
                    <a:ext uri="{9D8B030D-6E8A-4147-A177-3AD203B41FA5}">
                      <a16:colId xmlns:a16="http://schemas.microsoft.com/office/drawing/2014/main" val="1011331935"/>
                    </a:ext>
                  </a:extLst>
                </a:gridCol>
              </a:tblGrid>
              <a:tr h="2445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Unidad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Especialidad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47628"/>
                  </a:ext>
                </a:extLst>
              </a:tr>
              <a:tr h="252651">
                <a:tc rowSpan="1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Sustitución 8 (Parte 1)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Anestesiología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9710946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Cardiología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149051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Cirugía General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549510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Epidemiología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657773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Geriatría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178118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Ginecología y Obstetricia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5234333"/>
                  </a:ext>
                </a:extLst>
              </a:tr>
              <a:tr h="321112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Imagenología Diagnóstico y Terapéutica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400057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Familiar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915373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Interna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621876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de Urgencias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812444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del Trabajo y Ambiental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534499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Neumología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176278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Neurocirugía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491141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Oftalmología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717910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Oncología Médica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50074"/>
                  </a:ext>
                </a:extLst>
              </a:tr>
              <a:tr h="321112">
                <a:tc rowSpan="5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Sustitución 8 (Parte 2)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53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Otorrinolaringología y Cirugía de Cabeza y Cuello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7726384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Pediatría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608086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Traumatología y Ortopedia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711648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Urología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860324"/>
                  </a:ext>
                </a:extLst>
              </a:tr>
              <a:tr h="244501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006455"/>
                          </a:solidFill>
                          <a:effectLst/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53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050" b="1" i="0" u="none" strike="noStrike">
                          <a:solidFill>
                            <a:srgbClr val="006455"/>
                          </a:solidFill>
                          <a:effectLst/>
                          <a:latin typeface="Montserrat" panose="00000500000000000000" pitchFamily="2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53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84417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rPr dirty="0" err="1"/>
              <a:t>Contrataciones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especialidad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223200" y="1116431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A7908B4-E45B-899B-438B-6165A7EFF9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57527"/>
              </p:ext>
            </p:extLst>
          </p:nvPr>
        </p:nvGraphicFramePr>
        <p:xfrm>
          <a:off x="486152" y="1230836"/>
          <a:ext cx="6860045" cy="7832678"/>
        </p:xfrm>
        <a:graphic>
          <a:graphicData uri="http://schemas.openxmlformats.org/drawingml/2006/table">
            <a:tbl>
              <a:tblPr/>
              <a:tblGrid>
                <a:gridCol w="4509400">
                  <a:extLst>
                    <a:ext uri="{9D8B030D-6E8A-4147-A177-3AD203B41FA5}">
                      <a16:colId xmlns:a16="http://schemas.microsoft.com/office/drawing/2014/main" val="4205263874"/>
                    </a:ext>
                  </a:extLst>
                </a:gridCol>
                <a:gridCol w="959447">
                  <a:extLst>
                    <a:ext uri="{9D8B030D-6E8A-4147-A177-3AD203B41FA5}">
                      <a16:colId xmlns:a16="http://schemas.microsoft.com/office/drawing/2014/main" val="426976980"/>
                    </a:ext>
                  </a:extLst>
                </a:gridCol>
                <a:gridCol w="1391198">
                  <a:extLst>
                    <a:ext uri="{9D8B030D-6E8A-4147-A177-3AD203B41FA5}">
                      <a16:colId xmlns:a16="http://schemas.microsoft.com/office/drawing/2014/main" val="2585004436"/>
                    </a:ext>
                  </a:extLst>
                </a:gridCol>
              </a:tblGrid>
              <a:tr h="48661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Especialidad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Número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FFFFFF"/>
                          </a:solidFill>
                          <a:effectLst/>
                          <a:latin typeface="Montserrat" panose="00000500000000000000" pitchFamily="2" charset="0"/>
                        </a:rPr>
                        <a:t>% Acumulado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70243"/>
                  </a:ext>
                </a:extLst>
              </a:tr>
              <a:tr h="2792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Familiar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22.50%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9501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de Urgencias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35.70%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940003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Anestesiología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45.00%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208930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Interna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52.30%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914215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Ginecología y Obstetricia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59.60%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483304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Cirugía General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66.20%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657915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Geriatría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70.80%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468211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Traumatología y Ortopedia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74.80%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99101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Pediatría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77.40%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343499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Epidemiología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79.40%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899373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Urgencias Pediátrica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81.40%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42647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Oftalmología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83.40%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281778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Neurocirugía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85.40%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585663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Imagenología Diagnóstico y Terapéutica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87.40%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00008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Neumología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89.40%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838169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Dermatología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90.70%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28036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Otorrinolaringología y Cirugía de Cabeza y Cuello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92.00%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716691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Medicina del Trabajo y Ambiental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93.30%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1506099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Urología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94.70%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594394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Oncología Médica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96.00%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291807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Cirugía Plástica y Reconstructiva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96.60%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768305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Alergia e Inmunología Clínica Pediátrica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97.30%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052216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Alergia e Inmunología Clínica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98.00%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556412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Cirugía Pediátrica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98.60%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145466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Cardiología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99.30%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299265"/>
                  </a:ext>
                </a:extLst>
              </a:tr>
              <a:tr h="2792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Hemodinamia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0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100.00%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976384"/>
                  </a:ext>
                </a:extLst>
              </a:tr>
              <a:tr h="2715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6455"/>
                          </a:solidFill>
                          <a:effectLst/>
                          <a:latin typeface="Montserrat" panose="00000500000000000000" pitchFamily="2" charset="0"/>
                        </a:rPr>
                        <a:t>Total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>
                          <a:solidFill>
                            <a:srgbClr val="006455"/>
                          </a:solidFill>
                          <a:effectLst/>
                          <a:latin typeface="Montserrat" panose="00000500000000000000" pitchFamily="2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1100" b="1" i="0" u="none" strike="noStrike" dirty="0">
                          <a:solidFill>
                            <a:srgbClr val="006455"/>
                          </a:solidFill>
                          <a:effectLst/>
                          <a:latin typeface="Montserrat" panose="00000500000000000000" pitchFamily="2" charset="0"/>
                        </a:rPr>
                        <a:t>100.00%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E6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583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24761208-7A00-E3E2-5980-1646AF151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02051965"/>
              </p:ext>
            </p:extLst>
          </p:nvPr>
        </p:nvGraphicFramePr>
        <p:xfrm>
          <a:off x="287050" y="694717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800" y="4814395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Corte de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semana</a:t>
            </a:r>
            <a:r>
              <a:rPr dirty="0">
                <a:solidFill>
                  <a:schemeClr val="tx1"/>
                </a:solidFill>
              </a:rPr>
              <a:t> 24, 7 </a:t>
            </a:r>
            <a:r>
              <a:rPr dirty="0" err="1">
                <a:solidFill>
                  <a:schemeClr val="tx1"/>
                </a:solidFill>
              </a:rPr>
              <a:t>junio</a:t>
            </a:r>
            <a:r>
              <a:rPr dirty="0">
                <a:solidFill>
                  <a:schemeClr val="tx1"/>
                </a:solidFill>
              </a:rPr>
              <a:t>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985041"/>
              </p:ext>
            </p:extLst>
          </p:nvPr>
        </p:nvGraphicFramePr>
        <p:xfrm>
          <a:off x="209560" y="1482314"/>
          <a:ext cx="363959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Especialidad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532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2,550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036399"/>
              </p:ext>
            </p:extLst>
          </p:nvPr>
        </p:nvGraphicFramePr>
        <p:xfrm>
          <a:off x="3923243" y="1482315"/>
          <a:ext cx="3639599" cy="325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89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Cirugía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prioritaria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69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47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129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37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69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52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691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7855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25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762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rPr dirty="0"/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691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231">
            <a:extLst>
              <a:ext uri="{FF2B5EF4-FFF2-40B4-BE49-F238E27FC236}">
                <a16:creationId xmlns:a16="http://schemas.microsoft.com/office/drawing/2014/main" id="{4BCACD4D-5E60-4BE3-4A60-8ED40CD6400D}"/>
              </a:ext>
            </a:extLst>
          </p:cNvPr>
          <p:cNvSpPr txBox="1"/>
          <p:nvPr/>
        </p:nvSpPr>
        <p:spPr>
          <a:xfrm>
            <a:off x="642541" y="6497391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dirty="0"/>
              <a:t>Corte de </a:t>
            </a:r>
            <a:r>
              <a:rPr dirty="0" err="1"/>
              <a:t>información</a:t>
            </a:r>
            <a:r>
              <a:rPr dirty="0"/>
              <a:t>: </a:t>
            </a:r>
            <a:r>
              <a:rPr lang="es-MX" dirty="0"/>
              <a:t>18 de </a:t>
            </a:r>
            <a:r>
              <a:rPr dirty="0"/>
              <a:t> </a:t>
            </a:r>
            <a:r>
              <a:rPr lang="es-MX" dirty="0"/>
              <a:t>junio de</a:t>
            </a:r>
            <a:r>
              <a:rPr dirty="0"/>
              <a:t> 2026</a:t>
            </a:r>
          </a:p>
        </p:txBody>
      </p:sp>
      <p:graphicFrame>
        <p:nvGraphicFramePr>
          <p:cNvPr id="10" name="Google Shape;230;g370e87ffe7a_2_137">
            <a:extLst>
              <a:ext uri="{FF2B5EF4-FFF2-40B4-BE49-F238E27FC236}">
                <a16:creationId xmlns:a16="http://schemas.microsoft.com/office/drawing/2014/main" id="{0E170FF4-7E17-D385-FC3E-D8BA94D56E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6935741"/>
              </p:ext>
            </p:extLst>
          </p:nvPr>
        </p:nvGraphicFramePr>
        <p:xfrm>
          <a:off x="200058" y="526131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Vive saludable, Vive feliz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232">
            <a:extLst>
              <a:ext uri="{FF2B5EF4-FFF2-40B4-BE49-F238E27FC236}">
                <a16:creationId xmlns:a16="http://schemas.microsoft.com/office/drawing/2014/main" id="{1652BF2C-F1F4-CC84-E092-3F24BAB92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305009"/>
              </p:ext>
            </p:extLst>
          </p:nvPr>
        </p:nvGraphicFramePr>
        <p:xfrm>
          <a:off x="659906" y="5769294"/>
          <a:ext cx="6352206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169">
                  <a:extLst>
                    <a:ext uri="{9D8B030D-6E8A-4147-A177-3AD203B41FA5}">
                      <a16:colId xmlns:a16="http://schemas.microsoft.com/office/drawing/2014/main" val="178174308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Total de Escuelas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Escuelas visitadas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Población 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Menores tamizados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2,533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1,898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/>
                        <a:t>223,441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140,535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4" name="Table 232">
            <a:extLst>
              <a:ext uri="{FF2B5EF4-FFF2-40B4-BE49-F238E27FC236}">
                <a16:creationId xmlns:a16="http://schemas.microsoft.com/office/drawing/2014/main" id="{E619C0CB-298E-1FE1-3C72-7C1298E9D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606622"/>
              </p:ext>
            </p:extLst>
          </p:nvPr>
        </p:nvGraphicFramePr>
        <p:xfrm>
          <a:off x="1735038" y="6785470"/>
          <a:ext cx="3705868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2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Brigadas</a:t>
                      </a:r>
                      <a:endParaRPr dirty="0"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Personal de enfermería IMSS</a:t>
                      </a:r>
                      <a:endParaRPr/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65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6" name="TextBox 231">
            <a:extLst>
              <a:ext uri="{FF2B5EF4-FFF2-40B4-BE49-F238E27FC236}">
                <a16:creationId xmlns:a16="http://schemas.microsoft.com/office/drawing/2014/main" id="{3948400A-C1F4-1CD3-96CB-60E6BDD330BE}"/>
              </a:ext>
            </a:extLst>
          </p:cNvPr>
          <p:cNvSpPr txBox="1"/>
          <p:nvPr/>
        </p:nvSpPr>
        <p:spPr>
          <a:xfrm>
            <a:off x="1735038" y="7519004"/>
            <a:ext cx="532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lang="es-MX" dirty="0"/>
              <a:t>En cada brigada participan 5 personas del IMSS.</a:t>
            </a:r>
            <a:endParaRPr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D3AFAC0-00EA-3C5E-B8EE-3E7046AAF24C}"/>
              </a:ext>
            </a:extLst>
          </p:cNvPr>
          <p:cNvSpPr txBox="1"/>
          <p:nvPr/>
        </p:nvSpPr>
        <p:spPr>
          <a:xfrm>
            <a:off x="197428" y="8361080"/>
            <a:ext cx="1841269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1,899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nutricionales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35C1C9E2-E268-4365-46C6-AECA80D5CE95}"/>
              </a:ext>
            </a:extLst>
          </p:cNvPr>
          <p:cNvSpPr txBox="1"/>
          <p:nvPr/>
        </p:nvSpPr>
        <p:spPr>
          <a:xfrm>
            <a:off x="2924003" y="8361080"/>
            <a:ext cx="1832957" cy="8925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7,114</a:t>
            </a:r>
            <a:endParaRPr lang="en-US" sz="2800" b="1" i="0" u="none" strike="noStrike">
              <a:solidFill>
                <a:srgbClr val="006556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1200" b="1" i="0" u="none" strike="noStrike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Valoraciones</a:t>
            </a:r>
            <a:r>
              <a:rPr lang="en-US" sz="1200" b="1" i="0" u="none" strike="noStrike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 </a:t>
            </a:r>
            <a:br>
              <a:rPr lang="en-US" sz="1200" b="1">
                <a:latin typeface="Montserrat"/>
                <a:ea typeface="Montserrat"/>
                <a:cs typeface="Montserrat"/>
              </a:rPr>
            </a:br>
            <a:r>
              <a:rPr lang="en-US" sz="1200" b="1" err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bucales</a:t>
            </a:r>
            <a:endParaRPr lang="en-US" sz="1200" b="1" i="0" u="none" strike="noStrike">
              <a:solidFill>
                <a:srgbClr val="434343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F4B3362-A52C-B9B8-B666-27B7453864C0}"/>
              </a:ext>
            </a:extLst>
          </p:cNvPr>
          <p:cNvSpPr txBox="1"/>
          <p:nvPr/>
        </p:nvSpPr>
        <p:spPr>
          <a:xfrm>
            <a:off x="5218315" y="8361080"/>
            <a:ext cx="18412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>
                <a:solidFill>
                  <a:srgbClr val="006556"/>
                </a:solidFill>
                <a:latin typeface="Montserrat"/>
                <a:ea typeface="Montserrat"/>
                <a:cs typeface="Montserrat"/>
              </a:rPr>
              <a:t>4,762</a:t>
            </a:r>
          </a:p>
          <a:p>
            <a:pPr algn="ctr"/>
            <a:r>
              <a:rPr lang="en-US" sz="1200" b="1">
                <a:solidFill>
                  <a:srgbClr val="434343"/>
                </a:solidFill>
                <a:latin typeface="Montserrat"/>
                <a:ea typeface="Montserrat"/>
                <a:cs typeface="Montserrat"/>
              </a:rPr>
              <a:t>Salud visual</a:t>
            </a:r>
            <a:endParaRPr lang="en-US"/>
          </a:p>
        </p:txBody>
      </p:sp>
      <p:pic>
        <p:nvPicPr>
          <p:cNvPr id="24" name="Imagen 23" descr="Icono&#10;&#10;El contenido generado por IA puede ser incorrecto.">
            <a:extLst>
              <a:ext uri="{FF2B5EF4-FFF2-40B4-BE49-F238E27FC236}">
                <a16:creationId xmlns:a16="http://schemas.microsoft.com/office/drawing/2014/main" id="{0A1D9967-7783-B0C3-F696-BCFFCAD0B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944" y="7748017"/>
            <a:ext cx="730135" cy="669175"/>
          </a:xfrm>
          <a:prstGeom prst="rect">
            <a:avLst/>
          </a:prstGeom>
        </p:spPr>
      </p:pic>
      <p:pic>
        <p:nvPicPr>
          <p:cNvPr id="26" name="Imagen 25" descr="Icono&#10;&#10;El contenido generado por IA puede ser incorrecto.">
            <a:extLst>
              <a:ext uri="{FF2B5EF4-FFF2-40B4-BE49-F238E27FC236}">
                <a16:creationId xmlns:a16="http://schemas.microsoft.com/office/drawing/2014/main" id="{AD0DE20E-B6B4-B787-F5DC-1BFB34426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945" y="7895048"/>
            <a:ext cx="924445" cy="49194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63F54649-FFA8-D2BF-3563-D3E159C9EB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379" y="7730006"/>
            <a:ext cx="603366" cy="713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8,095	 Personal de Salud: 4,818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+90.3%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+29.8%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906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1,176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+13.4%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1,564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1,774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+15.0%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46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1,060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1,219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+85.4%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304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-17.8%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746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277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39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Imagenología Diagnóstica y Terapéutica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11277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marL="36576" marR="36576" marT="36576" marB="36576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marL="36576" marR="36576" marT="36576" marB="36576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116</a:t>
                      </a:r>
                    </a:p>
                  </a:txBody>
                  <a:tcPr marL="36576" marR="36576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328</a:t>
                      </a:r>
                    </a:p>
                  </a:txBody>
                  <a:tcPr marL="36576" marR="36576" marT="36576" marB="36576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junio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76067" y="8701430"/>
            <a:ext cx="189100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rPr dirty="0"/>
              <a:t>Fuente: Sistema de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Operativa</a:t>
            </a:r>
            <a:r>
              <a:rPr dirty="0"/>
              <a:t>. Personal de base. Corte de </a:t>
            </a:r>
            <a:r>
              <a:rPr dirty="0" err="1"/>
              <a:t>información</a:t>
            </a:r>
            <a:r>
              <a:rPr dirty="0"/>
              <a:t>: mayo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240208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1315904052"/>
              </p:ext>
            </p:extLst>
          </p:nvPr>
        </p:nvGraphicFramePr>
        <p:xfrm>
          <a:off x="218088" y="58006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62114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298950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604696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613943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367957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597046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298950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431896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298950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682750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367957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554803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367957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597046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298950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>
            <p:extLst>
              <p:ext uri="{D42A27DB-BD31-4B8C-83A1-F6EECF244321}">
                <p14:modId xmlns:p14="http://schemas.microsoft.com/office/powerpoint/2010/main" val="2755495386"/>
              </p:ext>
            </p:extLst>
          </p:nvPr>
        </p:nvGraphicFramePr>
        <p:xfrm>
          <a:off x="145197" y="66105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577632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7,722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577632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577632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577632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119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632432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1,996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632432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1,142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632432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15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240958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11,199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152895"/>
              </p:ext>
            </p:extLst>
          </p:nvPr>
        </p:nvGraphicFramePr>
        <p:xfrm>
          <a:off x="219600" y="1393020"/>
          <a:ext cx="7567200" cy="3415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(116,821)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(11,563)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(1,424)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(2,738)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(109,532)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(7,821)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piel y del tejido subcutáneo
(621)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(1,673)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(20,187)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(7,374)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(620)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(749)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(17,896)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(7,351)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(590)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la piel y tejidos superficiales
(726)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(15,856)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(5,243)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Trastornos de los tejidos blandos
(542)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(672)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latin typeface="Montserrat"/>
                        </a:rPr>
                        <a:t>Diabetes mellitus
(35)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4926881"/>
            <a:ext cx="533160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rPr sz="800" dirty="0"/>
              <a:t>El </a:t>
            </a:r>
            <a:r>
              <a:rPr sz="800" dirty="0" err="1"/>
              <a:t>número</a:t>
            </a:r>
            <a:r>
              <a:rPr sz="800" dirty="0"/>
              <a:t> de </a:t>
            </a:r>
            <a:r>
              <a:rPr sz="800" dirty="0" err="1"/>
              <a:t>casos</a:t>
            </a:r>
            <a:r>
              <a:rPr sz="800" dirty="0"/>
              <a:t> se </a:t>
            </a:r>
            <a:r>
              <a:rPr sz="800" dirty="0" err="1"/>
              <a:t>presentan</a:t>
            </a:r>
            <a:r>
              <a:rPr sz="800" dirty="0"/>
              <a:t> entre </a:t>
            </a:r>
            <a:r>
              <a:rPr sz="800" dirty="0" err="1"/>
              <a:t>paréntesis</a:t>
            </a:r>
            <a:r>
              <a:rPr sz="800" dirty="0"/>
              <a:t>.</a:t>
            </a:r>
            <a:br>
              <a:rPr sz="800" dirty="0"/>
            </a:br>
            <a:r>
              <a:rPr sz="800" dirty="0"/>
              <a:t>Fuente: IMSS/DPM/División de </a:t>
            </a:r>
            <a:r>
              <a:rPr sz="800" dirty="0" err="1"/>
              <a:t>Información</a:t>
            </a:r>
            <a:r>
              <a:rPr sz="800" dirty="0"/>
              <a:t> </a:t>
            </a:r>
            <a:r>
              <a:rPr sz="800" dirty="0" err="1"/>
              <a:t>en</a:t>
            </a:r>
            <a:r>
              <a:rPr sz="800" dirty="0"/>
              <a:t> Salud/</a:t>
            </a:r>
            <a:r>
              <a:rPr sz="800" dirty="0" err="1"/>
              <a:t>Motivos</a:t>
            </a:r>
            <a:r>
              <a:rPr sz="800" dirty="0"/>
              <a:t> de Consulta Externa (SUI27).</a:t>
            </a:r>
            <a:br>
              <a:rPr sz="800" dirty="0"/>
            </a:br>
            <a:r>
              <a:rPr sz="800" dirty="0"/>
              <a:t>Sistema de </a:t>
            </a:r>
            <a:r>
              <a:rPr sz="800" dirty="0" err="1"/>
              <a:t>información</a:t>
            </a:r>
            <a:r>
              <a:rPr sz="800" dirty="0"/>
              <a:t> Médico </a:t>
            </a:r>
            <a:r>
              <a:rPr sz="800" dirty="0" err="1"/>
              <a:t>Operativo</a:t>
            </a:r>
            <a:r>
              <a:rPr sz="800" dirty="0"/>
              <a:t> Central (SIMOC).</a:t>
            </a:r>
            <a:br>
              <a:rPr sz="800" dirty="0"/>
            </a:br>
            <a:r>
              <a:rPr sz="800" dirty="0" err="1"/>
              <a:t>Periodo</a:t>
            </a:r>
            <a:r>
              <a:rPr sz="800" dirty="0"/>
              <a:t>: </a:t>
            </a:r>
            <a:r>
              <a:rPr sz="800" dirty="0" err="1"/>
              <a:t>enero-diciembre</a:t>
            </a:r>
            <a:r>
              <a:rPr sz="800" dirty="0"/>
              <a:t>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48178"/>
            <a:ext cx="4244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rPr sz="800"/>
              <a:t>Corte de información: marzo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" y="1440688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mayo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0" y="1512718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5318760"/>
            <a:ext cx="655019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Fuente: Portal de Control de Abasto. En 2026, se </a:t>
            </a:r>
            <a:r>
              <a:rPr dirty="0" err="1">
                <a:solidFill>
                  <a:schemeClr val="tx1"/>
                </a:solidFill>
              </a:rPr>
              <a:t>muestra</a:t>
            </a:r>
            <a:r>
              <a:rPr dirty="0">
                <a:solidFill>
                  <a:schemeClr val="tx1"/>
                </a:solidFill>
              </a:rPr>
              <a:t> lo </a:t>
            </a:r>
            <a:r>
              <a:rPr dirty="0" err="1">
                <a:solidFill>
                  <a:schemeClr val="tx1"/>
                </a:solidFill>
              </a:rPr>
              <a:t>correspondiente</a:t>
            </a:r>
            <a:r>
              <a:rPr dirty="0">
                <a:solidFill>
                  <a:schemeClr val="tx1"/>
                </a:solidFill>
              </a:rPr>
              <a:t> al </a:t>
            </a:r>
            <a:r>
              <a:rPr dirty="0" err="1">
                <a:solidFill>
                  <a:schemeClr val="tx1"/>
                </a:solidFill>
              </a:rPr>
              <a:t>periodo</a:t>
            </a:r>
            <a:r>
              <a:rPr dirty="0">
                <a:solidFill>
                  <a:schemeClr val="tx1"/>
                </a:solidFill>
              </a:rPr>
              <a:t> del 1 de </a:t>
            </a:r>
            <a:r>
              <a:rPr dirty="0" err="1">
                <a:solidFill>
                  <a:schemeClr val="tx1"/>
                </a:solidFill>
              </a:rPr>
              <a:t>enero</a:t>
            </a:r>
            <a:r>
              <a:rPr dirty="0">
                <a:solidFill>
                  <a:schemeClr val="tx1"/>
                </a:solidFill>
              </a:rPr>
              <a:t> al 31 de mayo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83,087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1,760,206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31,536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1,763,420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98.2%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82600" y="951190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31 de mayo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D7626-9670-B97B-3C65-EADAE6B05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942735"/>
            <a:ext cx="5400000" cy="324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1248734"/>
            <a:ext cx="5400000" cy="251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518735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691535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4808647"/>
            <a:ext cx="6840000" cy="288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5078647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082647"/>
              </p:ext>
            </p:extLst>
          </p:nvPr>
        </p:nvGraphicFramePr>
        <p:xfrm>
          <a:off x="180000" y="5258647"/>
          <a:ext cx="7200000" cy="237845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153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Con mayor </a:t>
                      </a:r>
                      <a:r>
                        <a:rPr dirty="0" err="1"/>
                        <a:t>demanda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enero</a:t>
                      </a:r>
                      <a:r>
                        <a:rPr dirty="0"/>
                        <a:t> a </a:t>
                      </a:r>
                      <a:r>
                        <a:rPr lang="es-MX" dirty="0"/>
                        <a:t>mayo</a:t>
                      </a:r>
                      <a:r>
                        <a:rPr dirty="0"/>
                        <a:t>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596,845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269,530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235,405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196,105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175,883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172,003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153,602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149,003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129,385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 err="1"/>
                        <a:t>Dapagliflozina</a:t>
                      </a:r>
                      <a:r>
                        <a:rPr dirty="0"/>
                        <a:t>, </a:t>
                      </a:r>
                      <a:r>
                        <a:rPr dirty="0" err="1"/>
                        <a:t>tableta</a:t>
                      </a:r>
                      <a:r>
                        <a:rPr dirty="0"/>
                        <a:t> (</a:t>
                      </a:r>
                      <a:r>
                        <a:rPr dirty="0" err="1"/>
                        <a:t>hipoglucemiante</a:t>
                      </a:r>
                      <a:r>
                        <a:rPr dirty="0"/>
                        <a:t>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rPr dirty="0"/>
                        <a:t>128,776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97317" y="9526475"/>
            <a:ext cx="68580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Portal de Control de Abasto. En 2026, se </a:t>
            </a:r>
            <a:r>
              <a:rPr dirty="0" err="1"/>
              <a:t>muestra</a:t>
            </a:r>
            <a:r>
              <a:rPr dirty="0"/>
              <a:t> lo </a:t>
            </a:r>
            <a:r>
              <a:rPr dirty="0" err="1"/>
              <a:t>correspondiente</a:t>
            </a:r>
            <a:r>
              <a:rPr dirty="0"/>
              <a:t> al </a:t>
            </a:r>
            <a:r>
              <a:rPr dirty="0" err="1"/>
              <a:t>periodo</a:t>
            </a:r>
            <a:r>
              <a:rPr dirty="0"/>
              <a:t> del 1 de </a:t>
            </a:r>
            <a:r>
              <a:rPr dirty="0" err="1"/>
              <a:t>enero</a:t>
            </a:r>
            <a:r>
              <a:rPr dirty="0"/>
              <a:t> al 3</a:t>
            </a:r>
            <a:r>
              <a:rPr lang="es-MX" dirty="0"/>
              <a:t>1</a:t>
            </a:r>
            <a:r>
              <a:rPr dirty="0"/>
              <a:t> de </a:t>
            </a:r>
            <a:r>
              <a:rPr lang="es-MX" dirty="0"/>
              <a:t>mayo</a:t>
            </a:r>
            <a:r>
              <a:rPr dirty="0"/>
              <a:t> de 2026.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2485B110-6B91-E69B-E22E-14FF8FB15B61}"/>
              </a:ext>
            </a:extLst>
          </p:cNvPr>
          <p:cNvSpPr txBox="1"/>
          <p:nvPr/>
        </p:nvSpPr>
        <p:spPr>
          <a:xfrm>
            <a:off x="194442" y="3947664"/>
            <a:ext cx="404790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rPr dirty="0"/>
              <a:t>Fuente: Portal de Control de Abasto. </a:t>
            </a:r>
            <a:r>
              <a:rPr lang="es-MX" dirty="0"/>
              <a:t>P</a:t>
            </a:r>
            <a:r>
              <a:rPr dirty="0" err="1"/>
              <a:t>eriodo</a:t>
            </a:r>
            <a:r>
              <a:rPr dirty="0"/>
              <a:t> de</a:t>
            </a:r>
            <a:r>
              <a:rPr lang="es-MX" dirty="0"/>
              <a:t> </a:t>
            </a:r>
            <a:r>
              <a:rPr dirty="0" err="1"/>
              <a:t>enero</a:t>
            </a:r>
            <a:r>
              <a:rPr dirty="0"/>
              <a:t> a</a:t>
            </a:r>
            <a:r>
              <a:rPr lang="es-MX" dirty="0"/>
              <a:t> mayo </a:t>
            </a:r>
            <a:r>
              <a:rPr dirty="0"/>
              <a:t> de </a:t>
            </a:r>
            <a:r>
              <a:rPr lang="es-MX" dirty="0"/>
              <a:t>cada año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378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7249364"/>
              </p:ext>
            </p:extLst>
          </p:nvPr>
        </p:nvGraphicFramePr>
        <p:xfrm>
          <a:off x="287700" y="95056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559977"/>
            <a:ext cx="1599000" cy="7715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89981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0" y="1533357"/>
            <a:ext cx="17856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68818" y="1882295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9625" y="1876837"/>
            <a:ext cx="17856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dirty="0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456513" y="2796694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0" y="2820111"/>
            <a:ext cx="17856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260307"/>
              </p:ext>
            </p:extLst>
          </p:nvPr>
        </p:nvGraphicFramePr>
        <p:xfrm>
          <a:off x="1785600" y="1397172"/>
          <a:ext cx="5692886" cy="166187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688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53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Obras de </a:t>
                      </a:r>
                      <a:r>
                        <a:rPr dirty="0" err="1"/>
                        <a:t>Conservación</a:t>
                      </a:r>
                      <a:r>
                        <a:rPr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9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$212.1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84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HGZ No. 1 Durango y HGZ No. 51 Chapala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$56.4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1 Durango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67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Durango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$5.2</a:t>
                      </a:r>
                    </a:p>
                  </a:txBody>
                  <a:tcPr marL="3600" marR="3600" marT="3600" marB="3600"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18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46 Gómez Palacios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$3.1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Subtotal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rPr dirty="0"/>
                        <a:t>$290.0</a:t>
                      </a:r>
                    </a:p>
                  </a:txBody>
                  <a:tcPr marL="3600" marR="3600" marT="3600" marB="3600" anchor="ctr">
                    <a:solidFill>
                      <a:srgbClr val="ECE1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939706"/>
              </p:ext>
            </p:extLst>
          </p:nvPr>
        </p:nvGraphicFramePr>
        <p:xfrm>
          <a:off x="1785600" y="3124662"/>
          <a:ext cx="5692886" cy="69861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692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217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0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Adquisición</a:t>
                      </a:r>
                      <a:r>
                        <a:rPr sz="1000" dirty="0">
                          <a:latin typeface="Montserrat"/>
                        </a:rPr>
                        <a:t> de 9 </a:t>
                      </a:r>
                      <a:r>
                        <a:rPr sz="1000" dirty="0" err="1">
                          <a:latin typeface="Montserrat"/>
                        </a:rPr>
                        <a:t>piezas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equipo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médico</a:t>
                      </a:r>
                      <a:r>
                        <a:rPr sz="1000" dirty="0">
                          <a:latin typeface="Montserrat"/>
                        </a:rPr>
                        <a:t>: 2 </a:t>
                      </a:r>
                      <a:r>
                        <a:rPr sz="1000" dirty="0" err="1">
                          <a:latin typeface="Montserrat"/>
                        </a:rPr>
                        <a:t>congeladores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horizontales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refrigerantes</a:t>
                      </a:r>
                      <a:r>
                        <a:rPr sz="1000" dirty="0">
                          <a:latin typeface="Montserrat"/>
                        </a:rPr>
                        <a:t> para </a:t>
                      </a:r>
                      <a:r>
                        <a:rPr sz="1000" dirty="0" err="1">
                          <a:latin typeface="Montserrat"/>
                        </a:rPr>
                        <a:t>vacunas</a:t>
                      </a:r>
                      <a:r>
                        <a:rPr sz="1000" dirty="0">
                          <a:latin typeface="Montserrat"/>
                        </a:rPr>
                        <a:t>, 4 </a:t>
                      </a:r>
                      <a:r>
                        <a:rPr sz="1000" dirty="0" err="1">
                          <a:latin typeface="Montserrat"/>
                        </a:rPr>
                        <a:t>refrigeradores</a:t>
                      </a:r>
                      <a:r>
                        <a:rPr sz="1000" dirty="0">
                          <a:latin typeface="Montserrat"/>
                        </a:rPr>
                        <a:t> para </a:t>
                      </a:r>
                      <a:r>
                        <a:rPr sz="1000" dirty="0" err="1">
                          <a:latin typeface="Montserrat"/>
                        </a:rPr>
                        <a:t>vacunas</a:t>
                      </a:r>
                      <a:r>
                        <a:rPr sz="1000" dirty="0">
                          <a:latin typeface="Montserrat"/>
                        </a:rPr>
                        <a:t>, 3 </a:t>
                      </a:r>
                      <a:r>
                        <a:rPr sz="1000" dirty="0" err="1">
                          <a:latin typeface="Montserrat"/>
                        </a:rPr>
                        <a:t>refrigeradores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congeladores</a:t>
                      </a:r>
                      <a:r>
                        <a:rPr sz="1000" dirty="0">
                          <a:latin typeface="Montserrat"/>
                        </a:rPr>
                        <a:t> de 5.4 pies </a:t>
                      </a:r>
                      <a:r>
                        <a:rPr sz="1000" dirty="0" err="1">
                          <a:latin typeface="Montserrat"/>
                        </a:rPr>
                        <a:t>cúbicos</a:t>
                      </a:r>
                      <a:r>
                        <a:rPr sz="1000" dirty="0">
                          <a:latin typeface="Montserrat"/>
                        </a:rPr>
                        <a:t>.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$0.5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775055"/>
              </p:ext>
            </p:extLst>
          </p:nvPr>
        </p:nvGraphicFramePr>
        <p:xfrm>
          <a:off x="1785600" y="3871404"/>
          <a:ext cx="5692886" cy="41569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692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9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Equipamiento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2025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Monto (</a:t>
                      </a:r>
                      <a:r>
                        <a:rPr dirty="0" err="1"/>
                        <a:t>mdp</a:t>
                      </a:r>
                      <a:r>
                        <a:rPr dirty="0"/>
                        <a:t>)</a:t>
                      </a:r>
                    </a:p>
                  </a:txBody>
                  <a:tcPr marL="3600" marR="3600" marT="3600" marB="3600"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96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 err="1">
                          <a:latin typeface="Montserrat"/>
                        </a:rPr>
                        <a:t>Adquisición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elevadores</a:t>
                      </a:r>
                      <a:endParaRPr sz="1000" dirty="0">
                        <a:latin typeface="Montserrat"/>
                      </a:endParaRP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$9.2</a:t>
                      </a:r>
                    </a:p>
                  </a:txBody>
                  <a:tcPr marL="3600" marR="3600" marT="3600" marB="36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74400" y="72276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299.7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  <p:graphicFrame>
        <p:nvGraphicFramePr>
          <p:cNvPr id="16" name="Google Shape;394;p15">
            <a:extLst>
              <a:ext uri="{FF2B5EF4-FFF2-40B4-BE49-F238E27FC236}">
                <a16:creationId xmlns:a16="http://schemas.microsoft.com/office/drawing/2014/main" id="{4610D4ED-4628-2367-F446-BCB849C47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6272286"/>
              </p:ext>
            </p:extLst>
          </p:nvPr>
        </p:nvGraphicFramePr>
        <p:xfrm>
          <a:off x="287700" y="51057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Google Shape;396;p15">
            <a:extLst>
              <a:ext uri="{FF2B5EF4-FFF2-40B4-BE49-F238E27FC236}">
                <a16:creationId xmlns:a16="http://schemas.microsoft.com/office/drawing/2014/main" id="{29EEDC9A-8FF6-8743-5EC1-835B69296465}"/>
              </a:ext>
            </a:extLst>
          </p:cNvPr>
          <p:cNvSpPr txBox="1"/>
          <p:nvPr/>
        </p:nvSpPr>
        <p:spPr>
          <a:xfrm>
            <a:off x="4095056" y="50432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Google Shape;395;p15">
            <a:extLst>
              <a:ext uri="{FF2B5EF4-FFF2-40B4-BE49-F238E27FC236}">
                <a16:creationId xmlns:a16="http://schemas.microsoft.com/office/drawing/2014/main" id="{52C4CCA3-424A-B0D6-587E-8AA57C2B62FD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654300" y="4703417"/>
            <a:ext cx="1599000" cy="77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Imagen 21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36E2C010-F3EC-ED38-810C-377908894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670" y="6002518"/>
            <a:ext cx="872667" cy="849944"/>
          </a:xfrm>
          <a:prstGeom prst="rect">
            <a:avLst/>
          </a:prstGeom>
        </p:spPr>
      </p:pic>
      <p:graphicFrame>
        <p:nvGraphicFramePr>
          <p:cNvPr id="24" name="Table 8">
            <a:extLst>
              <a:ext uri="{FF2B5EF4-FFF2-40B4-BE49-F238E27FC236}">
                <a16:creationId xmlns:a16="http://schemas.microsoft.com/office/drawing/2014/main" id="{96CC41ED-7B18-E390-483D-8566FC4C9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568362"/>
              </p:ext>
            </p:extLst>
          </p:nvPr>
        </p:nvGraphicFramePr>
        <p:xfrm>
          <a:off x="1785600" y="5584500"/>
          <a:ext cx="5396400" cy="50399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$110.1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Table 9">
            <a:extLst>
              <a:ext uri="{FF2B5EF4-FFF2-40B4-BE49-F238E27FC236}">
                <a16:creationId xmlns:a16="http://schemas.microsoft.com/office/drawing/2014/main" id="{FF96D73C-444D-E25C-51C4-7D96682B22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499551"/>
              </p:ext>
            </p:extLst>
          </p:nvPr>
        </p:nvGraphicFramePr>
        <p:xfrm>
          <a:off x="1785600" y="6172248"/>
          <a:ext cx="5396400" cy="79605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25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05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Equipamiento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Electromecánico</a:t>
                      </a:r>
                      <a:r>
                        <a:rPr dirty="0"/>
                        <a:t>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13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electromecánicos</a:t>
                      </a:r>
                      <a:r>
                        <a:rPr sz="1000" dirty="0">
                          <a:latin typeface="Montserrat"/>
                        </a:rPr>
                        <a:t> para 5 </a:t>
                      </a:r>
                      <a:r>
                        <a:rPr sz="1000" dirty="0" err="1">
                          <a:latin typeface="Montserrat"/>
                        </a:rPr>
                        <a:t>unidades</a:t>
                      </a:r>
                      <a:r>
                        <a:rPr sz="1000" dirty="0">
                          <a:latin typeface="Montserrat"/>
                        </a:rPr>
                        <a:t>; 1 </a:t>
                      </a:r>
                      <a:r>
                        <a:rPr sz="1000" dirty="0" err="1">
                          <a:latin typeface="Montserrat"/>
                        </a:rPr>
                        <a:t>elevador</a:t>
                      </a:r>
                      <a:r>
                        <a:rPr sz="1000" dirty="0">
                          <a:latin typeface="Montserrat"/>
                        </a:rPr>
                        <a:t>, 5 </a:t>
                      </a:r>
                      <a:r>
                        <a:rPr sz="1000" dirty="0" err="1">
                          <a:latin typeface="Montserrat"/>
                        </a:rPr>
                        <a:t>lavadoras</a:t>
                      </a:r>
                      <a:r>
                        <a:rPr sz="1000" dirty="0">
                          <a:latin typeface="Montserrat"/>
                        </a:rPr>
                        <a:t>, 4 </a:t>
                      </a:r>
                      <a:r>
                        <a:rPr sz="1000" dirty="0" err="1">
                          <a:latin typeface="Montserrat"/>
                        </a:rPr>
                        <a:t>secadoras</a:t>
                      </a:r>
                      <a:r>
                        <a:rPr sz="1000" dirty="0">
                          <a:latin typeface="Montserrat"/>
                        </a:rPr>
                        <a:t> y 3 </a:t>
                      </a:r>
                      <a:r>
                        <a:rPr sz="1000" dirty="0" err="1">
                          <a:latin typeface="Montserrat"/>
                        </a:rPr>
                        <a:t>equipos</a:t>
                      </a:r>
                      <a:r>
                        <a:rPr sz="1000" dirty="0">
                          <a:latin typeface="Montserrat"/>
                        </a:rPr>
                        <a:t> de </a:t>
                      </a:r>
                      <a:r>
                        <a:rPr sz="1000" dirty="0" err="1">
                          <a:latin typeface="Montserrat"/>
                        </a:rPr>
                        <a:t>aire</a:t>
                      </a:r>
                      <a:r>
                        <a:rPr sz="1000" dirty="0">
                          <a:latin typeface="Montserrat"/>
                        </a:rPr>
                        <a:t> </a:t>
                      </a:r>
                      <a:r>
                        <a:rPr sz="1000" dirty="0" err="1">
                          <a:latin typeface="Montserrat"/>
                        </a:rPr>
                        <a:t>acondicionado</a:t>
                      </a:r>
                      <a:r>
                        <a:rPr sz="1000" dirty="0">
                          <a:latin typeface="Montserrat"/>
                        </a:rPr>
                        <a:t>. Durango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dirty="0">
                          <a:latin typeface="Montserrat"/>
                        </a:rPr>
                        <a:t>$102.3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" name="TextBox 10">
            <a:extLst>
              <a:ext uri="{FF2B5EF4-FFF2-40B4-BE49-F238E27FC236}">
                <a16:creationId xmlns:a16="http://schemas.microsoft.com/office/drawing/2014/main" id="{ED75332F-20E4-7613-E86C-76D10C9A2847}"/>
              </a:ext>
            </a:extLst>
          </p:cNvPr>
          <p:cNvSpPr txBox="1"/>
          <p:nvPr/>
        </p:nvSpPr>
        <p:spPr>
          <a:xfrm>
            <a:off x="5845100" y="48662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212.4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rPr dirty="0" err="1"/>
              <a:t>mdp</a:t>
            </a:r>
            <a:endParaRPr dirty="0"/>
          </a:p>
        </p:txBody>
      </p:sp>
      <p:sp>
        <p:nvSpPr>
          <p:cNvPr id="30" name="CuadroTexto 9">
            <a:extLst>
              <a:ext uri="{FF2B5EF4-FFF2-40B4-BE49-F238E27FC236}">
                <a16:creationId xmlns:a16="http://schemas.microsoft.com/office/drawing/2014/main" id="{43B2AB90-C1CF-71C3-70F1-C3D0019B739D}"/>
              </a:ext>
            </a:extLst>
          </p:cNvPr>
          <p:cNvSpPr txBox="1"/>
          <p:nvPr/>
        </p:nvSpPr>
        <p:spPr>
          <a:xfrm>
            <a:off x="-1" y="5677897"/>
            <a:ext cx="1795225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32" name="CuadroTexto 11">
            <a:extLst>
              <a:ext uri="{FF2B5EF4-FFF2-40B4-BE49-F238E27FC236}">
                <a16:creationId xmlns:a16="http://schemas.microsoft.com/office/drawing/2014/main" id="{ACCEF363-FFAF-F713-6610-435BC7D463C5}"/>
              </a:ext>
            </a:extLst>
          </p:cNvPr>
          <p:cNvSpPr txBox="1"/>
          <p:nvPr/>
        </p:nvSpPr>
        <p:spPr>
          <a:xfrm>
            <a:off x="-1" y="6000975"/>
            <a:ext cx="17856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13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1886373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3070166"/>
              </p:ext>
            </p:extLst>
          </p:nvPr>
        </p:nvGraphicFramePr>
        <p:xfrm>
          <a:off x="147600" y="937653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1908487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2048784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2815431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3406418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3194853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1438355"/>
              </p:ext>
            </p:extLst>
          </p:nvPr>
        </p:nvGraphicFramePr>
        <p:xfrm>
          <a:off x="2552400" y="2050053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 Predios en ruta y 1 CECI en Construción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00">
                <a:tc rowSpan="2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Durango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Lerdo, Nuevo Ideal, Gómez Palacio (2), Papasquiaro</a:t>
                      </a:r>
                    </a:p>
                  </a:txBody>
                  <a:tcPr marL="72000" marR="7200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Oval 20"/>
          <p:cNvSpPr/>
          <p:nvPr/>
        </p:nvSpPr>
        <p:spPr>
          <a:xfrm>
            <a:off x="885600" y="2071653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705085"/>
                </a:solidFill>
                <a:latin typeface="Montserrat"/>
              </a:defRPr>
            </a:pPr>
            <a:r>
              <a:t>15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3600" y="2856453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9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CAMPO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00" y="4167678"/>
            <a:ext cx="6802612" cy="27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t>¹ Terrenos validados. CECI Silvestre Dorador 150 niños, fallo 7 de abril 2026, empresa DEMCAM EDIFICACIONES S.A. de C.V. 1 CECI para entregar a SICT en Nuevo Ideal.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>
            <p:extLst>
              <p:ext uri="{D42A27DB-BD31-4B8C-83A1-F6EECF244321}">
                <p14:modId xmlns:p14="http://schemas.microsoft.com/office/powerpoint/2010/main" val="1917231178"/>
              </p:ext>
            </p:extLst>
          </p:nvPr>
        </p:nvGraphicFramePr>
        <p:xfrm>
          <a:off x="287700" y="81044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2360649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169879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309884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475532"/>
              </p:ext>
            </p:extLst>
          </p:nvPr>
        </p:nvGraphicFramePr>
        <p:xfrm>
          <a:off x="2311200" y="1298448"/>
          <a:ext cx="5032800" cy="88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20 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19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Montserrat"/>
                        </a:rPr>
                        <a:t>3,407 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599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80899"/>
              </p:ext>
            </p:extLst>
          </p:nvPr>
        </p:nvGraphicFramePr>
        <p:xfrm>
          <a:off x="2311200" y="2287088"/>
          <a:ext cx="5032800" cy="188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62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73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Bermejillo y El Salto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73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Centros de Seguridad Social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Durango y Gómez Palacio</a:t>
                      </a:r>
                    </a:p>
                  </a:txBody>
                  <a:tcPr marL="28800" marR="2880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74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Durango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682460"/>
              </p:ext>
            </p:extLst>
          </p:nvPr>
        </p:nvGraphicFramePr>
        <p:xfrm>
          <a:off x="2311200" y="4166496"/>
          <a:ext cx="5032800" cy="7211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514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dirty="0"/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rPr dirty="0"/>
                        <a:t>No. 115 Gómez Palacio</a:t>
                      </a:r>
                    </a:p>
                  </a:txBody>
                  <a:tcPr marL="28800" marR="2880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70" name="Picture 469" descr="map_tipo2_10_d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4801" y="4948233"/>
            <a:ext cx="4759199" cy="4447243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000000"/>
                </a:solidFill>
                <a:latin typeface="Montserrat"/>
              </a:defRPr>
            </a:pPr>
            <a:r>
              <a:t>Guarderías    20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402956" y="9588970"/>
            <a:ext cx="4258800" cy="2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>
                <a:solidFill>
                  <a:srgbClr val="FFFFFF"/>
                </a:solidFill>
                <a:latin typeface="Montserrat"/>
              </a:defRPr>
            </a:pPr>
            <a:r>
              <a:rPr dirty="0"/>
              <a:t>Fuente: </a:t>
            </a:r>
            <a:r>
              <a:rPr dirty="0" err="1"/>
              <a:t>Dirección</a:t>
            </a:r>
            <a:r>
              <a:rPr dirty="0"/>
              <a:t> de </a:t>
            </a:r>
            <a:r>
              <a:rPr dirty="0" err="1"/>
              <a:t>Prestaciones</a:t>
            </a:r>
            <a:r>
              <a:rPr dirty="0"/>
              <a:t> </a:t>
            </a:r>
            <a:r>
              <a:rPr dirty="0" err="1"/>
              <a:t>Económicas</a:t>
            </a:r>
            <a:r>
              <a:rPr dirty="0"/>
              <a:t> y </a:t>
            </a:r>
            <a:r>
              <a:rPr dirty="0" err="1"/>
              <a:t>Sociales</a:t>
            </a:r>
            <a:r>
              <a:rPr dirty="0"/>
              <a:t>, mayo de 2026.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-MX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lang="es-MX"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2202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Durango Automotive Wiring Systems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6,448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Municipio de Durango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5,655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Pilgrim'S Pride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5,728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5,738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Alambrados y Circuitos Electricos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5,259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5,315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-1.32%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-0.29%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+0.56%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+3.53%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+4.64%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+11.07%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+13.85%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May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232,100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20,171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258,828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239,798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6,133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19,592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1,145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266,668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+92.8%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6444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-MX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lang="es-MX"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5932" y="2821381"/>
            <a:ext cx="1148606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570301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E71C6407-6BD4-D3AA-EED1-1BCF8016205F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DURANGO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630975" y="3029606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$547.43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Mayo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endParaRPr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Mayo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$278.19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$547.43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$671.25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$16,422.9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456788"/>
              </p:ext>
            </p:extLst>
          </p:nvPr>
        </p:nvGraphicFramePr>
        <p:xfrm>
          <a:off x="312064" y="2851200"/>
          <a:ext cx="6163200" cy="3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417939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rPr dirty="0"/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073864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rPr dirty="0"/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1739414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rPr dirty="0"/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395339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rPr dirty="0"/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060889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rPr dirty="0"/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3707189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372739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rPr dirty="0"/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038289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rPr dirty="0"/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5694214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864332"/>
              </p:ext>
            </p:extLst>
          </p:nvPr>
        </p:nvGraphicFramePr>
        <p:xfrm>
          <a:off x="320400" y="6649200"/>
          <a:ext cx="7038000" cy="27064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/>
                        <a:t>Principales deudores públicos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Municipio de Pueblo Nuevo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$88.42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 Descentralizado de Agua Potable , Alcantarillado y Saneamiento del Municipio de Pueblo Nuevo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$2.51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de Agua Potable y Alcantarillado del Municipio de Lerdo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rPr lang="es-MX" dirty="0"/>
                        <a:t>Principales deudores privados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Paravillage Trasnporte y Logística SAS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$5.92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Rid Soluciones Integrales de la Laguna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CMT De La Laguna,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rPr dirty="0"/>
                        <a:t>$4.84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mayo 2026.</a:t>
            </a:r>
          </a:p>
        </p:txBody>
      </p:sp>
      <p:sp>
        <p:nvSpPr>
          <p:cNvPr id="6" name="TextBox 514">
            <a:extLst>
              <a:ext uri="{FF2B5EF4-FFF2-40B4-BE49-F238E27FC236}">
                <a16:creationId xmlns:a16="http://schemas.microsoft.com/office/drawing/2014/main" id="{37BB56E1-43E4-B69D-579B-05D6CE3DD6EA}"/>
              </a:ext>
            </a:extLst>
          </p:cNvPr>
          <p:cNvSpPr txBox="1"/>
          <p:nvPr/>
        </p:nvSpPr>
        <p:spPr>
          <a:xfrm>
            <a:off x="447804" y="2232349"/>
            <a:ext cx="6638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/>
                </a:solidFill>
              </a:rPr>
              <a:t>Salario Base de </a:t>
            </a:r>
            <a:r>
              <a:rPr dirty="0" err="1">
                <a:solidFill>
                  <a:schemeClr val="tx1"/>
                </a:solidFill>
              </a:rPr>
              <a:t>Cotización</a:t>
            </a:r>
            <a:r>
              <a:rPr lang="es-MX" dirty="0">
                <a:solidFill>
                  <a:schemeClr val="tx1"/>
                </a:solidFill>
              </a:rPr>
              <a:t>: se utilizó como deflactor del salario el cociente del INPC entre diciembre 2018 (103.02) y preliminar de mayo  2026 (145.714) de 0.7069998.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>
            <p:extLst>
              <p:ext uri="{D42A27DB-BD31-4B8C-83A1-F6EECF244321}">
                <p14:modId xmlns:p14="http://schemas.microsoft.com/office/powerpoint/2010/main" val="3461203134"/>
              </p:ext>
            </p:extLst>
          </p:nvPr>
        </p:nvGraphicFramePr>
        <p:xfrm>
          <a:off x="3884217" y="816955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5997261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5997261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1036702" y="27432"/>
            <a:ext cx="56989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rPr dirty="0"/>
              <a:t>DURANGO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>
                <a:solidFill>
                  <a:schemeClr val="tx1"/>
                </a:solidFill>
              </a:rP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538200" y="9591827"/>
            <a:ext cx="1958400" cy="1231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rPr lang="es-MX" dirty="0"/>
              <a:t>Periodo: </a:t>
            </a:r>
            <a:r>
              <a:rPr dirty="0" err="1"/>
              <a:t>enero-diciembre</a:t>
            </a:r>
            <a:r>
              <a:rPr dirty="0"/>
              <a:t>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10795"/>
              </p:ext>
            </p:extLst>
          </p:nvPr>
        </p:nvGraphicFramePr>
        <p:xfrm>
          <a:off x="310896" y="1335024"/>
          <a:ext cx="3575304" cy="1464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65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6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175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744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473,646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1,779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424,436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1,626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8,101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32,439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8,670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1,702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1,055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 err="1"/>
                        <a:t>Egresos</a:t>
                      </a:r>
                      <a:r>
                        <a:rPr dirty="0"/>
                        <a:t> Hosp.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3,442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dirty="0"/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982197"/>
              </p:ext>
            </p:extLst>
          </p:nvPr>
        </p:nvGraphicFramePr>
        <p:xfrm>
          <a:off x="310896" y="5815584"/>
          <a:ext cx="7022592" cy="1648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73152" marR="7315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728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543493"/>
              </p:ext>
            </p:extLst>
          </p:nvPr>
        </p:nvGraphicFramePr>
        <p:xfrm>
          <a:off x="310896" y="7991856"/>
          <a:ext cx="7004303" cy="714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Total </a:t>
                      </a:r>
                      <a:r>
                        <a:rPr dirty="0" err="1"/>
                        <a:t>Programa</a:t>
                      </a:r>
                      <a:endParaRPr dirty="0"/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680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4,537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4,618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73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rPr dirty="0"/>
                        <a:t>18</a:t>
                      </a:r>
                    </a:p>
                  </a:txBody>
                  <a:tcPr marL="73152" marR="73152" marT="0" marB="0" anchor="ctr">
                    <a:solidFill>
                      <a:srgbClr val="D3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431428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8" name="Connector 537"/>
          <p:cNvCxnSpPr/>
          <p:nvPr/>
        </p:nvCxnSpPr>
        <p:spPr>
          <a:xfrm>
            <a:off x="5996628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261428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285,627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176628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90,431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226228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A08250"/>
                </a:solidFill>
                <a:latin typeface="Montserrat"/>
              </a:defRPr>
            </a:pPr>
            <a:r>
              <a:t>195,196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435028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3" name="Connector 542"/>
          <p:cNvCxnSpPr/>
          <p:nvPr/>
        </p:nvCxnSpPr>
        <p:spPr>
          <a:xfrm>
            <a:off x="5996628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455828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27,476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284628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422824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TextBox 546"/>
          <p:cNvSpPr txBox="1"/>
          <p:nvPr/>
        </p:nvSpPr>
        <p:spPr>
          <a:xfrm>
            <a:off x="5422824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473,646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422824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5422824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1,702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756</TotalTime>
  <Words>4582</Words>
  <Application>Microsoft Office PowerPoint</Application>
  <PresentationFormat>Personalizado</PresentationFormat>
  <Paragraphs>1685</Paragraphs>
  <Slides>26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Montserrat</vt:lpstr>
      <vt:lpstr>Arial</vt:lpstr>
      <vt:lpstr>Calibri</vt:lpstr>
      <vt:lpstr>Noto Sans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Laura Patricia Galvan Chavez</cp:lastModifiedBy>
  <cp:revision>111</cp:revision>
  <cp:lastPrinted>2026-06-26T21:19:47Z</cp:lastPrinted>
  <dcterms:modified xsi:type="dcterms:W3CDTF">2026-07-02T19:17:00Z</dcterms:modified>
</cp:coreProperties>
</file>