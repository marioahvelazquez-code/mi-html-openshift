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7.xml" ContentType="application/vnd.openxmlformats-officedocument.drawingml.chart+xml"/>
  <Override PartName="/ppt/notesSlides/notesSlide22.xml" ContentType="application/vnd.openxmlformats-officedocument.presentationml.notesSlide+xml"/>
  <Override PartName="/ppt/charts/chart8.xml" ContentType="application/vnd.openxmlformats-officedocument.drawingml.chart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308" r:id="rId3"/>
    <p:sldId id="258" r:id="rId4"/>
    <p:sldId id="259" r:id="rId5"/>
    <p:sldId id="260" r:id="rId6"/>
    <p:sldId id="301" r:id="rId7"/>
    <p:sldId id="261" r:id="rId8"/>
    <p:sldId id="287" r:id="rId9"/>
    <p:sldId id="262" r:id="rId10"/>
    <p:sldId id="263" r:id="rId11"/>
    <p:sldId id="280" r:id="rId12"/>
    <p:sldId id="267" r:id="rId13"/>
    <p:sldId id="298" r:id="rId14"/>
    <p:sldId id="302" r:id="rId15"/>
    <p:sldId id="303" r:id="rId16"/>
    <p:sldId id="304" r:id="rId17"/>
    <p:sldId id="305" r:id="rId18"/>
    <p:sldId id="306" r:id="rId19"/>
    <p:sldId id="281" r:id="rId20"/>
    <p:sldId id="307" r:id="rId21"/>
    <p:sldId id="288" r:id="rId22"/>
    <p:sldId id="270" r:id="rId23"/>
    <p:sldId id="271" r:id="rId24"/>
    <p:sldId id="299" r:id="rId25"/>
    <p:sldId id="300" r:id="rId26"/>
    <p:sldId id="297" r:id="rId27"/>
    <p:sldId id="284" r:id="rId28"/>
    <p:sldId id="290" r:id="rId29"/>
    <p:sldId id="277" r:id="rId30"/>
    <p:sldId id="278" r:id="rId31"/>
    <p:sldId id="279" r:id="rId32"/>
    <p:sldId id="282" r:id="rId33"/>
  </p:sldIdLst>
  <p:sldSz cx="7772400" cy="100584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Noto Sans" panose="020B0502040504020204" pitchFamily="34" charset="0"/>
      <p:regular r:id="rId39"/>
      <p:bold r:id="rId40"/>
      <p:italic r:id="rId41"/>
      <p:boldItalic r:id="rId42"/>
    </p:embeddedFont>
    <p:embeddedFont>
      <p:font typeface="Noto Sans Black" panose="020B0604020202020204" charset="0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B8213-3547-4F2C-AEBD-FDDF338BB48E}" v="2" dt="2026-07-03T15:43:47.474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26" y="-3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Patricia Galvan Chavez" userId="S::laura.galvan@imss.gob.mx::6b13af50-ce8b-483e-8fc4-f994efaf3289" providerId="AD" clId="Web-{69AB156B-F487-A450-3D17-8364E8E86EEA}"/>
    <pc:docChg chg="modSld">
      <pc:chgData name="Laura Patricia Galvan Chavez" userId="S::laura.galvan@imss.gob.mx::6b13af50-ce8b-483e-8fc4-f994efaf3289" providerId="AD" clId="Web-{69AB156B-F487-A450-3D17-8364E8E86EEA}" dt="2026-06-23T19:47:32.963" v="4" actId="14100"/>
      <pc:docMkLst>
        <pc:docMk/>
      </pc:docMkLst>
      <pc:sldChg chg="addSp delSp modSp">
        <pc:chgData name="Laura Patricia Galvan Chavez" userId="S::laura.galvan@imss.gob.mx::6b13af50-ce8b-483e-8fc4-f994efaf3289" providerId="AD" clId="Web-{69AB156B-F487-A450-3D17-8364E8E86EEA}" dt="2026-06-23T19:47:32.963" v="4" actId="14100"/>
        <pc:sldMkLst>
          <pc:docMk/>
          <pc:sldMk cId="0" sldId="260"/>
        </pc:sldMkLst>
        <pc:picChg chg="add mod">
          <ac:chgData name="Laura Patricia Galvan Chavez" userId="S::laura.galvan@imss.gob.mx::6b13af50-ce8b-483e-8fc4-f994efaf3289" providerId="AD" clId="Web-{69AB156B-F487-A450-3D17-8364E8E86EEA}" dt="2026-06-23T19:47:32.963" v="4" actId="14100"/>
          <ac:picMkLst>
            <pc:docMk/>
            <pc:sldMk cId="0" sldId="260"/>
            <ac:picMk id="2" creationId="{38723EF1-3FE6-9B3D-B4ED-4B81B38CA57D}"/>
          </ac:picMkLst>
        </pc:picChg>
      </pc:sldChg>
    </pc:docChg>
  </pc:docChgLst>
  <pc:docChgLst>
    <pc:chgData name="Diana Lizbeth Tetzicatl Navarro" userId="107c7f69-3e79-4791-b4e3-6f668d949ed0" providerId="ADAL" clId="{110A36E0-6EE1-4B4C-B27B-C66899872E81}"/>
    <pc:docChg chg="undo custSel addSld delSld modSld">
      <pc:chgData name="Diana Lizbeth Tetzicatl Navarro" userId="107c7f69-3e79-4791-b4e3-6f668d949ed0" providerId="ADAL" clId="{110A36E0-6EE1-4B4C-B27B-C66899872E81}" dt="2026-07-03T00:23:14.999" v="1915" actId="20577"/>
      <pc:docMkLst>
        <pc:docMk/>
      </pc:docMkLst>
      <pc:sldChg chg="modSp mod">
        <pc:chgData name="Diana Lizbeth Tetzicatl Navarro" userId="107c7f69-3e79-4791-b4e3-6f668d949ed0" providerId="ADAL" clId="{110A36E0-6EE1-4B4C-B27B-C66899872E81}" dt="2026-06-25T22:28:43.619" v="1169" actId="20577"/>
        <pc:sldMkLst>
          <pc:docMk/>
          <pc:sldMk cId="0" sldId="256"/>
        </pc:sldMkLst>
        <pc:spChg chg="mod">
          <ac:chgData name="Diana Lizbeth Tetzicatl Navarro" userId="107c7f69-3e79-4791-b4e3-6f668d949ed0" providerId="ADAL" clId="{110A36E0-6EE1-4B4C-B27B-C66899872E81}" dt="2026-06-25T22:28:43.619" v="1169" actId="20577"/>
          <ac:spMkLst>
            <pc:docMk/>
            <pc:sldMk cId="0" sldId="256"/>
            <ac:spMk id="70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5T22:29:41.651" v="1183" actId="1038"/>
        <pc:sldMkLst>
          <pc:docMk/>
          <pc:sldMk cId="0" sldId="258"/>
        </pc:sldMkLst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07:46.279" v="535" actId="1076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08:09.559" v="563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9:41.651" v="1183" actId="1038"/>
          <ac:spMkLst>
            <pc:docMk/>
            <pc:sldMk cId="0" sldId="258"/>
            <ac:spMk id="133" creationId="{00000000-0000-0000-0000-000000000000}"/>
          </ac:spMkLst>
        </pc:spChg>
        <pc:graphicFrameChg chg="mod">
          <ac:chgData name="Diana Lizbeth Tetzicatl Navarro" userId="107c7f69-3e79-4791-b4e3-6f668d949ed0" providerId="ADAL" clId="{110A36E0-6EE1-4B4C-B27B-C66899872E81}" dt="2026-06-25T22:07:26.512" v="473" actId="1038"/>
          <ac:graphicFrameMkLst>
            <pc:docMk/>
            <pc:sldMk cId="0" sldId="258"/>
            <ac:graphicFrameMk id="117" creationId="{00000000-0000-0000-0000-000000000000}"/>
          </ac:graphicFrameMkLst>
        </pc:graphicFrameChg>
        <pc:picChg chg="mod">
          <ac:chgData name="Diana Lizbeth Tetzicatl Navarro" userId="107c7f69-3e79-4791-b4e3-6f668d949ed0" providerId="ADAL" clId="{110A36E0-6EE1-4B4C-B27B-C66899872E81}" dt="2026-06-25T22:08:13.680" v="565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Diana Lizbeth Tetzicatl Navarro" userId="107c7f69-3e79-4791-b4e3-6f668d949ed0" providerId="ADAL" clId="{110A36E0-6EE1-4B4C-B27B-C66899872E81}" dt="2026-06-25T22:07:50.326" v="536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Diana Lizbeth Tetzicatl Navarro" userId="107c7f69-3e79-4791-b4e3-6f668d949ed0" providerId="ADAL" clId="{110A36E0-6EE1-4B4C-B27B-C66899872E81}" dt="2026-06-25T22:08:04.911" v="562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Diana Lizbeth Tetzicatl Navarro" userId="107c7f69-3e79-4791-b4e3-6f668d949ed0" providerId="ADAL" clId="{110A36E0-6EE1-4B4C-B27B-C66899872E81}" dt="2026-06-25T22:08:59.500" v="655" actId="1038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Diana Lizbeth Tetzicatl Navarro" userId="107c7f69-3e79-4791-b4e3-6f668d949ed0" providerId="ADAL" clId="{110A36E0-6EE1-4B4C-B27B-C66899872E81}" dt="2026-06-25T22:08:47.293" v="631" actId="1038"/>
          <ac:picMkLst>
            <pc:docMk/>
            <pc:sldMk cId="0" sldId="258"/>
            <ac:picMk id="131" creationId="{00000000-0000-0000-0000-000000000000}"/>
          </ac:picMkLst>
        </pc:picChg>
        <pc:cxnChg chg="mod">
          <ac:chgData name="Diana Lizbeth Tetzicatl Navarro" userId="107c7f69-3e79-4791-b4e3-6f668d949ed0" providerId="ADAL" clId="{110A36E0-6EE1-4B4C-B27B-C66899872E81}" dt="2026-06-25T22:08:22.079" v="587" actId="1076"/>
          <ac:cxnSpMkLst>
            <pc:docMk/>
            <pc:sldMk cId="0" sldId="258"/>
            <ac:cxnSpMk id="115" creationId="{00000000-0000-0000-0000-000000000000}"/>
          </ac:cxnSpMkLst>
        </pc:cxnChg>
      </pc:sldChg>
      <pc:sldChg chg="modSp mod">
        <pc:chgData name="Diana Lizbeth Tetzicatl Navarro" userId="107c7f69-3e79-4791-b4e3-6f668d949ed0" providerId="ADAL" clId="{110A36E0-6EE1-4B4C-B27B-C66899872E81}" dt="2026-07-03T00:14:55.907" v="1833" actId="20577"/>
        <pc:sldMkLst>
          <pc:docMk/>
          <pc:sldMk cId="0" sldId="259"/>
        </pc:sldMkLst>
        <pc:graphicFrameChg chg="modGraphic">
          <ac:chgData name="Diana Lizbeth Tetzicatl Navarro" userId="107c7f69-3e79-4791-b4e3-6f668d949ed0" providerId="ADAL" clId="{110A36E0-6EE1-4B4C-B27B-C66899872E81}" dt="2026-07-03T00:14:55.907" v="1833" actId="20577"/>
          <ac:graphicFrameMkLst>
            <pc:docMk/>
            <pc:sldMk cId="0" sldId="259"/>
            <ac:graphicFrameMk id="135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2:10:21.231" v="730" actId="1035"/>
        <pc:sldMkLst>
          <pc:docMk/>
          <pc:sldMk cId="0" sldId="260"/>
        </pc:sldMkLst>
        <pc:graphicFrameChg chg="mod">
          <ac:chgData name="Diana Lizbeth Tetzicatl Navarro" userId="107c7f69-3e79-4791-b4e3-6f668d949ed0" providerId="ADAL" clId="{110A36E0-6EE1-4B4C-B27B-C66899872E81}" dt="2026-06-25T22:10:21.231" v="730" actId="1035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Diana Lizbeth Tetzicatl Navarro" userId="107c7f69-3e79-4791-b4e3-6f668d949ed0" providerId="ADAL" clId="{110A36E0-6EE1-4B4C-B27B-C66899872E81}" dt="2026-06-25T22:10:13.072" v="714" actId="1035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Diana Lizbeth Tetzicatl Navarro" userId="107c7f69-3e79-4791-b4e3-6f668d949ed0" providerId="ADAL" clId="{110A36E0-6EE1-4B4C-B27B-C66899872E81}" dt="2026-06-29T19:33:21.626" v="1787" actId="20577"/>
        <pc:sldMkLst>
          <pc:docMk/>
          <pc:sldMk cId="0" sldId="261"/>
        </pc:sldMkLst>
        <pc:spChg chg="mod">
          <ac:chgData name="Diana Lizbeth Tetzicatl Navarro" userId="107c7f69-3e79-4791-b4e3-6f668d949ed0" providerId="ADAL" clId="{110A36E0-6EE1-4B4C-B27B-C66899872E81}" dt="2026-06-25T22:10:50.247" v="754" actId="20577"/>
          <ac:spMkLst>
            <pc:docMk/>
            <pc:sldMk cId="0" sldId="261"/>
            <ac:spMk id="10" creationId="{61D6BC34-CD9F-D027-17EF-FDD58E61336C}"/>
          </ac:spMkLst>
        </pc:spChg>
        <pc:grpChg chg="mod">
          <ac:chgData name="Diana Lizbeth Tetzicatl Navarro" userId="107c7f69-3e79-4791-b4e3-6f668d949ed0" providerId="ADAL" clId="{110A36E0-6EE1-4B4C-B27B-C66899872E81}" dt="2026-06-25T23:40:23.175" v="1229" actId="1035"/>
          <ac:grpSpMkLst>
            <pc:docMk/>
            <pc:sldMk cId="0" sldId="261"/>
            <ac:grpSpMk id="2" creationId="{96801806-04D5-DB7D-249E-EE4FCC2C3168}"/>
          </ac:grpSpMkLst>
        </pc:grpChg>
        <pc:graphicFrameChg chg="modGraphic">
          <ac:chgData name="Diana Lizbeth Tetzicatl Navarro" userId="107c7f69-3e79-4791-b4e3-6f668d949ed0" providerId="ADAL" clId="{110A36E0-6EE1-4B4C-B27B-C66899872E81}" dt="2026-06-29T19:33:21.626" v="1787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1:14.518" v="1230" actId="255"/>
        <pc:sldMkLst>
          <pc:docMk/>
          <pc:sldMk cId="0" sldId="262"/>
        </pc:sldMkLst>
        <pc:spChg chg="mod">
          <ac:chgData name="Diana Lizbeth Tetzicatl Navarro" userId="107c7f69-3e79-4791-b4e3-6f668d949ed0" providerId="ADAL" clId="{110A36E0-6EE1-4B4C-B27B-C66899872E81}" dt="2026-06-25T22:17:01.799" v="832" actId="103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17:06.778" v="833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3:41:14.518" v="1230" actId="255"/>
          <ac:spMkLst>
            <pc:docMk/>
            <pc:sldMk cId="0" sldId="262"/>
            <ac:spMk id="12" creationId="{00000000-0000-0000-0000-000000000000}"/>
          </ac:spMkLst>
        </pc:spChg>
        <pc:graphicFrameChg chg="modGraphic">
          <ac:chgData name="Diana Lizbeth Tetzicatl Navarro" userId="107c7f69-3e79-4791-b4e3-6f668d949ed0" providerId="ADAL" clId="{110A36E0-6EE1-4B4C-B27B-C66899872E81}" dt="2026-06-25T22:16:07.363" v="756" actId="14734"/>
          <ac:graphicFrameMkLst>
            <pc:docMk/>
            <pc:sldMk cId="0" sldId="262"/>
            <ac:graphicFrameMk id="8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6:47.246" v="821" actId="1035"/>
          <ac:graphicFrameMkLst>
            <pc:docMk/>
            <pc:sldMk cId="0" sldId="262"/>
            <ac:graphicFrameMk id="9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1:24.473" v="1242" actId="1036"/>
        <pc:sldMkLst>
          <pc:docMk/>
          <pc:sldMk cId="0" sldId="263"/>
        </pc:sldMkLst>
        <pc:spChg chg="mod">
          <ac:chgData name="Diana Lizbeth Tetzicatl Navarro" userId="107c7f69-3e79-4791-b4e3-6f668d949ed0" providerId="ADAL" clId="{110A36E0-6EE1-4B4C-B27B-C66899872E81}" dt="2026-06-25T23:41:24.473" v="1242" actId="1036"/>
          <ac:spMkLst>
            <pc:docMk/>
            <pc:sldMk cId="0" sldId="263"/>
            <ac:spMk id="62" creationId="{00000000-0000-0000-0000-000000000000}"/>
          </ac:spMkLst>
        </pc:spChg>
        <pc:graphicFrameChg chg="mod">
          <ac:chgData name="Diana Lizbeth Tetzicatl Navarro" userId="107c7f69-3e79-4791-b4e3-6f668d949ed0" providerId="ADAL" clId="{110A36E0-6EE1-4B4C-B27B-C66899872E81}" dt="2026-06-25T23:41:24.473" v="1242" actId="1036"/>
          <ac:graphicFrameMkLst>
            <pc:docMk/>
            <pc:sldMk cId="0" sldId="263"/>
            <ac:graphicFrameMk id="66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4:00.936" v="1332" actId="207"/>
        <pc:sldMkLst>
          <pc:docMk/>
          <pc:sldMk cId="0" sldId="270"/>
        </pc:sldMkLst>
        <pc:spChg chg="mod">
          <ac:chgData name="Diana Lizbeth Tetzicatl Navarro" userId="107c7f69-3e79-4791-b4e3-6f668d949ed0" providerId="ADAL" clId="{110A36E0-6EE1-4B4C-B27B-C66899872E81}" dt="2026-06-25T23:44:00.936" v="1332" actId="207"/>
          <ac:spMkLst>
            <pc:docMk/>
            <pc:sldMk cId="0" sldId="270"/>
            <ac:spMk id="323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5T22:20:20.978" v="869" actId="207"/>
        <pc:sldMkLst>
          <pc:docMk/>
          <pc:sldMk cId="0" sldId="271"/>
        </pc:sldMkLst>
        <pc:spChg chg="mod">
          <ac:chgData name="Diana Lizbeth Tetzicatl Navarro" userId="107c7f69-3e79-4791-b4e3-6f668d949ed0" providerId="ADAL" clId="{110A36E0-6EE1-4B4C-B27B-C66899872E81}" dt="2026-06-25T22:20:12.544" v="867" actId="1035"/>
          <ac:spMkLst>
            <pc:docMk/>
            <pc:sldMk cId="0" sldId="271"/>
            <ac:spMk id="345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0:20.978" v="869" actId="207"/>
          <ac:spMkLst>
            <pc:docMk/>
            <pc:sldMk cId="0" sldId="271"/>
            <ac:spMk id="346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5T22:25:03.159" v="1040" actId="1036"/>
        <pc:sldMkLst>
          <pc:docMk/>
          <pc:sldMk cId="0" sldId="277"/>
        </pc:sldMkLst>
        <pc:graphicFrameChg chg="mod">
          <ac:chgData name="Diana Lizbeth Tetzicatl Navarro" userId="107c7f69-3e79-4791-b4e3-6f668d949ed0" providerId="ADAL" clId="{110A36E0-6EE1-4B4C-B27B-C66899872E81}" dt="2026-06-25T22:25:03.159" v="1040" actId="1036"/>
          <ac:graphicFrameMkLst>
            <pc:docMk/>
            <pc:sldMk cId="0" sldId="277"/>
            <ac:graphicFrameMk id="468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5:00.419" v="1034" actId="1036"/>
          <ac:graphicFrameMkLst>
            <pc:docMk/>
            <pc:sldMk cId="0" sldId="277"/>
            <ac:graphicFrameMk id="469" creationId="{00000000-0000-0000-0000-000000000000}"/>
          </ac:graphicFrameMkLst>
        </pc:graphicFrameChg>
        <pc:picChg chg="mod">
          <ac:chgData name="Diana Lizbeth Tetzicatl Navarro" userId="107c7f69-3e79-4791-b4e3-6f668d949ed0" providerId="ADAL" clId="{110A36E0-6EE1-4B4C-B27B-C66899872E81}" dt="2026-06-25T22:24:57.075" v="1026" actId="1035"/>
          <ac:picMkLst>
            <pc:docMk/>
            <pc:sldMk cId="0" sldId="277"/>
            <ac:picMk id="470" creationId="{00000000-0000-0000-0000-000000000000}"/>
          </ac:picMkLst>
        </pc:picChg>
      </pc:sldChg>
      <pc:sldChg chg="modSp mod">
        <pc:chgData name="Diana Lizbeth Tetzicatl Navarro" userId="107c7f69-3e79-4791-b4e3-6f668d949ed0" providerId="ADAL" clId="{110A36E0-6EE1-4B4C-B27B-C66899872E81}" dt="2026-06-25T22:26:04.554" v="1069" actId="1035"/>
        <pc:sldMkLst>
          <pc:docMk/>
          <pc:sldMk cId="0" sldId="278"/>
        </pc:sldMkLst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1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2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3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5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6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7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8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89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5:57.063" v="1064" actId="1035"/>
          <ac:spMkLst>
            <pc:docMk/>
            <pc:sldMk cId="0" sldId="278"/>
            <ac:spMk id="491" creationId="{00000000-0000-0000-0000-000000000000}"/>
          </ac:spMkLst>
        </pc:spChg>
        <pc:graphicFrameChg chg="mod modGraphic">
          <ac:chgData name="Diana Lizbeth Tetzicatl Navarro" userId="107c7f69-3e79-4791-b4e3-6f668d949ed0" providerId="ADAL" clId="{110A36E0-6EE1-4B4C-B27B-C66899872E81}" dt="2026-06-25T22:25:12.115" v="1041" actId="14100"/>
          <ac:graphicFrameMkLst>
            <pc:docMk/>
            <pc:sldMk cId="0" sldId="278"/>
            <ac:graphicFrameMk id="479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6:04.554" v="1069" actId="1035"/>
          <ac:graphicFrameMkLst>
            <pc:docMk/>
            <pc:sldMk cId="0" sldId="278"/>
            <ac:graphicFrameMk id="480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5T22:25:41.420" v="1056" actId="14100"/>
          <ac:graphicFrameMkLst>
            <pc:docMk/>
            <pc:sldMk cId="0" sldId="278"/>
            <ac:graphicFrameMk id="492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6T18:06:52.149" v="1342"/>
        <pc:sldMkLst>
          <pc:docMk/>
          <pc:sldMk cId="0" sldId="279"/>
        </pc:sldMkLst>
        <pc:spChg chg="mod">
          <ac:chgData name="Diana Lizbeth Tetzicatl Navarro" userId="107c7f69-3e79-4791-b4e3-6f668d949ed0" providerId="ADAL" clId="{110A36E0-6EE1-4B4C-B27B-C66899872E81}" dt="2026-06-25T22:28:26.952" v="1160" actId="1076"/>
          <ac:spMkLst>
            <pc:docMk/>
            <pc:sldMk cId="0" sldId="279"/>
            <ac:spMk id="2" creationId="{28F95024-097E-B3C8-BB71-19910E0E7666}"/>
          </ac:spMkLst>
        </pc:spChg>
        <pc:spChg chg="mod">
          <ac:chgData name="Diana Lizbeth Tetzicatl Navarro" userId="107c7f69-3e79-4791-b4e3-6f668d949ed0" providerId="ADAL" clId="{110A36E0-6EE1-4B4C-B27B-C66899872E81}" dt="2026-06-26T18:06:52.149" v="1342"/>
          <ac:spMkLst>
            <pc:docMk/>
            <pc:sldMk cId="0" sldId="279"/>
            <ac:spMk id="515" creationId="{00000000-0000-0000-0000-000000000000}"/>
          </ac:spMkLst>
        </pc:spChg>
        <pc:graphicFrameChg chg="mod modGraphic">
          <ac:chgData name="Diana Lizbeth Tetzicatl Navarro" userId="107c7f69-3e79-4791-b4e3-6f668d949ed0" providerId="ADAL" clId="{110A36E0-6EE1-4B4C-B27B-C66899872E81}" dt="2026-06-25T22:28:31.098" v="1167" actId="1035"/>
          <ac:graphicFrameMkLst>
            <pc:docMk/>
            <pc:sldMk cId="0" sldId="279"/>
            <ac:graphicFrameMk id="503" creationId="{00000000-0000-0000-0000-000000000000}"/>
          </ac:graphicFrameMkLst>
        </pc:graphicFrameChg>
        <pc:graphicFrameChg chg="modGraphic">
          <ac:chgData name="Diana Lizbeth Tetzicatl Navarro" userId="107c7f69-3e79-4791-b4e3-6f668d949ed0" providerId="ADAL" clId="{110A36E0-6EE1-4B4C-B27B-C66899872E81}" dt="2026-06-25T22:26:52.577" v="1087" actId="14100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1:34.332" v="1250" actId="1036"/>
        <pc:sldMkLst>
          <pc:docMk/>
          <pc:sldMk cId="540716406" sldId="280"/>
        </pc:sldMkLst>
        <pc:graphicFrameChg chg="mod">
          <ac:chgData name="Diana Lizbeth Tetzicatl Navarro" userId="107c7f69-3e79-4791-b4e3-6f668d949ed0" providerId="ADAL" clId="{110A36E0-6EE1-4B4C-B27B-C66899872E81}" dt="2026-06-25T23:41:34.332" v="1250" actId="1036"/>
          <ac:graphicFrameMkLst>
            <pc:docMk/>
            <pc:sldMk cId="540716406" sldId="280"/>
            <ac:graphicFrameMk id="236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2:27:52.022" v="1157" actId="1036"/>
        <pc:sldMkLst>
          <pc:docMk/>
          <pc:sldMk cId="0" sldId="282"/>
        </pc:sldMkLst>
        <pc:spChg chg="mod">
          <ac:chgData name="Diana Lizbeth Tetzicatl Navarro" userId="107c7f69-3e79-4791-b4e3-6f668d949ed0" providerId="ADAL" clId="{110A36E0-6EE1-4B4C-B27B-C66899872E81}" dt="2026-06-25T22:27:43.583" v="1150" actId="1036"/>
          <ac:spMkLst>
            <pc:docMk/>
            <pc:sldMk cId="0" sldId="282"/>
            <ac:spMk id="531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37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39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41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42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4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16.928" v="1113" actId="1037"/>
          <ac:spMkLst>
            <pc:docMk/>
            <pc:sldMk cId="0" sldId="282"/>
            <ac:spMk id="545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43.583" v="1150" actId="1036"/>
          <ac:spMkLst>
            <pc:docMk/>
            <pc:sldMk cId="0" sldId="282"/>
            <ac:spMk id="546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43.583" v="1150" actId="1036"/>
          <ac:spMkLst>
            <pc:docMk/>
            <pc:sldMk cId="0" sldId="282"/>
            <ac:spMk id="547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43.583" v="1150" actId="1036"/>
          <ac:spMkLst>
            <pc:docMk/>
            <pc:sldMk cId="0" sldId="282"/>
            <ac:spMk id="548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7:43.583" v="1150" actId="1036"/>
          <ac:spMkLst>
            <pc:docMk/>
            <pc:sldMk cId="0" sldId="282"/>
            <ac:spMk id="549" creationId="{00000000-0000-0000-0000-000000000000}"/>
          </ac:spMkLst>
        </pc:spChg>
        <pc:graphicFrameChg chg="mod">
          <ac:chgData name="Diana Lizbeth Tetzicatl Navarro" userId="107c7f69-3e79-4791-b4e3-6f668d949ed0" providerId="ADAL" clId="{110A36E0-6EE1-4B4C-B27B-C66899872E81}" dt="2026-06-25T22:27:52.022" v="1157" actId="1036"/>
          <ac:graphicFrameMkLst>
            <pc:docMk/>
            <pc:sldMk cId="0" sldId="282"/>
            <ac:graphicFrameMk id="512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7:39.415" v="1147" actId="1036"/>
          <ac:graphicFrameMkLst>
            <pc:docMk/>
            <pc:sldMk cId="0" sldId="282"/>
            <ac:graphicFrameMk id="518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7:31.694" v="1136" actId="1036"/>
          <ac:graphicFrameMkLst>
            <pc:docMk/>
            <pc:sldMk cId="0" sldId="282"/>
            <ac:graphicFrameMk id="521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7:43.583" v="1150" actId="1036"/>
          <ac:graphicFrameMkLst>
            <pc:docMk/>
            <pc:sldMk cId="0" sldId="282"/>
            <ac:graphicFrameMk id="534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7:39.415" v="1147" actId="1036"/>
          <ac:graphicFrameMkLst>
            <pc:docMk/>
            <pc:sldMk cId="0" sldId="282"/>
            <ac:graphicFrameMk id="535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7:31.694" v="1136" actId="1036"/>
          <ac:graphicFrameMkLst>
            <pc:docMk/>
            <pc:sldMk cId="0" sldId="282"/>
            <ac:graphicFrameMk id="536" creationId="{00000000-0000-0000-0000-000000000000}"/>
          </ac:graphicFrameMkLst>
        </pc:graphicFrameChg>
        <pc:cxnChg chg="mod">
          <ac:chgData name="Diana Lizbeth Tetzicatl Navarro" userId="107c7f69-3e79-4791-b4e3-6f668d949ed0" providerId="ADAL" clId="{110A36E0-6EE1-4B4C-B27B-C66899872E81}" dt="2026-06-25T22:27:16.928" v="1113" actId="1037"/>
          <ac:cxnSpMkLst>
            <pc:docMk/>
            <pc:sldMk cId="0" sldId="282"/>
            <ac:cxnSpMk id="524" creationId="{00000000-0000-0000-0000-000000000000}"/>
          </ac:cxnSpMkLst>
        </pc:cxnChg>
        <pc:cxnChg chg="mod">
          <ac:chgData name="Diana Lizbeth Tetzicatl Navarro" userId="107c7f69-3e79-4791-b4e3-6f668d949ed0" providerId="ADAL" clId="{110A36E0-6EE1-4B4C-B27B-C66899872E81}" dt="2026-06-25T22:27:16.928" v="1113" actId="1037"/>
          <ac:cxnSpMkLst>
            <pc:docMk/>
            <pc:sldMk cId="0" sldId="282"/>
            <ac:cxnSpMk id="529" creationId="{00000000-0000-0000-0000-000000000000}"/>
          </ac:cxnSpMkLst>
        </pc:cxnChg>
        <pc:cxnChg chg="mod">
          <ac:chgData name="Diana Lizbeth Tetzicatl Navarro" userId="107c7f69-3e79-4791-b4e3-6f668d949ed0" providerId="ADAL" clId="{110A36E0-6EE1-4B4C-B27B-C66899872E81}" dt="2026-06-25T22:27:16.928" v="1113" actId="1037"/>
          <ac:cxnSpMkLst>
            <pc:docMk/>
            <pc:sldMk cId="0" sldId="282"/>
            <ac:cxnSpMk id="538" creationId="{00000000-0000-0000-0000-000000000000}"/>
          </ac:cxnSpMkLst>
        </pc:cxnChg>
        <pc:cxnChg chg="mod">
          <ac:chgData name="Diana Lizbeth Tetzicatl Navarro" userId="107c7f69-3e79-4791-b4e3-6f668d949ed0" providerId="ADAL" clId="{110A36E0-6EE1-4B4C-B27B-C66899872E81}" dt="2026-06-25T22:27:16.928" v="1113" actId="1037"/>
          <ac:cxnSpMkLst>
            <pc:docMk/>
            <pc:sldMk cId="0" sldId="282"/>
            <ac:cxnSpMk id="543" creationId="{00000000-0000-0000-0000-000000000000}"/>
          </ac:cxnSpMkLst>
        </pc:cxnChg>
      </pc:sldChg>
      <pc:sldChg chg="modSp mod">
        <pc:chgData name="Diana Lizbeth Tetzicatl Navarro" userId="107c7f69-3e79-4791-b4e3-6f668d949ed0" providerId="ADAL" clId="{110A36E0-6EE1-4B4C-B27B-C66899872E81}" dt="2026-06-25T22:23:49.322" v="985" actId="1036"/>
        <pc:sldMkLst>
          <pc:docMk/>
          <pc:sldMk cId="364733940" sldId="284"/>
        </pc:sldMkLst>
        <pc:graphicFrameChg chg="mod modGraphic">
          <ac:chgData name="Diana Lizbeth Tetzicatl Navarro" userId="107c7f69-3e79-4791-b4e3-6f668d949ed0" providerId="ADAL" clId="{110A36E0-6EE1-4B4C-B27B-C66899872E81}" dt="2026-06-25T22:23:49.322" v="985" actId="1036"/>
          <ac:graphicFrameMkLst>
            <pc:docMk/>
            <pc:sldMk cId="364733940" sldId="284"/>
            <ac:graphicFrameMk id="13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5T22:23:43.938" v="968" actId="1036"/>
          <ac:graphicFrameMkLst>
            <pc:docMk/>
            <pc:sldMk cId="364733940" sldId="284"/>
            <ac:graphicFrameMk id="14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5T22:23:40.398" v="951" actId="1076"/>
          <ac:graphicFrameMkLst>
            <pc:docMk/>
            <pc:sldMk cId="364733940" sldId="284"/>
            <ac:graphicFrameMk id="15" creationId="{00000000-0000-0000-0000-000000000000}"/>
          </ac:graphicFrameMkLst>
        </pc:graphicFrameChg>
      </pc:sldChg>
      <pc:sldChg chg="addSp modSp mod">
        <pc:chgData name="Diana Lizbeth Tetzicatl Navarro" userId="107c7f69-3e79-4791-b4e3-6f668d949ed0" providerId="ADAL" clId="{110A36E0-6EE1-4B4C-B27B-C66899872E81}" dt="2026-07-03T00:23:14.999" v="1915" actId="20577"/>
        <pc:sldMkLst>
          <pc:docMk/>
          <pc:sldMk cId="3805655920" sldId="288"/>
        </pc:sldMkLst>
        <pc:spChg chg="add mod">
          <ac:chgData name="Diana Lizbeth Tetzicatl Navarro" userId="107c7f69-3e79-4791-b4e3-6f668d949ed0" providerId="ADAL" clId="{110A36E0-6EE1-4B4C-B27B-C66899872E81}" dt="2026-06-26T19:21:30.832" v="1625" actId="1035"/>
          <ac:spMkLst>
            <pc:docMk/>
            <pc:sldMk cId="3805655920" sldId="288"/>
            <ac:spMk id="7" creationId="{C5712D4D-2ADC-8FB9-8913-A7622DD426FC}"/>
          </ac:spMkLst>
        </pc:spChg>
        <pc:spChg chg="add mod">
          <ac:chgData name="Diana Lizbeth Tetzicatl Navarro" userId="107c7f69-3e79-4791-b4e3-6f668d949ed0" providerId="ADAL" clId="{110A36E0-6EE1-4B4C-B27B-C66899872E81}" dt="2026-06-26T19:22:46.286" v="1664" actId="1038"/>
          <ac:spMkLst>
            <pc:docMk/>
            <pc:sldMk cId="3805655920" sldId="288"/>
            <ac:spMk id="11" creationId="{E0DC7F94-254B-9A22-56ED-2B1E18B2C22D}"/>
          </ac:spMkLst>
        </pc:spChg>
        <pc:spChg chg="add mod">
          <ac:chgData name="Diana Lizbeth Tetzicatl Navarro" userId="107c7f69-3e79-4791-b4e3-6f668d949ed0" providerId="ADAL" clId="{110A36E0-6EE1-4B4C-B27B-C66899872E81}" dt="2026-07-03T00:22:43.580" v="1896" actId="20577"/>
          <ac:spMkLst>
            <pc:docMk/>
            <pc:sldMk cId="3805655920" sldId="288"/>
            <ac:spMk id="12" creationId="{E56A55BD-328C-0E31-FD88-F11D0149256E}"/>
          </ac:spMkLst>
        </pc:spChg>
        <pc:spChg chg="add mod">
          <ac:chgData name="Diana Lizbeth Tetzicatl Navarro" userId="107c7f69-3e79-4791-b4e3-6f668d949ed0" providerId="ADAL" clId="{110A36E0-6EE1-4B4C-B27B-C66899872E81}" dt="2026-07-03T00:22:59.524" v="1905" actId="20577"/>
          <ac:spMkLst>
            <pc:docMk/>
            <pc:sldMk cId="3805655920" sldId="288"/>
            <ac:spMk id="13" creationId="{6FE694B5-0B2E-14C8-0D33-F6D43148EA19}"/>
          </ac:spMkLst>
        </pc:spChg>
        <pc:spChg chg="add mod">
          <ac:chgData name="Diana Lizbeth Tetzicatl Navarro" userId="107c7f69-3e79-4791-b4e3-6f668d949ed0" providerId="ADAL" clId="{110A36E0-6EE1-4B4C-B27B-C66899872E81}" dt="2026-07-03T00:23:14.999" v="1915" actId="20577"/>
          <ac:spMkLst>
            <pc:docMk/>
            <pc:sldMk cId="3805655920" sldId="288"/>
            <ac:spMk id="14" creationId="{B0A940AE-E464-18F5-EF1D-B096660D523E}"/>
          </ac:spMkLst>
        </pc:spChg>
        <pc:graphicFrameChg chg="mod">
          <ac:chgData name="Diana Lizbeth Tetzicatl Navarro" userId="107c7f69-3e79-4791-b4e3-6f668d949ed0" providerId="ADAL" clId="{110A36E0-6EE1-4B4C-B27B-C66899872E81}" dt="2026-06-26T19:21:13.877" v="1606" actId="1035"/>
          <ac:graphicFrameMkLst>
            <pc:docMk/>
            <pc:sldMk cId="3805655920" sldId="288"/>
            <ac:graphicFrameMk id="2" creationId="{CA98FC10-1DD6-DEA2-6E38-F85D611E9A2A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6T19:21:24.181" v="1617" actId="1035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6T19:21:24.181" v="1617" actId="1035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add mod">
          <ac:chgData name="Diana Lizbeth Tetzicatl Navarro" userId="107c7f69-3e79-4791-b4e3-6f668d949ed0" providerId="ADAL" clId="{110A36E0-6EE1-4B4C-B27B-C66899872E81}" dt="2026-06-26T19:21:30.832" v="1625" actId="1035"/>
          <ac:graphicFrameMkLst>
            <pc:docMk/>
            <pc:sldMk cId="3805655920" sldId="288"/>
            <ac:graphicFrameMk id="8" creationId="{617E1FEA-E178-6720-32BA-B3278960CA96}"/>
          </ac:graphicFrameMkLst>
        </pc:graphicFrameChg>
        <pc:graphicFrameChg chg="modGraphic">
          <ac:chgData name="Diana Lizbeth Tetzicatl Navarro" userId="107c7f69-3e79-4791-b4e3-6f668d949ed0" providerId="ADAL" clId="{110A36E0-6EE1-4B4C-B27B-C66899872E81}" dt="2026-07-03T00:22:20.472" v="1887" actId="20577"/>
          <ac:graphicFrameMkLst>
            <pc:docMk/>
            <pc:sldMk cId="3805655920" sldId="288"/>
            <ac:graphicFrameMk id="9" creationId="{BE182719-B27C-4DAD-6FE8-2E006ED68751}"/>
          </ac:graphicFrameMkLst>
        </pc:graphicFrameChg>
        <pc:graphicFrameChg chg="add mod">
          <ac:chgData name="Diana Lizbeth Tetzicatl Navarro" userId="107c7f69-3e79-4791-b4e3-6f668d949ed0" providerId="ADAL" clId="{110A36E0-6EE1-4B4C-B27B-C66899872E81}" dt="2026-06-26T19:22:41.591" v="1636" actId="1038"/>
          <ac:graphicFrameMkLst>
            <pc:docMk/>
            <pc:sldMk cId="3805655920" sldId="288"/>
            <ac:graphicFrameMk id="10" creationId="{66B9DD3E-F84E-3E96-AE8C-1F2E7F6FC048}"/>
          </ac:graphicFrameMkLst>
        </pc:graphicFrameChg>
        <pc:picChg chg="add mod">
          <ac:chgData name="Diana Lizbeth Tetzicatl Navarro" userId="107c7f69-3e79-4791-b4e3-6f668d949ed0" providerId="ADAL" clId="{110A36E0-6EE1-4B4C-B27B-C66899872E81}" dt="2026-06-26T19:21:30.832" v="1625" actId="1035"/>
          <ac:picMkLst>
            <pc:docMk/>
            <pc:sldMk cId="3805655920" sldId="288"/>
            <ac:picMk id="15" creationId="{FBFA087D-EE8D-5F98-6FF9-9CA58161AA9F}"/>
          </ac:picMkLst>
        </pc:picChg>
        <pc:picChg chg="add mod">
          <ac:chgData name="Diana Lizbeth Tetzicatl Navarro" userId="107c7f69-3e79-4791-b4e3-6f668d949ed0" providerId="ADAL" clId="{110A36E0-6EE1-4B4C-B27B-C66899872E81}" dt="2026-06-26T19:21:30.832" v="1625" actId="1035"/>
          <ac:picMkLst>
            <pc:docMk/>
            <pc:sldMk cId="3805655920" sldId="288"/>
            <ac:picMk id="16" creationId="{057A74DA-4AFA-4EAA-D583-695892F4D8B1}"/>
          </ac:picMkLst>
        </pc:picChg>
        <pc:picChg chg="add mod">
          <ac:chgData name="Diana Lizbeth Tetzicatl Navarro" userId="107c7f69-3e79-4791-b4e3-6f668d949ed0" providerId="ADAL" clId="{110A36E0-6EE1-4B4C-B27B-C66899872E81}" dt="2026-06-26T19:21:30.832" v="1625" actId="1035"/>
          <ac:picMkLst>
            <pc:docMk/>
            <pc:sldMk cId="3805655920" sldId="288"/>
            <ac:picMk id="17" creationId="{0B52F74E-E8B0-E8A1-3BF0-14B038C884E6}"/>
          </ac:picMkLst>
        </pc:picChg>
      </pc:sldChg>
      <pc:sldChg chg="modSp mod">
        <pc:chgData name="Diana Lizbeth Tetzicatl Navarro" userId="107c7f69-3e79-4791-b4e3-6f668d949ed0" providerId="ADAL" clId="{110A36E0-6EE1-4B4C-B27B-C66899872E81}" dt="2026-06-25T23:44:45.089" v="1336" actId="1038"/>
        <pc:sldMkLst>
          <pc:docMk/>
          <pc:sldMk cId="30077326" sldId="290"/>
        </pc:sldMkLst>
        <pc:spChg chg="mod">
          <ac:chgData name="Diana Lizbeth Tetzicatl Navarro" userId="107c7f69-3e79-4791-b4e3-6f668d949ed0" providerId="ADAL" clId="{110A36E0-6EE1-4B4C-B27B-C66899872E81}" dt="2026-06-25T22:24:26.443" v="1012" actId="1036"/>
          <ac:spMkLst>
            <pc:docMk/>
            <pc:sldMk cId="30077326" sldId="290"/>
            <ac:spMk id="9" creationId="{7A6658D4-29D8-8663-D2C5-74863CD96596}"/>
          </ac:spMkLst>
        </pc:spChg>
        <pc:spChg chg="mod">
          <ac:chgData name="Diana Lizbeth Tetzicatl Navarro" userId="107c7f69-3e79-4791-b4e3-6f668d949ed0" providerId="ADAL" clId="{110A36E0-6EE1-4B4C-B27B-C66899872E81}" dt="2026-06-25T22:24:26.443" v="1012" actId="1036"/>
          <ac:spMkLst>
            <pc:docMk/>
            <pc:sldMk cId="30077326" sldId="290"/>
            <ac:spMk id="11" creationId="{C2E1F9A0-4911-B1FF-D485-66518A66B9A6}"/>
          </ac:spMkLst>
        </pc:spChg>
        <pc:spChg chg="mod">
          <ac:chgData name="Diana Lizbeth Tetzicatl Navarro" userId="107c7f69-3e79-4791-b4e3-6f668d949ed0" providerId="ADAL" clId="{110A36E0-6EE1-4B4C-B27B-C66899872E81}" dt="2026-06-25T22:24:26.443" v="1012" actId="1036"/>
          <ac:spMkLst>
            <pc:docMk/>
            <pc:sldMk cId="30077326" sldId="290"/>
            <ac:spMk id="12" creationId="{6C0AF4EA-FBE1-4238-8146-A4C96C7D760B}"/>
          </ac:spMkLst>
        </pc:spChg>
        <pc:spChg chg="mod">
          <ac:chgData name="Diana Lizbeth Tetzicatl Navarro" userId="107c7f69-3e79-4791-b4e3-6f668d949ed0" providerId="ADAL" clId="{110A36E0-6EE1-4B4C-B27B-C66899872E81}" dt="2026-06-25T22:24:26.443" v="1012" actId="1036"/>
          <ac:spMkLst>
            <pc:docMk/>
            <pc:sldMk cId="30077326" sldId="290"/>
            <ac:spMk id="2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24:26.443" v="1012" actId="1036"/>
          <ac:spMkLst>
            <pc:docMk/>
            <pc:sldMk cId="30077326" sldId="290"/>
            <ac:spMk id="25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3:44:45.089" v="1336" actId="1038"/>
          <ac:spMkLst>
            <pc:docMk/>
            <pc:sldMk cId="30077326" sldId="290"/>
            <ac:spMk id="26" creationId="{00000000-0000-0000-0000-000000000000}"/>
          </ac:spMkLst>
        </pc:spChg>
        <pc:graphicFrameChg chg="modGraphic">
          <ac:chgData name="Diana Lizbeth Tetzicatl Navarro" userId="107c7f69-3e79-4791-b4e3-6f668d949ed0" providerId="ADAL" clId="{110A36E0-6EE1-4B4C-B27B-C66899872E81}" dt="2026-06-25T22:24:02.473" v="988" actId="14100"/>
          <ac:graphicFrameMkLst>
            <pc:docMk/>
            <pc:sldMk cId="30077326" sldId="290"/>
            <ac:graphicFrameMk id="20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4:10.579" v="999" actId="1036"/>
          <ac:graphicFrameMkLst>
            <pc:docMk/>
            <pc:sldMk cId="30077326" sldId="290"/>
            <ac:graphicFrameMk id="21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24:26.443" v="1012" actId="1036"/>
          <ac:graphicFrameMkLst>
            <pc:docMk/>
            <pc:sldMk cId="30077326" sldId="290"/>
            <ac:graphicFrameMk id="23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6T20:45:26.658" v="1698" actId="14100"/>
        <pc:sldMkLst>
          <pc:docMk/>
          <pc:sldMk cId="3240565764" sldId="297"/>
        </pc:sldMkLst>
        <pc:graphicFrameChg chg="mod modGraphic">
          <ac:chgData name="Diana Lizbeth Tetzicatl Navarro" userId="107c7f69-3e79-4791-b4e3-6f668d949ed0" providerId="ADAL" clId="{110A36E0-6EE1-4B4C-B27B-C66899872E81}" dt="2026-06-25T22:22:16.562" v="923" actId="14100"/>
          <ac:graphicFrameMkLst>
            <pc:docMk/>
            <pc:sldMk cId="3240565764" sldId="297"/>
            <ac:graphicFrameMk id="21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5T23:44:28.763" v="1333" actId="14100"/>
          <ac:graphicFrameMkLst>
            <pc:docMk/>
            <pc:sldMk cId="3240565764" sldId="297"/>
            <ac:graphicFrameMk id="22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5T22:22:39.402" v="925"/>
          <ac:graphicFrameMkLst>
            <pc:docMk/>
            <pc:sldMk cId="3240565764" sldId="297"/>
            <ac:graphicFrameMk id="23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6-26T20:45:26.658" v="1698" actId="14100"/>
          <ac:graphicFrameMkLst>
            <pc:docMk/>
            <pc:sldMk cId="3240565764" sldId="297"/>
            <ac:graphicFrameMk id="24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2:38.820" v="1265" actId="20577"/>
        <pc:sldMkLst>
          <pc:docMk/>
          <pc:sldMk cId="4122843585" sldId="298"/>
        </pc:sldMkLst>
        <pc:spChg chg="mod">
          <ac:chgData name="Diana Lizbeth Tetzicatl Navarro" userId="107c7f69-3e79-4791-b4e3-6f668d949ed0" providerId="ADAL" clId="{110A36E0-6EE1-4B4C-B27B-C66899872E81}" dt="2026-06-25T23:42:38.820" v="1265" actId="20577"/>
          <ac:spMkLst>
            <pc:docMk/>
            <pc:sldMk cId="4122843585" sldId="298"/>
            <ac:spMk id="5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6T18:40:44.342" v="1355" actId="20577"/>
        <pc:sldMkLst>
          <pc:docMk/>
          <pc:sldMk cId="2392679906" sldId="300"/>
        </pc:sldMkLst>
        <pc:spChg chg="mod">
          <ac:chgData name="Diana Lizbeth Tetzicatl Navarro" userId="107c7f69-3e79-4791-b4e3-6f668d949ed0" providerId="ADAL" clId="{110A36E0-6EE1-4B4C-B27B-C66899872E81}" dt="2026-06-26T18:40:44.342" v="1355" actId="20577"/>
          <ac:spMkLst>
            <pc:docMk/>
            <pc:sldMk cId="2392679906" sldId="300"/>
            <ac:spMk id="10" creationId="{00000000-0000-0000-0000-000000000000}"/>
          </ac:spMkLst>
        </pc:spChg>
        <pc:graphicFrameChg chg="modGraphic">
          <ac:chgData name="Diana Lizbeth Tetzicatl Navarro" userId="107c7f69-3e79-4791-b4e3-6f668d949ed0" providerId="ADAL" clId="{110A36E0-6EE1-4B4C-B27B-C66899872E81}" dt="2026-06-26T18:40:34.135" v="1346" actId="20577"/>
          <ac:graphicFrameMkLst>
            <pc:docMk/>
            <pc:sldMk cId="2392679906" sldId="300"/>
            <ac:graphicFrameMk id="9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7-03T00:18:41.081" v="1857" actId="20577"/>
        <pc:sldMkLst>
          <pc:docMk/>
          <pc:sldMk cId="0" sldId="301"/>
        </pc:sldMkLst>
        <pc:graphicFrameChg chg="mod modGraphic">
          <ac:chgData name="Diana Lizbeth Tetzicatl Navarro" userId="107c7f69-3e79-4791-b4e3-6f668d949ed0" providerId="ADAL" clId="{110A36E0-6EE1-4B4C-B27B-C66899872E81}" dt="2026-07-03T00:18:08.288" v="1851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mod modGraphic">
          <ac:chgData name="Diana Lizbeth Tetzicatl Navarro" userId="107c7f69-3e79-4791-b4e3-6f668d949ed0" providerId="ADAL" clId="{110A36E0-6EE1-4B4C-B27B-C66899872E81}" dt="2026-07-03T00:18:41.081" v="1857" actId="20577"/>
          <ac:graphicFrameMkLst>
            <pc:docMk/>
            <pc:sldMk cId="0" sldId="301"/>
            <ac:graphicFrameMk id="6" creationId="{00000000-0000-0000-0000-000000000000}"/>
          </ac:graphicFrameMkLst>
        </pc:graphicFrameChg>
        <pc:cxnChg chg="mod">
          <ac:chgData name="Diana Lizbeth Tetzicatl Navarro" userId="107c7f69-3e79-4791-b4e3-6f668d949ed0" providerId="ADAL" clId="{110A36E0-6EE1-4B4C-B27B-C66899872E81}" dt="2026-06-25T23:38:46.345" v="1216" actId="1035"/>
          <ac:cxnSpMkLst>
            <pc:docMk/>
            <pc:sldMk cId="0" sldId="301"/>
            <ac:cxnSpMk id="4" creationId="{00000000-0000-0000-0000-000000000000}"/>
          </ac:cxnSpMkLst>
        </pc:cxnChg>
      </pc:sldChg>
      <pc:sldChg chg="modSp mod">
        <pc:chgData name="Diana Lizbeth Tetzicatl Navarro" userId="107c7f69-3e79-4791-b4e3-6f668d949ed0" providerId="ADAL" clId="{110A36E0-6EE1-4B4C-B27B-C66899872E81}" dt="2026-06-25T23:42:47.864" v="1276" actId="20577"/>
        <pc:sldMkLst>
          <pc:docMk/>
          <pc:sldMk cId="0" sldId="302"/>
        </pc:sldMkLst>
        <pc:spChg chg="mod">
          <ac:chgData name="Diana Lizbeth Tetzicatl Navarro" userId="107c7f69-3e79-4791-b4e3-6f668d949ed0" providerId="ADAL" clId="{110A36E0-6EE1-4B4C-B27B-C66899872E81}" dt="2026-06-25T23:42:47.864" v="1276" actId="20577"/>
          <ac:spMkLst>
            <pc:docMk/>
            <pc:sldMk cId="0" sldId="302"/>
            <ac:spMk id="5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6T20:44:38.460" v="1694" actId="1035"/>
        <pc:sldMkLst>
          <pc:docMk/>
          <pc:sldMk cId="0" sldId="303"/>
        </pc:sldMkLst>
        <pc:spChg chg="mod">
          <ac:chgData name="Diana Lizbeth Tetzicatl Navarro" userId="107c7f69-3e79-4791-b4e3-6f668d949ed0" providerId="ADAL" clId="{110A36E0-6EE1-4B4C-B27B-C66899872E81}" dt="2026-06-25T23:42:57.449" v="1287" actId="20577"/>
          <ac:spMkLst>
            <pc:docMk/>
            <pc:sldMk cId="0" sldId="303"/>
            <ac:spMk id="5" creationId="{00000000-0000-0000-0000-000000000000}"/>
          </ac:spMkLst>
        </pc:spChg>
        <pc:graphicFrameChg chg="mod">
          <ac:chgData name="Diana Lizbeth Tetzicatl Navarro" userId="107c7f69-3e79-4791-b4e3-6f668d949ed0" providerId="ADAL" clId="{110A36E0-6EE1-4B4C-B27B-C66899872E81}" dt="2026-06-26T20:44:38.460" v="1694" actId="1035"/>
          <ac:graphicFrameMkLst>
            <pc:docMk/>
            <pc:sldMk cId="0" sldId="303"/>
            <ac:graphicFrameMk id="11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6T20:44:51.514" v="1697" actId="20577"/>
        <pc:sldMkLst>
          <pc:docMk/>
          <pc:sldMk cId="0" sldId="304"/>
        </pc:sldMkLst>
        <pc:spChg chg="mod">
          <ac:chgData name="Diana Lizbeth Tetzicatl Navarro" userId="107c7f69-3e79-4791-b4e3-6f668d949ed0" providerId="ADAL" clId="{110A36E0-6EE1-4B4C-B27B-C66899872E81}" dt="2026-06-26T20:44:51.514" v="1697" actId="20577"/>
          <ac:spMkLst>
            <pc:docMk/>
            <pc:sldMk cId="0" sldId="304"/>
            <ac:spMk id="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19:03.141" v="843" actId="1035"/>
          <ac:spMkLst>
            <pc:docMk/>
            <pc:sldMk cId="0" sldId="304"/>
            <ac:spMk id="7" creationId="{00000000-0000-0000-0000-000000000000}"/>
          </ac:spMkLst>
        </pc:sp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9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0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2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4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5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7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8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19" creationId="{00000000-0000-0000-0000-000000000000}"/>
          </ac:graphicFrameMkLst>
        </pc:graphicFrameChg>
        <pc:graphicFrameChg chg="mod">
          <ac:chgData name="Diana Lizbeth Tetzicatl Navarro" userId="107c7f69-3e79-4791-b4e3-6f668d949ed0" providerId="ADAL" clId="{110A36E0-6EE1-4B4C-B27B-C66899872E81}" dt="2026-06-25T22:19:03.141" v="843" actId="1035"/>
          <ac:graphicFrameMkLst>
            <pc:docMk/>
            <pc:sldMk cId="0" sldId="304"/>
            <ac:graphicFrameMk id="20" creationId="{00000000-0000-0000-0000-000000000000}"/>
          </ac:graphicFrameMkLst>
        </pc:graphicFrameChg>
      </pc:sldChg>
      <pc:sldChg chg="modSp mod">
        <pc:chgData name="Diana Lizbeth Tetzicatl Navarro" userId="107c7f69-3e79-4791-b4e3-6f668d949ed0" providerId="ADAL" clId="{110A36E0-6EE1-4B4C-B27B-C66899872E81}" dt="2026-06-25T23:43:29.770" v="1312" actId="20577"/>
        <pc:sldMkLst>
          <pc:docMk/>
          <pc:sldMk cId="0" sldId="305"/>
        </pc:sldMkLst>
        <pc:spChg chg="mod">
          <ac:chgData name="Diana Lizbeth Tetzicatl Navarro" userId="107c7f69-3e79-4791-b4e3-6f668d949ed0" providerId="ADAL" clId="{110A36E0-6EE1-4B4C-B27B-C66899872E81}" dt="2026-06-25T23:43:29.770" v="1312" actId="20577"/>
          <ac:spMkLst>
            <pc:docMk/>
            <pc:sldMk cId="0" sldId="305"/>
            <ac:spMk id="5" creationId="{00000000-0000-0000-0000-000000000000}"/>
          </ac:spMkLst>
        </pc:spChg>
      </pc:sldChg>
      <pc:sldChg chg="modSp mod">
        <pc:chgData name="Diana Lizbeth Tetzicatl Navarro" userId="107c7f69-3e79-4791-b4e3-6f668d949ed0" providerId="ADAL" clId="{110A36E0-6EE1-4B4C-B27B-C66899872E81}" dt="2026-06-25T23:43:39.723" v="1328" actId="20577"/>
        <pc:sldMkLst>
          <pc:docMk/>
          <pc:sldMk cId="0" sldId="306"/>
        </pc:sldMkLst>
        <pc:spChg chg="mod">
          <ac:chgData name="Diana Lizbeth Tetzicatl Navarro" userId="107c7f69-3e79-4791-b4e3-6f668d949ed0" providerId="ADAL" clId="{110A36E0-6EE1-4B4C-B27B-C66899872E81}" dt="2026-06-25T23:43:39.723" v="1328" actId="20577"/>
          <ac:spMkLst>
            <pc:docMk/>
            <pc:sldMk cId="0" sldId="306"/>
            <ac:spMk id="4" creationId="{00000000-0000-0000-0000-000000000000}"/>
          </ac:spMkLst>
        </pc:spChg>
        <pc:spChg chg="mod">
          <ac:chgData name="Diana Lizbeth Tetzicatl Navarro" userId="107c7f69-3e79-4791-b4e3-6f668d949ed0" providerId="ADAL" clId="{110A36E0-6EE1-4B4C-B27B-C66899872E81}" dt="2026-06-25T22:19:18.955" v="844" actId="1076"/>
          <ac:spMkLst>
            <pc:docMk/>
            <pc:sldMk cId="0" sldId="306"/>
            <ac:spMk id="8" creationId="{00000000-0000-0000-0000-000000000000}"/>
          </ac:spMkLst>
        </pc:spChg>
      </pc:sldChg>
      <pc:sldChg chg="modSp add mod setBg">
        <pc:chgData name="Diana Lizbeth Tetzicatl Navarro" userId="107c7f69-3e79-4791-b4e3-6f668d949ed0" providerId="ADAL" clId="{110A36E0-6EE1-4B4C-B27B-C66899872E81}" dt="2026-07-03T00:13:48.319" v="1827" actId="20577"/>
        <pc:sldMkLst>
          <pc:docMk/>
          <pc:sldMk cId="0" sldId="308"/>
        </pc:sldMkLst>
        <pc:graphicFrameChg chg="mod modGraphic">
          <ac:chgData name="Diana Lizbeth Tetzicatl Navarro" userId="107c7f69-3e79-4791-b4e3-6f668d949ed0" providerId="ADAL" clId="{110A36E0-6EE1-4B4C-B27B-C66899872E81}" dt="2026-07-03T00:13:48.319" v="1827" actId="20577"/>
          <ac:graphicFrameMkLst>
            <pc:docMk/>
            <pc:sldMk cId="0" sldId="308"/>
            <ac:graphicFrameMk id="69" creationId="{00000000-0000-0000-0000-000000000000}"/>
          </ac:graphicFrameMkLst>
        </pc:graphicFrameChg>
        <pc:picChg chg="mod">
          <ac:chgData name="Diana Lizbeth Tetzicatl Navarro" userId="107c7f69-3e79-4791-b4e3-6f668d949ed0" providerId="ADAL" clId="{110A36E0-6EE1-4B4C-B27B-C66899872E81}" dt="2026-06-25T23:33:20.376" v="1195" actId="1036"/>
          <ac:picMkLst>
            <pc:docMk/>
            <pc:sldMk cId="0" sldId="308"/>
            <ac:picMk id="70" creationId="{00000000-0000-0000-0000-000000000000}"/>
          </ac:picMkLst>
        </pc:pic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3T16:22:34.648" v="117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6-29T17:39:26.560" v="15" actId="208"/>
        <pc:sldMkLst>
          <pc:docMk/>
          <pc:sldMk cId="0" sldId="258"/>
        </pc:sldMkLst>
        <pc:spChg chg="mod">
          <ac:chgData name="Laura Patricia Galvan Chavez" userId="6b13af50-ce8b-483e-8fc4-f994efaf3289" providerId="ADAL" clId="{655D084B-7DF1-4C24-9447-417D7DC498B8}" dt="2026-06-29T17:39:26.560" v="15" actId="208"/>
          <ac:spMkLst>
            <pc:docMk/>
            <pc:sldMk cId="0" sldId="258"/>
            <ac:spMk id="123" creationId="{00000000-0000-0000-0000-000000000000}"/>
          </ac:spMkLst>
        </pc:spChg>
        <pc:graphicFrameChg chg="mod">
          <ac:chgData name="Laura Patricia Galvan Chavez" userId="6b13af50-ce8b-483e-8fc4-f994efaf3289" providerId="ADAL" clId="{655D084B-7DF1-4C24-9447-417D7DC498B8}" dt="2026-06-29T17:39:17.528" v="13" actId="207"/>
          <ac:graphicFrameMkLst>
            <pc:docMk/>
            <pc:sldMk cId="0" sldId="258"/>
            <ac:graphicFrameMk id="117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00:52:15.114" v="66" actId="1076"/>
        <pc:sldMkLst>
          <pc:docMk/>
          <pc:sldMk cId="0" sldId="260"/>
        </pc:sldMkLst>
        <pc:graphicFrameChg chg="mod modGraphic">
          <ac:chgData name="Laura Patricia Galvan Chavez" userId="6b13af50-ce8b-483e-8fc4-f994efaf3289" providerId="ADAL" clId="{655D084B-7DF1-4C24-9447-417D7DC498B8}" dt="2026-07-03T00:52:15.114" v="66" actId="1076"/>
          <ac:graphicFrameMkLst>
            <pc:docMk/>
            <pc:sldMk cId="0" sldId="260"/>
            <ac:graphicFrameMk id="11" creationId="{00000000-0000-0000-0000-000000000000}"/>
          </ac:graphicFrameMkLst>
        </pc:graphicFrameChg>
        <pc:picChg chg="mod">
          <ac:chgData name="Laura Patricia Galvan Chavez" userId="6b13af50-ce8b-483e-8fc4-f994efaf3289" providerId="ADAL" clId="{655D084B-7DF1-4C24-9447-417D7DC498B8}" dt="2026-07-03T00:52:06.557" v="64" actId="1076"/>
          <ac:picMkLst>
            <pc:docMk/>
            <pc:sldMk cId="0" sldId="260"/>
            <ac:picMk id="10" creationId="{00000000-0000-0000-0000-000000000000}"/>
          </ac:picMkLst>
        </pc:picChg>
      </pc:sldChg>
      <pc:sldChg chg="modSp mod">
        <pc:chgData name="Laura Patricia Galvan Chavez" userId="6b13af50-ce8b-483e-8fc4-f994efaf3289" providerId="ADAL" clId="{655D084B-7DF1-4C24-9447-417D7DC498B8}" dt="2026-07-03T15:54:59.984" v="99" actId="20577"/>
        <pc:sldMkLst>
          <pc:docMk/>
          <pc:sldMk cId="0" sldId="261"/>
        </pc:sldMkLst>
        <pc:graphicFrameChg chg="modGraphic">
          <ac:chgData name="Laura Patricia Galvan Chavez" userId="6b13af50-ce8b-483e-8fc4-f994efaf3289" providerId="ADAL" clId="{655D084B-7DF1-4C24-9447-417D7DC498B8}" dt="2026-07-03T15:54:59.984" v="99" actId="20577"/>
          <ac:graphicFrameMkLst>
            <pc:docMk/>
            <pc:sldMk cId="0" sldId="261"/>
            <ac:graphicFrameMk id="15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7:41:23.432" v="16" actId="1076"/>
        <pc:sldMkLst>
          <pc:docMk/>
          <pc:sldMk cId="0" sldId="262"/>
        </pc:sldMkLst>
        <pc:spChg chg="mod">
          <ac:chgData name="Laura Patricia Galvan Chavez" userId="6b13af50-ce8b-483e-8fc4-f994efaf3289" providerId="ADAL" clId="{655D084B-7DF1-4C24-9447-417D7DC498B8}" dt="2026-06-29T17:41:23.432" v="16" actId="1076"/>
          <ac:spMkLst>
            <pc:docMk/>
            <pc:sldMk cId="0" sldId="262"/>
            <ac:spMk id="1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7:41:31.754" v="17" actId="1076"/>
        <pc:sldMkLst>
          <pc:docMk/>
          <pc:sldMk cId="0" sldId="263"/>
        </pc:sldMkLst>
        <pc:spChg chg="mod">
          <ac:chgData name="Laura Patricia Galvan Chavez" userId="6b13af50-ce8b-483e-8fc4-f994efaf3289" providerId="ADAL" clId="{655D084B-7DF1-4C24-9447-417D7DC498B8}" dt="2026-06-29T17:41:31.754" v="17" actId="1076"/>
          <ac:spMkLst>
            <pc:docMk/>
            <pc:sldMk cId="0" sldId="263"/>
            <ac:spMk id="68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7:42:51.221" v="47" actId="20577"/>
        <pc:sldMkLst>
          <pc:docMk/>
          <pc:sldMk cId="0" sldId="279"/>
        </pc:sldMkLst>
        <pc:graphicFrameChg chg="modGraphic">
          <ac:chgData name="Laura Patricia Galvan Chavez" userId="6b13af50-ce8b-483e-8fc4-f994efaf3289" providerId="ADAL" clId="{655D084B-7DF1-4C24-9447-417D7DC498B8}" dt="2026-06-29T17:42:51.221" v="47" actId="20577"/>
          <ac:graphicFrameMkLst>
            <pc:docMk/>
            <pc:sldMk cId="0" sldId="279"/>
            <ac:graphicFrameMk id="51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6-29T17:42:12.432" v="37" actId="20577"/>
        <pc:sldMkLst>
          <pc:docMk/>
          <pc:sldMk cId="3828482411" sldId="281"/>
        </pc:sldMkLst>
        <pc:spChg chg="mod">
          <ac:chgData name="Laura Patricia Galvan Chavez" userId="6b13af50-ce8b-483e-8fc4-f994efaf3289" providerId="ADAL" clId="{655D084B-7DF1-4C24-9447-417D7DC498B8}" dt="2026-06-29T17:42:12.432" v="37" actId="20577"/>
          <ac:spMkLst>
            <pc:docMk/>
            <pc:sldMk cId="3828482411" sldId="281"/>
            <ac:spMk id="3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9:59:21.955" v="49" actId="1076"/>
        <pc:sldMkLst>
          <pc:docMk/>
          <pc:sldMk cId="3805655920" sldId="288"/>
        </pc:sldMkLst>
        <pc:spChg chg="mod">
          <ac:chgData name="Laura Patricia Galvan Chavez" userId="6b13af50-ce8b-483e-8fc4-f994efaf3289" providerId="ADAL" clId="{655D084B-7DF1-4C24-9447-417D7DC498B8}" dt="2026-06-29T19:59:21.955" v="49" actId="1076"/>
          <ac:spMkLst>
            <pc:docMk/>
            <pc:sldMk cId="3805655920" sldId="288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6:22:34.648" v="117" actId="20577"/>
        <pc:sldMkLst>
          <pc:docMk/>
          <pc:sldMk cId="30077326" sldId="290"/>
        </pc:sldMkLst>
        <pc:graphicFrameChg chg="modGraphic">
          <ac:chgData name="Laura Patricia Galvan Chavez" userId="6b13af50-ce8b-483e-8fc4-f994efaf3289" providerId="ADAL" clId="{655D084B-7DF1-4C24-9447-417D7DC498B8}" dt="2026-07-03T16:22:34.648" v="117" actId="20577"/>
          <ac:graphicFrameMkLst>
            <pc:docMk/>
            <pc:sldMk cId="30077326" sldId="290"/>
            <ac:graphicFrameMk id="20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31:41.006" v="3" actId="1076"/>
          <ac:graphicFrameMkLst>
            <pc:docMk/>
            <pc:sldMk cId="30077326" sldId="290"/>
            <ac:graphicFrameMk id="23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6:09:05.390" v="114" actId="20577"/>
        <pc:sldMkLst>
          <pc:docMk/>
          <pc:sldMk cId="3240565764" sldId="297"/>
        </pc:sldMkLst>
        <pc:spChg chg="mod">
          <ac:chgData name="Laura Patricia Galvan Chavez" userId="6b13af50-ce8b-483e-8fc4-f994efaf3289" providerId="ADAL" clId="{655D084B-7DF1-4C24-9447-417D7DC498B8}" dt="2026-07-03T16:09:05.390" v="114" actId="20577"/>
          <ac:spMkLst>
            <pc:docMk/>
            <pc:sldMk cId="3240565764" sldId="297"/>
            <ac:spMk id="25" creationId="{00000000-0000-0000-0000-000000000000}"/>
          </ac:spMkLst>
        </pc:spChg>
        <pc:graphicFrameChg chg="mod modGraphic">
          <ac:chgData name="Laura Patricia Galvan Chavez" userId="6b13af50-ce8b-483e-8fc4-f994efaf3289" providerId="ADAL" clId="{655D084B-7DF1-4C24-9447-417D7DC498B8}" dt="2026-07-03T16:08:15.113" v="112" actId="20577"/>
          <ac:graphicFrameMkLst>
            <pc:docMk/>
            <pc:sldMk cId="3240565764" sldId="297"/>
            <ac:graphicFrameMk id="22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30:24.751" v="1" actId="1076"/>
          <ac:graphicFrameMkLst>
            <pc:docMk/>
            <pc:sldMk cId="3240565764" sldId="297"/>
            <ac:graphicFrameMk id="23" creationId="{00000000-0000-0000-0000-000000000000}"/>
          </ac:graphicFrameMkLst>
        </pc:graphicFrameChg>
        <pc:graphicFrameChg chg="mod">
          <ac:chgData name="Laura Patricia Galvan Chavez" userId="6b13af50-ce8b-483e-8fc4-f994efaf3289" providerId="ADAL" clId="{655D084B-7DF1-4C24-9447-417D7DC498B8}" dt="2026-06-26T18:30:31.374" v="2" actId="1076"/>
          <ac:graphicFrameMkLst>
            <pc:docMk/>
            <pc:sldMk cId="3240565764" sldId="297"/>
            <ac:graphicFrameMk id="24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5:51:13.027" v="90" actId="20577"/>
        <pc:sldMkLst>
          <pc:docMk/>
          <pc:sldMk cId="0" sldId="301"/>
        </pc:sldMkLst>
        <pc:graphicFrameChg chg="modGraphic">
          <ac:chgData name="Laura Patricia Galvan Chavez" userId="6b13af50-ce8b-483e-8fc4-f994efaf3289" providerId="ADAL" clId="{655D084B-7DF1-4C24-9447-417D7DC498B8}" dt="2026-07-03T15:49:56.817" v="81" actId="20577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modGraphic">
          <ac:chgData name="Laura Patricia Galvan Chavez" userId="6b13af50-ce8b-483e-8fc4-f994efaf3289" providerId="ADAL" clId="{655D084B-7DF1-4C24-9447-417D7DC498B8}" dt="2026-07-03T15:51:13.027" v="90" actId="20577"/>
          <ac:graphicFrameMkLst>
            <pc:docMk/>
            <pc:sldMk cId="0" sldId="301"/>
            <ac:graphicFrameMk id="6" creationId="{00000000-0000-0000-0000-000000000000}"/>
          </ac:graphicFrameMkLst>
        </pc:graphicFrameChg>
      </pc:sldChg>
      <pc:sldChg chg="modSp mod">
        <pc:chgData name="Laura Patricia Galvan Chavez" userId="6b13af50-ce8b-483e-8fc4-f994efaf3289" providerId="ADAL" clId="{655D084B-7DF1-4C24-9447-417D7DC498B8}" dt="2026-07-03T15:57:32.669" v="110" actId="20577"/>
        <pc:sldMkLst>
          <pc:docMk/>
          <pc:sldMk cId="0" sldId="306"/>
        </pc:sldMkLst>
        <pc:spChg chg="mod">
          <ac:chgData name="Laura Patricia Galvan Chavez" userId="6b13af50-ce8b-483e-8fc4-f994efaf3289" providerId="ADAL" clId="{655D084B-7DF1-4C24-9447-417D7DC498B8}" dt="2026-07-03T15:57:32.669" v="110" actId="20577"/>
          <ac:spMkLst>
            <pc:docMk/>
            <pc:sldMk cId="0" sldId="306"/>
            <ac:spMk id="4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6-29T17:42:01.257" v="28" actId="20577"/>
        <pc:sldMkLst>
          <pc:docMk/>
          <pc:sldMk cId="0" sldId="307"/>
        </pc:sldMkLst>
        <pc:spChg chg="mod">
          <ac:chgData name="Laura Patricia Galvan Chavez" userId="6b13af50-ce8b-483e-8fc4-f994efaf3289" providerId="ADAL" clId="{655D084B-7DF1-4C24-9447-417D7DC498B8}" dt="2026-06-29T17:42:01.257" v="28" actId="20577"/>
          <ac:spMkLst>
            <pc:docMk/>
            <pc:sldMk cId="0" sldId="307"/>
            <ac:spMk id="3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3T15:43:56.977" v="75" actId="20577"/>
        <pc:sldMkLst>
          <pc:docMk/>
          <pc:sldMk cId="0" sldId="308"/>
        </pc:sldMkLst>
        <pc:graphicFrameChg chg="mod modGraphic">
          <ac:chgData name="Laura Patricia Galvan Chavez" userId="6b13af50-ce8b-483e-8fc4-f994efaf3289" providerId="ADAL" clId="{655D084B-7DF1-4C24-9447-417D7DC498B8}" dt="2026-07-03T15:43:56.977" v="75" actId="20577"/>
          <ac:graphicFrameMkLst>
            <pc:docMk/>
            <pc:sldMk cId="0" sldId="308"/>
            <ac:graphicFrameMk id="69" creationId="{00000000-0000-0000-0000-000000000000}"/>
          </ac:graphicFrameMkLst>
        </pc:graphicFrameChg>
      </pc:sldChg>
    </pc:docChg>
  </pc:docChgLst>
  <pc:docChgLst>
    <pc:chgData name="Norma Edith Jimenez Hernandez" userId="71858b7e-10a9-4afa-b58c-7b4a6c30cd53" providerId="ADAL" clId="{91141CC3-E5EA-4DD9-AA7B-0F0F2578B8AD}"/>
    <pc:docChg chg="modSld">
      <pc:chgData name="Norma Edith Jimenez Hernandez" userId="71858b7e-10a9-4afa-b58c-7b4a6c30cd53" providerId="ADAL" clId="{91141CC3-E5EA-4DD9-AA7B-0F0F2578B8AD}" dt="2026-06-29T18:28:08.688" v="19" actId="20577"/>
      <pc:docMkLst>
        <pc:docMk/>
      </pc:docMkLst>
      <pc:sldChg chg="modSp mod">
        <pc:chgData name="Norma Edith Jimenez Hernandez" userId="71858b7e-10a9-4afa-b58c-7b4a6c30cd53" providerId="ADAL" clId="{91141CC3-E5EA-4DD9-AA7B-0F0F2578B8AD}" dt="2026-06-29T18:28:08.688" v="19" actId="20577"/>
        <pc:sldMkLst>
          <pc:docMk/>
          <pc:sldMk cId="0" sldId="259"/>
        </pc:sldMkLst>
        <pc:spChg chg="mod">
          <ac:chgData name="Norma Edith Jimenez Hernandez" userId="71858b7e-10a9-4afa-b58c-7b4a6c30cd53" providerId="ADAL" clId="{91141CC3-E5EA-4DD9-AA7B-0F0F2578B8AD}" dt="2026-06-29T18:28:08.688" v="19" actId="20577"/>
          <ac:spMkLst>
            <pc:docMk/>
            <pc:sldMk cId="0" sldId="259"/>
            <ac:spMk id="139" creationId="{00000000-0000-0000-0000-000000000000}"/>
          </ac:spMkLst>
        </pc:spChg>
      </pc:sldChg>
      <pc:sldChg chg="modSp mod">
        <pc:chgData name="Norma Edith Jimenez Hernandez" userId="71858b7e-10a9-4afa-b58c-7b4a6c30cd53" providerId="ADAL" clId="{91141CC3-E5EA-4DD9-AA7B-0F0F2578B8AD}" dt="2026-06-29T18:27:59.604" v="14" actId="20577"/>
        <pc:sldMkLst>
          <pc:docMk/>
          <pc:sldMk cId="0" sldId="260"/>
        </pc:sldMkLst>
        <pc:spChg chg="mod">
          <ac:chgData name="Norma Edith Jimenez Hernandez" userId="71858b7e-10a9-4afa-b58c-7b4a6c30cd53" providerId="ADAL" clId="{91141CC3-E5EA-4DD9-AA7B-0F0F2578B8AD}" dt="2026-06-29T18:27:59.604" v="14" actId="20577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Norma Edith Jimenez Hernandez" userId="71858b7e-10a9-4afa-b58c-7b4a6c30cd53" providerId="ADAL" clId="{91141CC3-E5EA-4DD9-AA7B-0F0F2578B8AD}" dt="2026-06-29T18:27:23.189" v="4" actId="20577"/>
        <pc:sldMkLst>
          <pc:docMk/>
          <pc:sldMk cId="0" sldId="261"/>
        </pc:sldMkLst>
        <pc:spChg chg="mod">
          <ac:chgData name="Norma Edith Jimenez Hernandez" userId="71858b7e-10a9-4afa-b58c-7b4a6c30cd53" providerId="ADAL" clId="{91141CC3-E5EA-4DD9-AA7B-0F0F2578B8AD}" dt="2026-06-29T18:27:23.189" v="4" actId="20577"/>
          <ac:spMkLst>
            <pc:docMk/>
            <pc:sldMk cId="0" sldId="261"/>
            <ac:spMk id="156" creationId="{00000000-0000-0000-0000-000000000000}"/>
          </ac:spMkLst>
        </pc:spChg>
      </pc:sldChg>
      <pc:sldChg chg="modSp mod">
        <pc:chgData name="Norma Edith Jimenez Hernandez" userId="71858b7e-10a9-4afa-b58c-7b4a6c30cd53" providerId="ADAL" clId="{91141CC3-E5EA-4DD9-AA7B-0F0F2578B8AD}" dt="2026-06-29T18:27:36.727" v="9" actId="20577"/>
        <pc:sldMkLst>
          <pc:docMk/>
          <pc:sldMk cId="0" sldId="301"/>
        </pc:sldMkLst>
        <pc:spChg chg="mod">
          <ac:chgData name="Norma Edith Jimenez Hernandez" userId="71858b7e-10a9-4afa-b58c-7b4a6c30cd53" providerId="ADAL" clId="{91141CC3-E5EA-4DD9-AA7B-0F0F2578B8AD}" dt="2026-06-29T18:27:36.727" v="9" actId="20577"/>
          <ac:spMkLst>
            <pc:docMk/>
            <pc:sldMk cId="0" sldId="301"/>
            <ac:spMk id="7" creationId="{00000000-0000-0000-0000-000000000000}"/>
          </ac:spMkLst>
        </pc:spChg>
      </pc:sldChg>
    </pc:docChg>
  </pc:docChgLst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4:10.603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4:10.603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4:10.603" v="2" actId="22"/>
          <ac:spMkLst>
            <pc:docMk/>
            <pc:sldMk cId="748044913" sldId="287"/>
            <ac:spMk id="10" creationId="{2103032E-4155-C1BB-59F2-2F3B8BAFF2BC}"/>
          </ac:spMkLst>
        </pc:spChg>
        <pc:spChg chg="add">
          <ac:chgData name="Rohan Myron Oprisko" userId="a7c52ab4-f8b1-4d15-aaf6-6388cc510347" providerId="ADAL" clId="{97C26823-81C0-4343-94EC-E87AB1317939}" dt="2026-06-24T15:54:10.603" v="2" actId="22"/>
          <ac:spMkLst>
            <pc:docMk/>
            <pc:sldMk cId="748044913" sldId="287"/>
            <ac:spMk id="12" creationId="{4E460797-EDD7-B534-0861-6A151B982F1A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0878-47C5-B0A7-F0C3DEE8D3BF}"/>
              </c:ext>
            </c:extLst>
          </c:dPt>
          <c:dPt>
            <c:idx val="1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0878-47C5-B0A7-F0C3DEE8D3BF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0878-47C5-B0A7-F0C3DEE8D3BF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0878-47C5-B0A7-F0C3DEE8D3BF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0878-47C5-B0A7-F0C3DEE8D3BF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2608964</c:v>
                </c:pt>
                <c:pt idx="1">
                  <c:v>208368</c:v>
                </c:pt>
                <c:pt idx="2">
                  <c:v>349885</c:v>
                </c:pt>
                <c:pt idx="3">
                  <c:v>908352</c:v>
                </c:pt>
                <c:pt idx="4">
                  <c:v>11737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78-47C5-B0A7-F0C3DEE8D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B80-4CC3-AAC8-97FDE3F03D9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B80-4CC3-AAC8-97FDE3F03D9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39.336608766842637</c:v>
                </c:pt>
                <c:pt idx="1">
                  <c:v>60.663391233157363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B80-4CC3-AAC8-97FDE3F03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E8D-41D3-B3F9-AE43B672BBE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E8D-41D3-B3F9-AE43B672BBE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12.6498836108</c:v>
                </c:pt>
                <c:pt idx="1">
                  <c:v>87.350116389199997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8D-41D3-B3F9-AE43B672B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9D1-4FB9-A373-B7A6553A9CB3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9D1-4FB9-A373-B7A6553A9CB3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38.751180422008034</c:v>
                </c:pt>
                <c:pt idx="1">
                  <c:v>61.248819577991966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9D1-4FB9-A373-B7A6553A9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677-4AB7-AD2F-70341CB1C729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677-4AB7-AD2F-70341CB1C729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32.811098151803336</c:v>
                </c:pt>
                <c:pt idx="1">
                  <c:v>67.188901848196664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77-4AB7-AD2F-70341CB1C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2716-4850-B3DA-C0E9ACBD1F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</c:v>
                </c:pt>
                <c:pt idx="1">
                  <c:v>221</c:v>
                </c:pt>
                <c:pt idx="2">
                  <c:v>215</c:v>
                </c:pt>
                <c:pt idx="3">
                  <c:v>237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716-4850-B3DA-C0E9ACBD1F0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20740</c:v>
                </c:pt>
                <c:pt idx="1">
                  <c:v>481993</c:v>
                </c:pt>
                <c:pt idx="2">
                  <c:v>125207</c:v>
                </c:pt>
                <c:pt idx="3">
                  <c:v>46741</c:v>
                </c:pt>
                <c:pt idx="4">
                  <c:v>5302</c:v>
                </c:pt>
                <c:pt idx="5">
                  <c:v>163784</c:v>
                </c:pt>
                <c:pt idx="6">
                  <c:v>50121</c:v>
                </c:pt>
                <c:pt idx="7">
                  <c:v>65423</c:v>
                </c:pt>
                <c:pt idx="8">
                  <c:v>10445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350-419D-BAA8-B974397E36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de la Transformación</c:v>
                </c:pt>
                <c:pt idx="2">
                  <c:v>Servicios para Empresas, Personas y el Hogar</c:v>
                </c:pt>
                <c:pt idx="3">
                  <c:v>Industria de la Construcción</c:v>
                </c:pt>
                <c:pt idx="4">
                  <c:v>Ind Eléctrica y Captación y Suministro de Agua Potable</c:v>
                </c:pt>
                <c:pt idx="5">
                  <c:v>Comercio</c:v>
                </c:pt>
                <c:pt idx="6">
                  <c:v>Transportes y Comunicaciones</c:v>
                </c:pt>
                <c:pt idx="7">
                  <c:v>Servicios Sociales y Comunales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20113</c:v>
                </c:pt>
                <c:pt idx="1">
                  <c:v>469788</c:v>
                </c:pt>
                <c:pt idx="2">
                  <c:v>124985</c:v>
                </c:pt>
                <c:pt idx="3">
                  <c:v>46939</c:v>
                </c:pt>
                <c:pt idx="4">
                  <c:v>5379</c:v>
                </c:pt>
                <c:pt idx="5">
                  <c:v>166897</c:v>
                </c:pt>
                <c:pt idx="6">
                  <c:v>51247</c:v>
                </c:pt>
                <c:pt idx="7">
                  <c:v>67223</c:v>
                </c:pt>
                <c:pt idx="8">
                  <c:v>11060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350-419D-BAA8-B974397E36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878741</c:v>
                </c:pt>
                <c:pt idx="1">
                  <c:v>898444</c:v>
                </c:pt>
                <c:pt idx="2">
                  <c:v>870848</c:v>
                </c:pt>
                <c:pt idx="3">
                  <c:v>928687</c:v>
                </c:pt>
                <c:pt idx="4">
                  <c:v>958691</c:v>
                </c:pt>
                <c:pt idx="5">
                  <c:v>988994</c:v>
                </c:pt>
                <c:pt idx="6">
                  <c:v>984272</c:v>
                </c:pt>
                <c:pt idx="7">
                  <c:v>969756</c:v>
                </c:pt>
                <c:pt idx="8">
                  <c:v>963631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959-477D-A58C-E25E6FE23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hart" Target="../charts/chart1.xm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chart" Target="../charts/chart6.xml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Chihuahua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</a:t>
            </a:r>
            <a:r>
              <a:rPr lang="es-MX"/>
              <a:t>l</a:t>
            </a:r>
            <a:r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0" y="571500"/>
            <a:ext cx="7772400" cy="132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200" b="1">
                <a:solidFill>
                  <a:srgbClr val="035B35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Dr. Julio Mercado Castruita</a:t>
            </a:r>
            <a:r>
              <a:rPr lang="es" sz="1300" b="1">
                <a:solidFill>
                  <a:srgbClr val="035B3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 b="1">
              <a:solidFill>
                <a:srgbClr val="035B3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Especialidad en Medicina Familiar y Gestión Directiva</a:t>
            </a:r>
            <a:endParaRPr sz="11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22860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" sz="1100">
                <a:latin typeface="Noto Sans"/>
                <a:ea typeface="Noto Sans"/>
                <a:cs typeface="Noto Sans"/>
                <a:sym typeface="Noto Sans"/>
              </a:rPr>
              <a:t>Licenciatura en Médico Cirujano y Partero</a:t>
            </a:r>
            <a:endParaRPr>
              <a:latin typeface="Noto Sans"/>
              <a:ea typeface="Noto Sans"/>
              <a:cs typeface="Noto Sans"/>
              <a:sym typeface="Noto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035B35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            Inicio en el cargo: 16 de Abril 2026</a:t>
            </a:r>
            <a:endParaRPr sz="1300">
              <a:solidFill>
                <a:srgbClr val="035B35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51500" y="23525"/>
            <a:ext cx="66711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CHIHUAHUA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772" y="609925"/>
            <a:ext cx="1279872" cy="12119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" name="Google Shape;69;p15"/>
          <p:cNvGraphicFramePr/>
          <p:nvPr>
            <p:extLst>
              <p:ext uri="{D42A27DB-BD31-4B8C-83A1-F6EECF244321}">
                <p14:modId xmlns:p14="http://schemas.microsoft.com/office/powerpoint/2010/main" val="2760088485"/>
              </p:ext>
            </p:extLst>
          </p:nvPr>
        </p:nvGraphicFramePr>
        <p:xfrm>
          <a:off x="417700" y="2108635"/>
          <a:ext cx="6155250" cy="63108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Héctor Manuel Payan Valdéz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Urgenciólogo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Educación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de diciembre 2025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Doc. Beatriz Villasana Luna</a:t>
                      </a:r>
                      <a:endParaRPr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Doctorado en Derecho y Ciencias Jurídicas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de abril 2024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Jorge Oscar Carrillo Ronquillo</a:t>
                      </a:r>
                      <a:endParaRPr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Contaduría Pública, y Derecho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Impuestos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junio 2020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Eduardo Humberto Palma Rivera 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Administración de Empresas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noviembre 2020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 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Graciela Salas Alvídrez 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Maestría en Administración de Instituciones de Salud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02 de septiembre 2020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LAF. Santa Mónica Murillo Beltrán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enciatura en Administración Financiera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09 de junio 2025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Yan Jorge Vargas Serrano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Derecho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</a:t>
                      </a: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nicio en el cargo: 01 de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abril 2021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</a:t>
                      </a:r>
                      <a:r>
                        <a:rPr lang="es" sz="100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VII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Enf. Jorge Arturo Herrera Navarro </a:t>
                      </a:r>
                      <a:endParaRPr sz="1000" b="1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Licenciatura en Enfermería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cargo:01 de agosto 2024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2950" y="2114715"/>
            <a:ext cx="850800" cy="64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09550" y="102555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629303" y="4698548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</a:t>
            </a:r>
            <a:r>
              <a:rPr err="1"/>
              <a:t>proyección</a:t>
            </a:r>
            <a:r>
              <a:t> a </a:t>
            </a:r>
            <a:r>
              <a:rPr err="1"/>
              <a:t>enero</a:t>
            </a:r>
            <a:r>
              <a:t>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60662"/>
              </p:ext>
            </p:extLst>
          </p:nvPr>
        </p:nvGraphicFramePr>
        <p:xfrm>
          <a:off x="2576476" y="1368374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665477" y="3036038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2,608,964</a:t>
            </a:r>
            <a:br>
              <a:rPr/>
            </a:br>
            <a:r>
              <a:t>64%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438" y="304874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730859" y="3262949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54080" y="3775723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208,368</a:t>
            </a:r>
            <a:br>
              <a:rPr/>
            </a:br>
            <a:r>
              <a:t>5%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3657" y="371115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2650042" y="3871576"/>
            <a:ext cx="122400" cy="122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84055" y="244912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349,885</a:t>
            </a:r>
            <a:br/>
            <a:r>
              <a:t>9%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229" y="2719123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478493" y="2987549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69175" y="132082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908,352</a:t>
            </a:r>
            <a:br>
              <a:rPr/>
            </a:br>
            <a:r>
              <a:t>22%</a:t>
            </a:r>
          </a:p>
        </p:txBody>
      </p:sp>
      <p:pic>
        <p:nvPicPr>
          <p:cNvPr id="128" name="Picture 127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8100" y="1271100"/>
            <a:ext cx="1124842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3171225" y="1415324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847169" y="106072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rPr err="1"/>
              <a:t>Otros</a:t>
            </a:r>
            <a:br>
              <a:rPr/>
            </a:br>
            <a:r>
              <a:t>11,737</a:t>
            </a:r>
            <a:br>
              <a:rPr/>
            </a:br>
            <a:r>
              <a:t>0.29%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4300" y="113985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4457100" y="127785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362026" y="2598749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>
              <a:rPr/>
            </a:br>
            <a:r>
              <a:rPr err="1"/>
              <a:t>estatal</a:t>
            </a:r>
            <a:br>
              <a:rPr/>
            </a:br>
            <a:r>
              <a:t>4,087,306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2,410,625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2,608,964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1,327,036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1,553,403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882,868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963,631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290,941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221,836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243,338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209,515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230,350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11,818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1,083,589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1,055,561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353,645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376,935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565,585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484,718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2,203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1,981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16,517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21,562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8_chi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202881"/>
              </p:ext>
            </p:extLst>
          </p:nvPr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49</a:t>
                      </a:r>
                      <a:r>
                        <a:rPr sz="700" dirty="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  <a:r>
                        <a:rPr lang="es-MX" sz="1000">
                          <a:latin typeface="Montserrat"/>
                        </a:rPr>
                        <a:t>33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  <a:r>
                        <a:rPr lang="es-MX" sz="1000">
                          <a:latin typeface="Montserrat"/>
                        </a:rPr>
                        <a:t>23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</a:t>
                      </a:r>
                      <a:r>
                        <a:rPr lang="es-MX" sz="1000">
                          <a:latin typeface="Montserrat"/>
                        </a:rPr>
                        <a:t>1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</a:t>
                      </a:r>
                      <a:r>
                        <a:rPr lang="es-MX" sz="1000">
                          <a:latin typeface="Montserrat"/>
                        </a:rPr>
                        <a:t>837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731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>
                          <a:latin typeface="Montserrat"/>
                        </a:rPr>
                        <a:t>60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  <a:r>
                        <a:rPr lang="es-MX" sz="1000">
                          <a:latin typeface="Montserrat"/>
                        </a:rPr>
                        <a:t>65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</a:t>
                      </a:r>
                      <a:r>
                        <a:rPr lang="es-MX" sz="1000">
                          <a:latin typeface="Montserrat"/>
                        </a:rPr>
                        <a:t>857</a:t>
                      </a:r>
                      <a:endParaRPr sz="100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sz="1000" dirty="0">
                          <a:latin typeface="Montserrat"/>
                        </a:rPr>
                        <a:t>854</a:t>
                      </a:r>
                      <a:endParaRPr sz="1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76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57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765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41 UMF, 7 UMFH, 1 UMF-UMAA y no incluye 3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13;g3d0b4d3c5c9_3_23">
            <a:extLst>
              <a:ext uri="{FF2B5EF4-FFF2-40B4-BE49-F238E27FC236}">
                <a16:creationId xmlns:a16="http://schemas.microsoft.com/office/drawing/2014/main" id="{A1A1B842-50CF-1146-293A-50F4064FBD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74"/>
          <a:stretch/>
        </p:blipFill>
        <p:spPr>
          <a:xfrm>
            <a:off x="225008" y="2222280"/>
            <a:ext cx="3095199" cy="24119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15;g3d0b4d3c5c9_3_23">
            <a:extLst>
              <a:ext uri="{FF2B5EF4-FFF2-40B4-BE49-F238E27FC236}">
                <a16:creationId xmlns:a16="http://schemas.microsoft.com/office/drawing/2014/main" id="{8C85F6D6-5C4D-180D-3897-04C032224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264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Regional No. 1, Ciudad de Chihuahua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38723EF1-3FE6-9B3D-B4ED-4B81B38CA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536" y="1927844"/>
            <a:ext cx="3671473" cy="2700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hih_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600" y="4816345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553228"/>
              </p:ext>
            </p:extLst>
          </p:nvPr>
        </p:nvGraphicFramePr>
        <p:xfrm>
          <a:off x="56628" y="5704295"/>
          <a:ext cx="7650000" cy="280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2603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Consultorios</a:t>
                      </a:r>
                      <a:r>
                        <a:t> de </a:t>
                      </a:r>
                      <a:r>
                        <a:rPr err="1"/>
                        <a:t>especialidades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1958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2009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18454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94774"/>
              </p:ext>
            </p:extLst>
          </p:nvPr>
        </p:nvGraphicFramePr>
        <p:xfrm>
          <a:off x="75600" y="1603766"/>
          <a:ext cx="7650000" cy="9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264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lang="es-MX" dirty="0"/>
                        <a:t>09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</a:t>
                      </a:r>
                      <a:r>
                        <a:rPr lang="es-MX" dirty="0"/>
                        <a:t>772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5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253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532879"/>
              </p:ext>
            </p:extLst>
          </p:nvPr>
        </p:nvGraphicFramePr>
        <p:xfrm>
          <a:off x="75600" y="2654966"/>
          <a:ext cx="7650000" cy="165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658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Valle de Ignacio Allende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Juanito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Guachochi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  <a:r>
                        <a:rPr lang="es-MX" dirty="0"/>
                        <a:t>3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1,</a:t>
                      </a:r>
                      <a:r>
                        <a:rPr lang="es-MX" dirty="0"/>
                        <a:t>865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  <a:r>
                        <a:rPr lang="es-MX" dirty="0"/>
                        <a:t>8</a:t>
                      </a:r>
                      <a:endParaRPr dirty="0"/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269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</a:t>
            </a:r>
            <a:r>
              <a:rPr err="1"/>
              <a:t>quirófano</a:t>
            </a:r>
            <a:r>
              <a:t>, salas </a:t>
            </a:r>
            <a:r>
              <a:rPr err="1"/>
              <a:t>híbridas</a:t>
            </a:r>
            <a:r>
              <a:t> y salas </a:t>
            </a:r>
            <a:r>
              <a:rPr err="1"/>
              <a:t>mixtas</a:t>
            </a:r>
            <a:r>
              <a:t>, no </a:t>
            </a:r>
            <a:r>
              <a:rPr err="1"/>
              <a:t>considera</a:t>
            </a:r>
            <a:r>
              <a:t> salas de </a:t>
            </a:r>
            <a:r>
              <a:rPr err="1"/>
              <a:t>tococirugía</a:t>
            </a:r>
            <a:r>
              <a:t> y </a:t>
            </a:r>
            <a:r>
              <a:rPr err="1"/>
              <a:t>expulsión</a:t>
            </a:r>
            <a:r>
              <a:t>.</a:t>
            </a:r>
            <a:br>
              <a:rPr/>
            </a:br>
            <a:r>
              <a:t>Fuente: Cédula de </a:t>
            </a:r>
            <a:r>
              <a:rPr err="1"/>
              <a:t>actualización</a:t>
            </a:r>
            <a:r>
              <a:t> de variables </a:t>
            </a:r>
            <a:r>
              <a:rPr err="1"/>
              <a:t>seleccionados</a:t>
            </a:r>
            <a:r>
              <a:t> del IFU </a:t>
            </a:r>
            <a:r>
              <a:rPr err="1"/>
              <a:t>enviados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el</a:t>
            </a:r>
            <a:r>
              <a:t> OOAD.</a:t>
            </a:r>
            <a:br>
              <a:rPr/>
            </a:br>
            <a:r>
              <a:t>Corte de </a:t>
            </a:r>
            <a:r>
              <a:rPr err="1"/>
              <a:t>Información</a:t>
            </a:r>
            <a:r>
              <a:t>: ma</a:t>
            </a:r>
            <a:r>
              <a:rPr lang="es-MX"/>
              <a:t>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6801806-04D5-DB7D-249E-EE4FCC2C3168}"/>
              </a:ext>
            </a:extLst>
          </p:cNvPr>
          <p:cNvGrpSpPr/>
          <p:nvPr/>
        </p:nvGrpSpPr>
        <p:grpSpPr>
          <a:xfrm>
            <a:off x="0" y="4978302"/>
            <a:ext cx="7772400" cy="3825999"/>
            <a:chOff x="0" y="5475604"/>
            <a:chExt cx="7772400" cy="3825999"/>
          </a:xfrm>
        </p:grpSpPr>
        <p:sp>
          <p:nvSpPr>
            <p:cNvPr id="10" name="Google Shape;94;g3d62d805bc0_1_54">
              <a:extLst>
                <a:ext uri="{FF2B5EF4-FFF2-40B4-BE49-F238E27FC236}">
                  <a16:creationId xmlns:a16="http://schemas.microsoft.com/office/drawing/2014/main" id="{61D6BC34-CD9F-D027-17EF-FDD58E61336C}"/>
                </a:ext>
              </a:extLst>
            </p:cNvPr>
            <p:cNvSpPr txBox="1"/>
            <p:nvPr/>
          </p:nvSpPr>
          <p:spPr>
            <a:xfrm>
              <a:off x="0" y="5475604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</a:t>
              </a:r>
              <a:endParaRPr sz="23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11" name="Google Shape;100;g3d62d805bc0_1_54">
              <a:extLst>
                <a:ext uri="{FF2B5EF4-FFF2-40B4-BE49-F238E27FC236}">
                  <a16:creationId xmlns:a16="http://schemas.microsoft.com/office/drawing/2014/main" id="{13A47E25-1859-F165-25D0-E50DC258F05C}"/>
                </a:ext>
              </a:extLst>
            </p:cNvPr>
            <p:cNvGrpSpPr/>
            <p:nvPr/>
          </p:nvGrpSpPr>
          <p:grpSpPr>
            <a:xfrm>
              <a:off x="667124" y="7507681"/>
              <a:ext cx="2565600" cy="874090"/>
              <a:chOff x="5174274" y="7426607"/>
              <a:chExt cx="2565600" cy="874090"/>
            </a:xfrm>
          </p:grpSpPr>
          <p:sp>
            <p:nvSpPr>
              <p:cNvPr id="12" name="Google Shape;101;g3d62d805bc0_1_54">
                <a:extLst>
                  <a:ext uri="{FF2B5EF4-FFF2-40B4-BE49-F238E27FC236}">
                    <a16:creationId xmlns:a16="http://schemas.microsoft.com/office/drawing/2014/main" id="{CF621237-94DA-9638-894A-B1EDE48DD44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3" name="Google Shape;102;g3d62d805bc0_1_54">
                <a:extLst>
                  <a:ext uri="{FF2B5EF4-FFF2-40B4-BE49-F238E27FC236}">
                    <a16:creationId xmlns:a16="http://schemas.microsoft.com/office/drawing/2014/main" id="{67DE6BC0-A8D5-D3DD-CF7E-B0408B8615E3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03;g3d62d805bc0_1_54">
                <a:extLst>
                  <a:ext uri="{FF2B5EF4-FFF2-40B4-BE49-F238E27FC236}">
                    <a16:creationId xmlns:a16="http://schemas.microsoft.com/office/drawing/2014/main" id="{E1DA41CE-8D3D-844C-BB98-3C7DCFC18388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HGS 22 N. Casas Grandes</a:t>
                </a: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 </a:t>
                </a:r>
                <a:r>
                  <a:rPr lang="es" sz="1300" b="1">
                    <a:solidFill>
                      <a:srgbClr val="595959"/>
                    </a:solidFill>
                    <a:latin typeface="Montserrat"/>
                    <a:ea typeface="Noto Sans"/>
                    <a:cs typeface="Noto Sans"/>
                    <a:sym typeface="Montserrat"/>
                  </a:rPr>
                  <a:t>$4.3 mdp</a:t>
                </a:r>
                <a:endParaRPr sz="1050" b="1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5" name="Google Shape;104;g3d62d805bc0_1_54">
              <a:extLst>
                <a:ext uri="{FF2B5EF4-FFF2-40B4-BE49-F238E27FC236}">
                  <a16:creationId xmlns:a16="http://schemas.microsoft.com/office/drawing/2014/main" id="{CAF9AC8D-550C-3F1E-D1CC-29A09CEFBCB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4800" y="6108544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108;g3d62d805bc0_1_54">
              <a:extLst>
                <a:ext uri="{FF2B5EF4-FFF2-40B4-BE49-F238E27FC236}">
                  <a16:creationId xmlns:a16="http://schemas.microsoft.com/office/drawing/2014/main" id="{4C0047BB-4B72-1298-E2D6-CF5E146480B7}"/>
                </a:ext>
              </a:extLst>
            </p:cNvPr>
            <p:cNvSpPr txBox="1"/>
            <p:nvPr/>
          </p:nvSpPr>
          <p:spPr>
            <a:xfrm>
              <a:off x="4032400" y="7972487"/>
              <a:ext cx="28158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HGZ-UMAA 35 Ciudad Juárez 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6 Ciudad Juárez</a:t>
              </a:r>
              <a:endParaRPr sz="13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Chihuahua 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595959"/>
                  </a:solidFill>
                  <a:latin typeface="Montserrat"/>
                  <a:ea typeface="Noto Sans"/>
                  <a:cs typeface="Noto Sans"/>
                  <a:sym typeface="Montserrat"/>
                </a:rPr>
                <a:t>$89.0 mdp</a:t>
              </a:r>
              <a:endParaRPr b="1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7" name="Google Shape;109;g3d62d805bc0_1_54">
              <a:extLst>
                <a:ext uri="{FF2B5EF4-FFF2-40B4-BE49-F238E27FC236}">
                  <a16:creationId xmlns:a16="http://schemas.microsoft.com/office/drawing/2014/main" id="{4E97A452-84C3-86E0-95F5-7262A1B230B6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32400" y="6108540"/>
              <a:ext cx="2382553" cy="149459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83;g37263673d04_0_31">
              <a:extLst>
                <a:ext uri="{FF2B5EF4-FFF2-40B4-BE49-F238E27FC236}">
                  <a16:creationId xmlns:a16="http://schemas.microsoft.com/office/drawing/2014/main" id="{1E7C333B-B3F5-B9C8-77FB-317D818DB9CF}"/>
                </a:ext>
              </a:extLst>
            </p:cNvPr>
            <p:cNvSpPr/>
            <p:nvPr/>
          </p:nvSpPr>
          <p:spPr>
            <a:xfrm>
              <a:off x="4085476" y="7603127"/>
              <a:ext cx="454200" cy="3810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9" name="Google Shape;84;g37263673d04_0_31">
              <a:extLst>
                <a:ext uri="{FF2B5EF4-FFF2-40B4-BE49-F238E27FC236}">
                  <a16:creationId xmlns:a16="http://schemas.microsoft.com/office/drawing/2014/main" id="{BD2CD5DF-FC6B-293A-A0B4-6F4BAC4797AB}"/>
                </a:ext>
              </a:extLst>
            </p:cNvPr>
            <p:cNvSpPr/>
            <p:nvPr/>
          </p:nvSpPr>
          <p:spPr>
            <a:xfrm>
              <a:off x="4539677" y="7603134"/>
              <a:ext cx="1875275" cy="3810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363937"/>
              </p:ext>
            </p:extLst>
          </p:nvPr>
        </p:nvGraphicFramePr>
        <p:xfrm>
          <a:off x="93600" y="1180800"/>
          <a:ext cx="753479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  <a:r>
                        <a:rPr lang="es-MX"/>
                        <a:t>.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</a:t>
                      </a:r>
                      <a:r>
                        <a:rPr err="1"/>
                        <a:t>Anáhuac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lang="es-MX"/>
                        <a:t>0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2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7</a:t>
                      </a: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/>
                        <a:t>6</a:t>
                      </a: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05199" y="96696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06799" y="9568800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 err="1"/>
              <a:t>Proyectos</a:t>
            </a:r>
            <a:r>
              <a:t> de </a:t>
            </a:r>
            <a:r>
              <a:rPr lang="es-MX" err="1"/>
              <a:t>implementación</a:t>
            </a:r>
            <a:r>
              <a:t>/</a:t>
            </a:r>
            <a:r>
              <a:rPr lang="es-MX" err="1"/>
              <a:t>sustitución</a:t>
            </a:r>
            <a:r>
              <a:t> 2019-2025. </a:t>
            </a:r>
            <a:r>
              <a:rPr lang="es-MX" err="1"/>
              <a:t>Incluye</a:t>
            </a:r>
            <a:r>
              <a:t> </a:t>
            </a:r>
            <a:r>
              <a:rPr lang="es-MX" err="1"/>
              <a:t>equipo</a:t>
            </a:r>
            <a:r>
              <a:t> de la </a:t>
            </a:r>
            <a:r>
              <a:rPr lang="es-MX" err="1"/>
              <a:t>compra</a:t>
            </a:r>
            <a:r>
              <a:t> 2025-2026.</a:t>
            </a:r>
            <a:br/>
            <a:r>
              <a:t>Fuente: Cédula de </a:t>
            </a:r>
            <a:r>
              <a:rPr lang="es-MX" err="1"/>
              <a:t>actualización</a:t>
            </a:r>
            <a:r>
              <a:t> de variables </a:t>
            </a:r>
            <a:r>
              <a:rPr lang="es-MX" err="1"/>
              <a:t>seleccionadas</a:t>
            </a:r>
            <a:r>
              <a:t> del IFU, </a:t>
            </a:r>
            <a:r>
              <a:rPr lang="es-MX" err="1"/>
              <a:t>enviadas</a:t>
            </a:r>
            <a:r>
              <a:t> </a:t>
            </a:r>
            <a:r>
              <a:rPr lang="es-MX" err="1"/>
              <a:t>por</a:t>
            </a:r>
            <a:r>
              <a:t> </a:t>
            </a:r>
            <a:r>
              <a:rPr lang="es-MX" err="1"/>
              <a:t>el</a:t>
            </a:r>
            <a:r>
              <a:t> OOAD.</a:t>
            </a:r>
            <a:br/>
            <a:r>
              <a:t>Corte de </a:t>
            </a:r>
            <a:r>
              <a:rPr lang="es-MX" err="1"/>
              <a:t>información</a:t>
            </a:r>
            <a:r>
              <a:t>: </a:t>
            </a:r>
            <a:r>
              <a:rPr lang="es-MX"/>
              <a:t>mayo</a:t>
            </a:r>
            <a:r>
              <a:t> de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707867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E2F0E3D-BEF9-5D7C-50CF-8410364E3E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BA858E8-10EE-83C5-5667-B238EDF5396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517F0A0-EE20-A072-C1B8-08D3405516C3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4E17AF4-4BE0-0E28-3514-CCDE0668D501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69761A77-FB91-AB72-771F-A0E01F4E75E8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2103032E-4155-C1BB-59F2-2F3B8BAFF2BC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4E460797-EDD7-B534-0861-6A151B982F1A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+10,257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+199,225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+224,588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82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3,971,140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199,225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1,824,574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4,246,960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1,054,141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224,588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506,786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1,307,795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56,718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10,257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29,257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89,168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39155"/>
              </p:ext>
            </p:extLst>
          </p:nvPr>
        </p:nvGraphicFramePr>
        <p:xfrm>
          <a:off x="151200" y="1692000"/>
          <a:ext cx="7473599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Rosales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Meoqui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40,207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20,220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Aldama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Lázaro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14,959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Saucillo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C. Jiménez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21,571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24,837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58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15,940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25 Naica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28 Fco. Portillo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12,190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E. Creel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31 La Junta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20,729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30 Ojinaga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7 Mesa Huracán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155,266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69,757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37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Casas Grandes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Ricardo 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Gómez Farias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16,237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Gpe Distrito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El Molino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Rodrigo M. Quevedo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V. Ahumada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267,502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124,063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Sta. Barbara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Valle Buenaventura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3,911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132,479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325,728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S. Fco. del Oro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57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229,792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9,869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108,383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61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77,857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35,142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62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71,270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34,207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63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29,558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C. Madera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N. Casas Grandes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79,176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1,683,797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88,295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780,303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1,983,656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192804"/>
              </p:ext>
            </p:extLst>
          </p:nvPr>
        </p:nvGraphicFramePr>
        <p:xfrm>
          <a:off x="4876050" y="8069939"/>
          <a:ext cx="1515225" cy="13773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90325" y="8567490"/>
            <a:ext cx="17047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F2241"/>
                </a:solidFill>
                <a:latin typeface="Montserrat"/>
              </a:rPr>
              <a:t>39.3%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2700" y="9237599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8308800"/>
            <a:ext cx="2854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rPr sz="3200"/>
              <a:t>1,983,656 </a:t>
            </a:r>
            <a:br>
              <a:rPr sz="3200"/>
            </a:br>
            <a:r>
              <a:rPr sz="3200"/>
              <a:t>Meta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adroTexto 57">
            <a:extLst>
              <a:ext uri="{FF2B5EF4-FFF2-40B4-BE49-F238E27FC236}">
                <a16:creationId xmlns:a16="http://schemas.microsoft.com/office/drawing/2014/main" id="{47855840-4C7E-3868-D06F-1D879F461D67}"/>
              </a:ext>
            </a:extLst>
          </p:cNvPr>
          <p:cNvSpPr txBox="1"/>
          <p:nvPr/>
        </p:nvSpPr>
        <p:spPr>
          <a:xfrm>
            <a:off x="4012518" y="54654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/>
              <a:t>Sin unidades médicas propuestas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49 Unidades de Medicina Familiar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12 Unidades Médicas de tiempo completo (54 consultorios)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999" y="1720608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(233,023 consultas)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66414"/>
              </p:ext>
            </p:extLst>
          </p:nvPr>
        </p:nvGraphicFramePr>
        <p:xfrm>
          <a:off x="151200" y="2080608"/>
          <a:ext cx="74735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21 C. Camargo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26,742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Ávalos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144,079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65,537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33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394,973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17,422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180,074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Chihuahua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274,782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125,372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Nombre de Dios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142,214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64,099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56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91,801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8,974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44,586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Delicias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39,426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80,038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36,835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67 Cd.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137,420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63,099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65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150,329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68,479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Chihuahua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131,980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12,328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63,434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Cd.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154,274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6,219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66,170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1,842,096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89,515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843,853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1,822,712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46.3%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385200" y="60372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8962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529519"/>
              </p:ext>
            </p:extLst>
          </p:nvPr>
        </p:nvGraphicFramePr>
        <p:xfrm>
          <a:off x="144000" y="1622336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39,941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49,640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40,123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21,605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33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15,668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146,207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-11,818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77,648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116,267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124,830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40,350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7,397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112,956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275,940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126,403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-4,114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55,267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137,970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146,075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130,504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87,370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30,357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105,485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9,223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3,747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1,054,141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224,588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506,786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1,307,795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6246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69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38.8%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7866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6246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1,307,795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30761029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406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16 Cd. Cuauhtémoc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3,361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11 Cd. Delicias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5,436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33 Chihuahua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6,264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23 Hidalgo Parral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 Cd. Juárez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HGZ-UMAA 35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-404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66 Cd. Juárez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17,568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22 N. Casas Grandes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17 Anáhuac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56,718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10,257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29,257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89,168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5889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66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7509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5889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89,168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171 en Hospitales, 1 en sede, 62 en UMF y 155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51089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</a:t>
            </a:r>
            <a:r>
              <a:rPr lang="es-MX"/>
              <a:t> (1 de 6)</a:t>
            </a:r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6083999"/>
          <a:ext cx="3456000" cy="261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66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843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9326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</a:t>
            </a:r>
            <a:r>
              <a:rPr lang="es-MX"/>
              <a:t>2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22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225599"/>
          <a:ext cx="3456000" cy="2182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225599"/>
          <a:ext cx="3456000" cy="22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889599"/>
          <a:ext cx="3456000" cy="328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889599"/>
          <a:ext cx="3456000" cy="141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3494867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171 en Hospitales (</a:t>
            </a:r>
            <a:r>
              <a:rPr lang="es-MX"/>
              <a:t>3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6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Estación Juanito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72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Guachochi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729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Valle de Allende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377751"/>
              </p:ext>
            </p:extLst>
          </p:nvPr>
        </p:nvGraphicFramePr>
        <p:xfrm>
          <a:off x="360000" y="466721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err="1"/>
                        <a:t>Ginecología</a:t>
                      </a:r>
                      <a:r>
                        <a:t> </a:t>
                      </a:r>
                      <a:r>
                        <a:rPr err="1"/>
                        <a:t>Oncológica</a:t>
                      </a: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31400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</a:t>
            </a:r>
            <a:r>
              <a:rPr lang="es-MX"/>
              <a:t>en </a:t>
            </a:r>
            <a:r>
              <a:t>Sede </a:t>
            </a:r>
            <a:r>
              <a:rPr err="1"/>
              <a:t>delegacional</a:t>
            </a:r>
            <a:r>
              <a:rPr lang="es-MX"/>
              <a:t> (4 de 6)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441053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2837053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780964"/>
              </p:ext>
            </p:extLst>
          </p:nvPr>
        </p:nvGraphicFramePr>
        <p:xfrm>
          <a:off x="360000" y="290905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865480"/>
              </p:ext>
            </p:extLst>
          </p:nvPr>
        </p:nvGraphicFramePr>
        <p:xfrm>
          <a:off x="3960000" y="2909053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75256"/>
              </p:ext>
            </p:extLst>
          </p:nvPr>
        </p:nvGraphicFramePr>
        <p:xfrm>
          <a:off x="360000" y="3809052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702051"/>
              </p:ext>
            </p:extLst>
          </p:nvPr>
        </p:nvGraphicFramePr>
        <p:xfrm>
          <a:off x="3960000" y="380905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108819"/>
              </p:ext>
            </p:extLst>
          </p:nvPr>
        </p:nvGraphicFramePr>
        <p:xfrm>
          <a:off x="360000" y="496105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87408"/>
              </p:ext>
            </p:extLst>
          </p:nvPr>
        </p:nvGraphicFramePr>
        <p:xfrm>
          <a:off x="3960000" y="4961051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6605"/>
              </p:ext>
            </p:extLst>
          </p:nvPr>
        </p:nvGraphicFramePr>
        <p:xfrm>
          <a:off x="360000" y="611305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875862"/>
              </p:ext>
            </p:extLst>
          </p:nvPr>
        </p:nvGraphicFramePr>
        <p:xfrm>
          <a:off x="3960000" y="611305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62990"/>
              </p:ext>
            </p:extLst>
          </p:nvPr>
        </p:nvGraphicFramePr>
        <p:xfrm>
          <a:off x="360000" y="726504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080953"/>
              </p:ext>
            </p:extLst>
          </p:nvPr>
        </p:nvGraphicFramePr>
        <p:xfrm>
          <a:off x="3960000" y="726504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501549"/>
              </p:ext>
            </p:extLst>
          </p:nvPr>
        </p:nvGraphicFramePr>
        <p:xfrm>
          <a:off x="360000" y="816504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27281"/>
              </p:ext>
            </p:extLst>
          </p:nvPr>
        </p:nvGraphicFramePr>
        <p:xfrm>
          <a:off x="3960000" y="8165048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1545"/>
            <a:ext cx="618310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62 en </a:t>
            </a:r>
            <a:r>
              <a:rPr err="1"/>
              <a:t>Unidades</a:t>
            </a:r>
            <a:r>
              <a:t> de Medicina Familiar (</a:t>
            </a:r>
            <a:r>
              <a:rPr lang="es-MX"/>
              <a:t>5 de 6</a:t>
            </a:r>
            <a:r>
              <a:t>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72159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621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621598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4773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5925596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5925596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6825595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6825595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7725594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389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81545"/>
            <a:ext cx="4865434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155 </a:t>
            </a:r>
            <a:r>
              <a:rPr dirty="0" err="1"/>
              <a:t>especialistas</a:t>
            </a:r>
            <a:r>
              <a:rPr lang="es-MX" dirty="0"/>
              <a:t> sustitutos</a:t>
            </a:r>
            <a:r>
              <a:rPr dirty="0"/>
              <a:t> (</a:t>
            </a:r>
            <a:r>
              <a:rPr lang="es-MX" dirty="0"/>
              <a:t>6 de 6</a:t>
            </a:r>
            <a:r>
              <a:rPr dirty="0"/>
              <a:t>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57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910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99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6015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9179" y="6056161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</a:t>
            </a:r>
            <a:r>
              <a:rPr err="1"/>
              <a:t>integran</a:t>
            </a:r>
            <a:r>
              <a:t> a </a:t>
            </a:r>
            <a:r>
              <a:rPr err="1"/>
              <a:t>los</a:t>
            </a:r>
            <a:r>
              <a:t> </a:t>
            </a:r>
            <a:r>
              <a:rPr err="1"/>
              <a:t>Listados</a:t>
            </a:r>
            <a:r>
              <a:t> de Bolsa de </a:t>
            </a:r>
            <a:r>
              <a:rPr err="1"/>
              <a:t>Trabajo</a:t>
            </a:r>
            <a:r>
              <a:t>, para </a:t>
            </a:r>
            <a:r>
              <a:rPr err="1"/>
              <a:t>cubrir</a:t>
            </a:r>
            <a:r>
              <a:t> las </a:t>
            </a:r>
            <a:r>
              <a:rPr err="1"/>
              <a:t>futuras</a:t>
            </a:r>
            <a:r>
              <a:t> </a:t>
            </a:r>
            <a:r>
              <a:rPr err="1"/>
              <a:t>vacantes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jubilación</a:t>
            </a:r>
            <a:r>
              <a:t>, </a:t>
            </a:r>
            <a:r>
              <a:rPr err="1"/>
              <a:t>renuncia</a:t>
            </a:r>
            <a:r>
              <a:t>, </a:t>
            </a:r>
            <a:r>
              <a:rPr err="1"/>
              <a:t>fallecimiento</a:t>
            </a:r>
            <a:r>
              <a:t>, etc., </a:t>
            </a:r>
            <a:r>
              <a:rPr err="1"/>
              <a:t>así</a:t>
            </a:r>
            <a:r>
              <a:t> </a:t>
            </a:r>
            <a:r>
              <a:rPr err="1"/>
              <a:t>como</a:t>
            </a:r>
            <a:r>
              <a:t> </a:t>
            </a:r>
            <a:r>
              <a:rPr err="1"/>
              <a:t>ausentismo</a:t>
            </a:r>
            <a:r>
              <a:t> </a:t>
            </a:r>
            <a:r>
              <a:rPr err="1"/>
              <a:t>programado</a:t>
            </a:r>
            <a:r>
              <a:t> y no </a:t>
            </a:r>
            <a:r>
              <a:rPr err="1"/>
              <a:t>programado</a:t>
            </a:r>
            <a: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(1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717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38.3%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76.0%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88.4%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5795176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err="1"/>
              <a:t>Contrataciones</a:t>
            </a:r>
            <a:r>
              <a:t> </a:t>
            </a:r>
            <a:r>
              <a:rPr err="1"/>
              <a:t>por</a:t>
            </a:r>
            <a:r>
              <a:t> </a:t>
            </a:r>
            <a:r>
              <a:rPr err="1"/>
              <a:t>especialidad</a:t>
            </a:r>
            <a:r>
              <a:rPr lang="es-MX"/>
              <a:t> (2 de 2)</a:t>
            </a:r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632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95.1%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95.8%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Genética Médica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97.1%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97.6%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marL="45720" marR="4572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 Pediátrica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7505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389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marL="45720" marR="45720" anchor="ctr"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CA98FC10-1DD6-DEA2-6E38-F85D611E9A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786004"/>
              </p:ext>
            </p:extLst>
          </p:nvPr>
        </p:nvGraphicFramePr>
        <p:xfrm>
          <a:off x="287050" y="639616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0239" y="4195033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Corte de </a:t>
            </a:r>
            <a:r>
              <a:rPr err="1">
                <a:solidFill>
                  <a:schemeClr val="tx1"/>
                </a:solidFill>
              </a:rPr>
              <a:t>información</a:t>
            </a:r>
            <a:r>
              <a:rPr>
                <a:solidFill>
                  <a:schemeClr val="tx1"/>
                </a:solidFill>
              </a:rPr>
              <a:t>: </a:t>
            </a:r>
            <a:r>
              <a:rPr err="1">
                <a:solidFill>
                  <a:schemeClr val="tx1"/>
                </a:solidFill>
              </a:rPr>
              <a:t>semana</a:t>
            </a:r>
            <a:r>
              <a:rPr>
                <a:solidFill>
                  <a:schemeClr val="tx1"/>
                </a:solidFill>
              </a:rPr>
              <a:t> 24, 7 </a:t>
            </a:r>
            <a:r>
              <a:rPr err="1">
                <a:solidFill>
                  <a:schemeClr val="tx1"/>
                </a:solidFill>
              </a:rPr>
              <a:t>junio</a:t>
            </a:r>
            <a:r>
              <a:rPr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010491"/>
              </p:ext>
            </p:extLst>
          </p:nvPr>
        </p:nvGraphicFramePr>
        <p:xfrm>
          <a:off x="176778" y="1327965"/>
          <a:ext cx="3639599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4,669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2,276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898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637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389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12,034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11202"/>
              </p:ext>
            </p:extLst>
          </p:nvPr>
        </p:nvGraphicFramePr>
        <p:xfrm>
          <a:off x="3992400" y="1702365"/>
          <a:ext cx="3639599" cy="236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3,218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231">
            <a:extLst>
              <a:ext uri="{FF2B5EF4-FFF2-40B4-BE49-F238E27FC236}">
                <a16:creationId xmlns:a16="http://schemas.microsoft.com/office/drawing/2014/main" id="{C5712D4D-2ADC-8FB9-8913-A7622DD426FC}"/>
              </a:ext>
            </a:extLst>
          </p:cNvPr>
          <p:cNvSpPr txBox="1"/>
          <p:nvPr/>
        </p:nvSpPr>
        <p:spPr>
          <a:xfrm>
            <a:off x="642541" y="6392099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 panose="00000500000000000000"/>
              </a:defRPr>
            </a:pPr>
            <a:r>
              <a:t>Corte de </a:t>
            </a:r>
            <a:r>
              <a:rPr err="1"/>
              <a:t>información</a:t>
            </a:r>
            <a:r>
              <a:t>: </a:t>
            </a:r>
            <a:r>
              <a:rPr lang="es-MX"/>
              <a:t>18</a:t>
            </a:r>
            <a:r>
              <a:t> </a:t>
            </a:r>
            <a:r>
              <a:rPr lang="es-MX"/>
              <a:t>junio</a:t>
            </a:r>
            <a:r>
              <a:t> 2026</a:t>
            </a:r>
          </a:p>
        </p:txBody>
      </p:sp>
      <p:graphicFrame>
        <p:nvGraphicFramePr>
          <p:cNvPr id="8" name="Google Shape;230;g370e87ffe7a_2_137">
            <a:extLst>
              <a:ext uri="{FF2B5EF4-FFF2-40B4-BE49-F238E27FC236}">
                <a16:creationId xmlns:a16="http://schemas.microsoft.com/office/drawing/2014/main" id="{617E1FEA-E178-6720-32BA-B3278960CA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166879"/>
              </p:ext>
            </p:extLst>
          </p:nvPr>
        </p:nvGraphicFramePr>
        <p:xfrm>
          <a:off x="200058" y="5192233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 panose="020B0604020202020204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BC955C"/>
                          </a:solidFill>
                          <a:latin typeface="Montserrat" panose="00000500000000000000"/>
                          <a:ea typeface="Montserrat" panose="00000500000000000000"/>
                          <a:cs typeface="Montserrat" panose="00000500000000000000"/>
                          <a:sym typeface="Montserrat" panose="00000500000000000000"/>
                        </a:rPr>
                        <a:t>Vive saludable, Vive feliz</a:t>
                      </a:r>
                      <a:endParaRPr sz="2100" b="1" u="none" strike="noStrike" cap="none">
                        <a:solidFill>
                          <a:srgbClr val="980000"/>
                        </a:solidFill>
                        <a:latin typeface="Montserrat" panose="00000500000000000000"/>
                        <a:ea typeface="Montserrat" panose="00000500000000000000"/>
                        <a:cs typeface="Montserrat" panose="00000500000000000000"/>
                        <a:sym typeface="Montserrat" panose="0000050000000000000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232">
            <a:extLst>
              <a:ext uri="{FF2B5EF4-FFF2-40B4-BE49-F238E27FC236}">
                <a16:creationId xmlns:a16="http://schemas.microsoft.com/office/drawing/2014/main" id="{BE182719-B27C-4DAD-6FE8-2E006ED68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733211"/>
              </p:ext>
            </p:extLst>
          </p:nvPr>
        </p:nvGraphicFramePr>
        <p:xfrm>
          <a:off x="659906" y="5661476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Total de Escuelas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Escuelas visitadas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Población 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Menores tamizados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 dirty="0"/>
                        <a:t>2,516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 dirty="0"/>
                        <a:t>2,078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 dirty="0"/>
                        <a:t>331,577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 dirty="0"/>
                        <a:t>264,113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le 232">
            <a:extLst>
              <a:ext uri="{FF2B5EF4-FFF2-40B4-BE49-F238E27FC236}">
                <a16:creationId xmlns:a16="http://schemas.microsoft.com/office/drawing/2014/main" id="{66B9DD3E-F84E-3E96-AE8C-1F2E7F6FC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78922"/>
              </p:ext>
            </p:extLst>
          </p:nvPr>
        </p:nvGraphicFramePr>
        <p:xfrm>
          <a:off x="2089600" y="6648894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Brigadas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Personal de enfermería IMSS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23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 panose="00000500000000000000"/>
                        </a:defRPr>
                      </a:pPr>
                      <a:r>
                        <a:rPr lang="es-MX"/>
                        <a:t>115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231">
            <a:extLst>
              <a:ext uri="{FF2B5EF4-FFF2-40B4-BE49-F238E27FC236}">
                <a16:creationId xmlns:a16="http://schemas.microsoft.com/office/drawing/2014/main" id="{E0DC7F94-254B-9A22-56ED-2B1E18B2C22D}"/>
              </a:ext>
            </a:extLst>
          </p:cNvPr>
          <p:cNvSpPr txBox="1"/>
          <p:nvPr/>
        </p:nvSpPr>
        <p:spPr>
          <a:xfrm>
            <a:off x="2182905" y="7404532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 panose="00000500000000000000"/>
              </a:defRPr>
            </a:pPr>
            <a:r>
              <a:rPr lang="es-MX"/>
              <a:t>En cada brigada participan 5 personas del IMSS.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56A55BD-328C-0E31-FD88-F11D0149256E}"/>
              </a:ext>
            </a:extLst>
          </p:cNvPr>
          <p:cNvSpPr txBox="1"/>
          <p:nvPr/>
        </p:nvSpPr>
        <p:spPr>
          <a:xfrm>
            <a:off x="197428" y="8398988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261,874</a:t>
            </a:r>
            <a:endParaRPr lang="en-US" sz="2800" b="1" i="0" u="none" strike="noStrike" dirty="0">
              <a:solidFill>
                <a:srgbClr val="006556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 </a:t>
            </a:r>
            <a:br>
              <a:rPr lang="en-US" sz="1200" b="1" dirty="0">
                <a:latin typeface="Montserrat" panose="00000500000000000000"/>
                <a:ea typeface="Montserrat" panose="00000500000000000000"/>
                <a:cs typeface="Montserrat" panose="00000500000000000000"/>
              </a:rPr>
            </a:br>
            <a:r>
              <a:rPr lang="en-US" sz="1200" b="1" i="0" u="none" strike="noStrike" dirty="0" err="1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nutricionales</a:t>
            </a:r>
            <a:endParaRPr lang="en-US" sz="1200" b="1" i="0" u="none" strike="noStrike" dirty="0">
              <a:solidFill>
                <a:srgbClr val="434343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FE694B5-0B2E-14C8-0D33-F6D43148EA19}"/>
              </a:ext>
            </a:extLst>
          </p:cNvPr>
          <p:cNvSpPr txBox="1"/>
          <p:nvPr/>
        </p:nvSpPr>
        <p:spPr>
          <a:xfrm>
            <a:off x="2924003" y="8398988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165,745</a:t>
            </a:r>
            <a:endParaRPr lang="en-US" sz="2800" b="1" i="0" u="none" strike="noStrike" dirty="0">
              <a:solidFill>
                <a:srgbClr val="006556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  <a:p>
            <a:pPr algn="ctr"/>
            <a:r>
              <a:rPr lang="en-US" sz="1200" b="1" i="0" u="none" strike="noStrike" dirty="0" err="1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Valoraciones</a:t>
            </a:r>
            <a:r>
              <a:rPr lang="en-US" sz="1200" b="1" i="0" u="none" strike="noStrike" dirty="0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 </a:t>
            </a:r>
            <a:br>
              <a:rPr lang="en-US" sz="1200" b="1" dirty="0">
                <a:latin typeface="Montserrat" panose="00000500000000000000"/>
                <a:ea typeface="Montserrat" panose="00000500000000000000"/>
                <a:cs typeface="Montserrat" panose="00000500000000000000"/>
              </a:rPr>
            </a:br>
            <a:r>
              <a:rPr lang="en-US" sz="1200" b="1" dirty="0" err="1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bucales</a:t>
            </a:r>
            <a:endParaRPr lang="en-US" sz="1200" b="1" i="0" u="none" strike="noStrike" dirty="0">
              <a:solidFill>
                <a:srgbClr val="434343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0A940AE-E464-18F5-EF1D-B096660D523E}"/>
              </a:ext>
            </a:extLst>
          </p:cNvPr>
          <p:cNvSpPr txBox="1"/>
          <p:nvPr/>
        </p:nvSpPr>
        <p:spPr>
          <a:xfrm>
            <a:off x="5218315" y="8377701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800" b="1" dirty="0">
                <a:solidFill>
                  <a:srgbClr val="006556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217,029</a:t>
            </a:r>
            <a:endParaRPr lang="en-US" sz="2800" b="1" i="0" u="none" strike="noStrike" dirty="0">
              <a:solidFill>
                <a:srgbClr val="006556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  <a:p>
            <a:pPr algn="ctr"/>
            <a:r>
              <a:rPr lang="en-US" sz="1200" b="1" dirty="0">
                <a:solidFill>
                  <a:srgbClr val="434343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</a:rPr>
              <a:t>Salud visual</a:t>
            </a:r>
            <a:endParaRPr lang="en-US" sz="1200" b="1" i="0" u="none" strike="noStrike" dirty="0">
              <a:solidFill>
                <a:srgbClr val="434343"/>
              </a:solidFill>
              <a:latin typeface="Montserrat" panose="00000500000000000000"/>
              <a:ea typeface="Montserrat" panose="00000500000000000000"/>
              <a:cs typeface="Montserrat" panose="00000500000000000000"/>
            </a:endParaRPr>
          </a:p>
        </p:txBody>
      </p:sp>
      <p:pic>
        <p:nvPicPr>
          <p:cNvPr id="15" name="Imagen 14" descr="Icono&#10;&#10;El contenido generado por IA puede ser incorrecto.">
            <a:extLst>
              <a:ext uri="{FF2B5EF4-FFF2-40B4-BE49-F238E27FC236}">
                <a16:creationId xmlns:a16="http://schemas.microsoft.com/office/drawing/2014/main" id="{FBFA087D-EE8D-5F98-6FF9-9CA58161A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636912"/>
            <a:ext cx="730135" cy="669175"/>
          </a:xfrm>
          <a:prstGeom prst="rect">
            <a:avLst/>
          </a:prstGeom>
        </p:spPr>
      </p:pic>
      <p:pic>
        <p:nvPicPr>
          <p:cNvPr id="16" name="Imagen 15" descr="Icono&#10;&#10;El contenido generado por IA puede ser incorrecto.">
            <a:extLst>
              <a:ext uri="{FF2B5EF4-FFF2-40B4-BE49-F238E27FC236}">
                <a16:creationId xmlns:a16="http://schemas.microsoft.com/office/drawing/2014/main" id="{057A74DA-4AFA-4EAA-D583-695892F4D8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783943"/>
            <a:ext cx="924445" cy="491944"/>
          </a:xfrm>
          <a:prstGeom prst="rect">
            <a:avLst/>
          </a:prstGeom>
        </p:spPr>
      </p:pic>
      <p:pic>
        <p:nvPicPr>
          <p:cNvPr id="17" name="Imagen 16" descr="Icono&#10;&#10;El contenido generado por IA puede ser incorrecto.">
            <a:extLst>
              <a:ext uri="{FF2B5EF4-FFF2-40B4-BE49-F238E27FC236}">
                <a16:creationId xmlns:a16="http://schemas.microsoft.com/office/drawing/2014/main" id="{0B52F74E-E8B0-E8A1-3BF0-14B038C884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618901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22,777	 Personal de Salud: 14,744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+70.9%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364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+52.8%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1,867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2,852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4,236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5,803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+27.0%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2,909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3,694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+362.6%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953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+8.1%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1,078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337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195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256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225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rPr dirty="0"/>
                        <a:t>1,013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3502152" y="9659568"/>
            <a:ext cx="36084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Fuente: Sistema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 </a:t>
            </a:r>
            <a:r>
              <a:rPr err="1">
                <a:solidFill>
                  <a:schemeClr val="bg1"/>
                </a:solidFill>
              </a:rPr>
              <a:t>Operativa</a:t>
            </a:r>
            <a:r>
              <a:rPr>
                <a:solidFill>
                  <a:schemeClr val="bg1"/>
                </a:solidFill>
              </a:rPr>
              <a:t>. Personal de base. Corte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: mayo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16,383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726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271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4,523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1,822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32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23,454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(254,875)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(26,688)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(2,266)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(6,287)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(218,048)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(21,743)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(1,407)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(3,158)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(39,452)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(21,504)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(1,160)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perinatales
(1,894)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(39,263)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(18,205)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(997)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(1,836)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(175)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(38,747)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(15,667)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(881)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(1,632)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cerebrovasculares
(112)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239834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</a:t>
            </a:r>
            <a:r>
              <a:rPr err="1"/>
              <a:t>número</a:t>
            </a:r>
            <a:r>
              <a:t> de </a:t>
            </a:r>
            <a:r>
              <a:rPr err="1"/>
              <a:t>casos</a:t>
            </a:r>
            <a:r>
              <a:t> se </a:t>
            </a:r>
            <a:r>
              <a:rPr err="1"/>
              <a:t>presentan</a:t>
            </a:r>
            <a:r>
              <a:t> entre </a:t>
            </a:r>
            <a:r>
              <a:rPr err="1"/>
              <a:t>paréntesis</a:t>
            </a:r>
            <a:r>
              <a:t>.</a:t>
            </a:r>
            <a:br>
              <a:rPr/>
            </a:br>
            <a:r>
              <a:t>Fuente: IMSS/DPM/División de </a:t>
            </a:r>
            <a:r>
              <a:rPr err="1"/>
              <a:t>Información</a:t>
            </a:r>
            <a:r>
              <a:t> en Salud/</a:t>
            </a:r>
            <a:r>
              <a:rPr err="1"/>
              <a:t>Motivos</a:t>
            </a:r>
            <a:r>
              <a:t> de Consulta Externa (SUI27).</a:t>
            </a:r>
            <a:br>
              <a:rPr/>
            </a:br>
            <a:r>
              <a:t>Sistema de </a:t>
            </a:r>
            <a:r>
              <a:rPr err="1"/>
              <a:t>información</a:t>
            </a:r>
            <a:r>
              <a:t> Médico </a:t>
            </a:r>
            <a:r>
              <a:rPr err="1"/>
              <a:t>Operativo</a:t>
            </a:r>
            <a:r>
              <a:t> Central (SIMOC).</a:t>
            </a:r>
            <a:br>
              <a:rPr/>
            </a:br>
            <a:r>
              <a:rPr err="1"/>
              <a:t>Periodo</a:t>
            </a:r>
            <a:r>
              <a:t>: </a:t>
            </a:r>
            <a:r>
              <a:rPr err="1"/>
              <a:t>enero-diciembre</a:t>
            </a:r>
            <a:r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18088" y="9694729"/>
            <a:ext cx="42444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>
                <a:solidFill>
                  <a:schemeClr val="bg1"/>
                </a:solidFill>
              </a:rPr>
              <a:t>Corte de </a:t>
            </a:r>
            <a:r>
              <a:rPr err="1">
                <a:solidFill>
                  <a:schemeClr val="bg1"/>
                </a:solidFill>
              </a:rPr>
              <a:t>información</a:t>
            </a:r>
            <a:r>
              <a:rPr>
                <a:solidFill>
                  <a:schemeClr val="bg1"/>
                </a:solidFill>
              </a:rPr>
              <a:t>: </a:t>
            </a:r>
            <a:r>
              <a:rPr err="1">
                <a:solidFill>
                  <a:schemeClr val="bg1"/>
                </a:solidFill>
              </a:rPr>
              <a:t>marzo</a:t>
            </a:r>
            <a:r>
              <a:rPr>
                <a:solidFill>
                  <a:schemeClr val="bg1"/>
                </a:solidFill>
              </a:rPr>
              <a:t>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669,922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3,511,289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170,480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3,644,846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96516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muestra lo correspondiente al periodo del 1 de enero al 31 de mayo de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D9D4-9E06-F830-7217-AFFE0585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83433"/>
              </p:ext>
            </p:extLst>
          </p:nvPr>
        </p:nvGraphicFramePr>
        <p:xfrm>
          <a:off x="180000" y="4121999"/>
          <a:ext cx="7200000" cy="214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</a:t>
                      </a:r>
                      <a:r>
                        <a:rPr err="1"/>
                        <a:t>demanda</a:t>
                      </a:r>
                      <a:r>
                        <a:t> de </a:t>
                      </a:r>
                      <a:r>
                        <a:rPr err="1"/>
                        <a:t>enero</a:t>
                      </a:r>
                      <a:r>
                        <a:t> a </a:t>
                      </a:r>
                      <a:r>
                        <a:rPr lang="es-MX"/>
                        <a:t>mayo</a:t>
                      </a:r>
                      <a:r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862,443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613,082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355,815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347,129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333,330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325,796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315,548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296,928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279,182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263,175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9651600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Portal de Control de Abasto. En 2026, se </a:t>
            </a:r>
            <a:r>
              <a:rPr err="1"/>
              <a:t>muestra</a:t>
            </a:r>
            <a:r>
              <a:t> lo </a:t>
            </a:r>
            <a:r>
              <a:rPr err="1"/>
              <a:t>correspondiente</a:t>
            </a:r>
            <a:r>
              <a:t> al </a:t>
            </a:r>
            <a:r>
              <a:rPr err="1"/>
              <a:t>periodo</a:t>
            </a:r>
            <a:r>
              <a:t> del 1 de </a:t>
            </a:r>
            <a:r>
              <a:rPr err="1"/>
              <a:t>enero</a:t>
            </a:r>
            <a:r>
              <a:t> al 30 de </a:t>
            </a:r>
            <a:r>
              <a:rPr lang="es-MX"/>
              <a:t>mayo</a:t>
            </a:r>
            <a:r>
              <a:t> de 2026.</a:t>
            </a:r>
          </a:p>
        </p:txBody>
      </p:sp>
    </p:spTree>
    <p:extLst>
      <p:ext uri="{BB962C8B-B14F-4D97-AF65-F5344CB8AC3E}">
        <p14:creationId xmlns:p14="http://schemas.microsoft.com/office/powerpoint/2010/main" val="2392679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689113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13819" y="3769378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111" y="41129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173569" y="41267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</a:t>
            </a:r>
            <a:endParaRPr lang="en-US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506" y="50273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174529" y="506929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7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>
                <a:solidFill>
                  <a:srgbClr val="BC955C"/>
                </a:solidFill>
                <a:latin typeface="Montserrat"/>
              </a:rPr>
              <a:t> de </a:t>
            </a:r>
            <a:endParaRPr lang="en-US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14738" y="59498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5889" y="6293457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175503" y="64197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Tomógrafos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6" name="Imagen 1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04420D6-ECB9-6391-7DCC-B15C08589C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11821" y="1988744"/>
            <a:ext cx="875508" cy="854908"/>
          </a:xfrm>
          <a:prstGeom prst="rect">
            <a:avLst/>
          </a:prstGeom>
        </p:spPr>
      </p:pic>
      <p:sp>
        <p:nvSpPr>
          <p:cNvPr id="17" name="CuadroTexto 12">
            <a:extLst>
              <a:ext uri="{FF2B5EF4-FFF2-40B4-BE49-F238E27FC236}">
                <a16:creationId xmlns:a16="http://schemas.microsoft.com/office/drawing/2014/main" id="{285593B9-0C34-9675-CF48-AB7314E057B7}"/>
              </a:ext>
            </a:extLst>
          </p:cNvPr>
          <p:cNvSpPr txBox="1"/>
          <p:nvPr/>
        </p:nvSpPr>
        <p:spPr>
          <a:xfrm>
            <a:off x="-1189571" y="211507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056CA4B8-7D40-F7E9-3DCF-0CED13447E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326285" y="2889075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0E5747B5-59BE-94CD-A922-E5D24AC90ABF}"/>
              </a:ext>
            </a:extLst>
          </p:cNvPr>
          <p:cNvSpPr txBox="1"/>
          <p:nvPr/>
        </p:nvSpPr>
        <p:spPr>
          <a:xfrm>
            <a:off x="-1176465" y="290286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Salas de </a:t>
            </a:r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38871"/>
              </p:ext>
            </p:extLst>
          </p:nvPr>
        </p:nvGraphicFramePr>
        <p:xfrm>
          <a:off x="1785599" y="1584000"/>
          <a:ext cx="5674979" cy="111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9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Reestructuración, terminación y ampliación del HGR 260 camas en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$612.9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 HGR No. 1, Chihuahua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$38.4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97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$651.3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390731"/>
              </p:ext>
            </p:extLst>
          </p:nvPr>
        </p:nvGraphicFramePr>
        <p:xfrm>
          <a:off x="1785599" y="2717967"/>
          <a:ext cx="5660515" cy="3984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26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61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$630.9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7 unidades (HGZ No. 6 Juárez Chihuahua, HGZ No.16 Cuauhtémoc, HGZ No.35 Cd. Juárez, HGZMF No. 11 Delicias, HGZMF No. 23 Hidalgo del Parral, HGR No. 66 Cd. Juárez, HGR No.1 Chihuahua)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$42.6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4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7 unidades (HGZ No.6, Juárez,HGSZ No.22,Nuevo Casas Grandes, HGZ No. 35,Cd. Juárez, HGZMF No. 11, Delicias, HGZMF No. 23, Hidalgo del Parral, HGR No. 66, Cd. Juárez, UMAA No. 68 Chihuahua)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$36.5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20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12 unidades, Chihuahua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$35.1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2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21 unidades, Chihuahua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$17.7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5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6 unidades (HGZ No. 6 Juárez, HGZ No.16 Cuauhtémoc, HGZ No.35 Cd. Juárez, HGZMF No. 11 Delicias, HGZMF No. 23 Hidalgo del Parral, HGR No. 66 Cd. Juárez)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$15.1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1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3 unidades (UMF No.21 Camargo, UMF No. 33 Chihuahua, UMF No.44 Chihuahua)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$12.6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47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Chihuahua y Juárez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$9.9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95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$800.</a:t>
                      </a:r>
                      <a:r>
                        <a:rPr lang="es-MX" dirty="0"/>
                        <a:t>4</a:t>
                      </a:r>
                      <a:endParaRPr dirty="0"/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51976"/>
              </p:ext>
            </p:extLst>
          </p:nvPr>
        </p:nvGraphicFramePr>
        <p:xfrm>
          <a:off x="1785599" y="6702733"/>
          <a:ext cx="5660514" cy="1131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3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75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</a:t>
                      </a:r>
                      <a:r>
                        <a:rPr err="1"/>
                        <a:t>Instalación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79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10  piezas de equipo médico: 3 refrigeradores congeladores de 5.4 pies cúbicos, 2 </a:t>
                      </a:r>
                      <a:r>
                        <a:rPr sz="1000" err="1">
                          <a:latin typeface="Montserrat"/>
                        </a:rPr>
                        <a:t>monitores</a:t>
                      </a:r>
                      <a:r>
                        <a:rPr sz="1000">
                          <a:latin typeface="Montserrat"/>
                        </a:rPr>
                        <a:t> de signos vitales para el traslado del </a:t>
                      </a:r>
                      <a:r>
                        <a:rPr sz="1000" err="1">
                          <a:latin typeface="Montserrat"/>
                        </a:rPr>
                        <a:t>paciente</a:t>
                      </a:r>
                      <a:r>
                        <a:rPr sz="1000">
                          <a:latin typeface="Montserrat"/>
                        </a:rPr>
                        <a:t> (con protección antimagnética), 1 </a:t>
                      </a:r>
                      <a:r>
                        <a:rPr sz="1000" err="1">
                          <a:latin typeface="Montserrat"/>
                        </a:rPr>
                        <a:t>unidad</a:t>
                      </a:r>
                      <a:r>
                        <a:rPr sz="1000">
                          <a:latin typeface="Montserrat"/>
                        </a:rPr>
                        <a:t> de anestesia básica (con protección antimagnética), 3 </a:t>
                      </a:r>
                      <a:r>
                        <a:rPr sz="1000" err="1">
                          <a:latin typeface="Montserrat"/>
                        </a:rPr>
                        <a:t>tomógrafos</a:t>
                      </a:r>
                      <a:r>
                        <a:rPr sz="1000">
                          <a:latin typeface="Montserrat"/>
                        </a:rPr>
                        <a:t>, 1 </a:t>
                      </a:r>
                      <a:r>
                        <a:rPr sz="1000" err="1">
                          <a:latin typeface="Montserrat"/>
                        </a:rPr>
                        <a:t>mastógrafo</a:t>
                      </a:r>
                      <a:r>
                        <a:rPr sz="1000">
                          <a:latin typeface="Montserrat"/>
                        </a:rPr>
                        <a:t> digital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$98.8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763910"/>
              </p:ext>
            </p:extLst>
          </p:nvPr>
        </p:nvGraphicFramePr>
        <p:xfrm>
          <a:off x="1785598" y="7934400"/>
          <a:ext cx="5674979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019675" y="878400"/>
            <a:ext cx="81624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1,564.</a:t>
            </a:r>
            <a:r>
              <a:rPr lang="es-MX" dirty="0"/>
              <a:t>4</a:t>
            </a:r>
            <a:endParaRPr dirty="0"/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8"/>
            <a:ext cx="1599000" cy="773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A24C0E7-282C-9B96-A7B5-7554B2C6E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96" y="2945698"/>
            <a:ext cx="872667" cy="849944"/>
          </a:xfrm>
          <a:prstGeom prst="rect">
            <a:avLst/>
          </a:prstGeom>
        </p:spPr>
      </p:pic>
      <p:sp>
        <p:nvSpPr>
          <p:cNvPr id="11" name="CuadroTexto 11">
            <a:extLst>
              <a:ext uri="{FF2B5EF4-FFF2-40B4-BE49-F238E27FC236}">
                <a16:creationId xmlns:a16="http://schemas.microsoft.com/office/drawing/2014/main" id="{2C157DF6-A7FD-940D-19DA-323ACD68454D}"/>
              </a:ext>
            </a:extLst>
          </p:cNvPr>
          <p:cNvSpPr txBox="1"/>
          <p:nvPr/>
        </p:nvSpPr>
        <p:spPr>
          <a:xfrm>
            <a:off x="-1216824" y="3005973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Centro de </a:t>
            </a:r>
            <a:endParaRPr lang="en-US"/>
          </a:p>
          <a:p>
            <a:pPr algn="ctr"/>
            <a:r>
              <a:rPr lang="en-US" sz="800" b="1" err="1">
                <a:solidFill>
                  <a:srgbClr val="A42145"/>
                </a:solidFill>
                <a:latin typeface="Montserrat"/>
              </a:rPr>
              <a:t>Mezclas</a:t>
            </a:r>
            <a:endParaRPr lang="en-US" err="1"/>
          </a:p>
        </p:txBody>
      </p:sp>
      <p:sp>
        <p:nvSpPr>
          <p:cNvPr id="12" name="TextBox 1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225176"/>
              </p:ext>
            </p:extLst>
          </p:nvPr>
        </p:nvGraphicFramePr>
        <p:xfrm>
          <a:off x="1785600" y="2001092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Paraje Oriente,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Las Gladiolas, Cd. Juárez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lugares Urbivilla el Cedro,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$62.8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250 </a:t>
                      </a:r>
                      <a:r>
                        <a:rPr sz="1000" err="1">
                          <a:latin typeface="Montserrat"/>
                        </a:rPr>
                        <a:t>lugares</a:t>
                      </a:r>
                      <a:r>
                        <a:rPr sz="1000">
                          <a:latin typeface="Montserrat"/>
                        </a:rPr>
                        <a:t> San Isidro, Cd. Juárez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$62.4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110 </a:t>
                      </a:r>
                      <a:r>
                        <a:rPr sz="1000" err="1">
                          <a:latin typeface="Montserrat"/>
                        </a:rPr>
                        <a:t>lugares</a:t>
                      </a:r>
                      <a:r>
                        <a:rPr sz="1000">
                          <a:latin typeface="Montserrat"/>
                        </a:rPr>
                        <a:t> Municipio Libre, Cd.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$36.1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$291.5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50035"/>
              </p:ext>
            </p:extLst>
          </p:nvPr>
        </p:nvGraphicFramePr>
        <p:xfrm>
          <a:off x="1785600" y="4110182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$257.1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Centro de mezclas UMAA 68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$30.1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$287.2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247212"/>
              </p:ext>
            </p:extLst>
          </p:nvPr>
        </p:nvGraphicFramePr>
        <p:xfrm>
          <a:off x="1785600" y="5431188"/>
          <a:ext cx="5396400" cy="941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88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Equipamiento</a:t>
                      </a:r>
                      <a:r>
                        <a:t> </a:t>
                      </a:r>
                      <a:r>
                        <a:rPr err="1"/>
                        <a:t>Electromecánico</a:t>
                      </a:r>
                      <a:r>
                        <a:t> 2026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electromecánicos</a:t>
                      </a:r>
                      <a:r>
                        <a:rPr sz="1000">
                          <a:latin typeface="Montserrat"/>
                        </a:rPr>
                        <a:t> para 11 </a:t>
                      </a:r>
                      <a:r>
                        <a:rPr sz="1000" err="1">
                          <a:latin typeface="Montserrat"/>
                        </a:rPr>
                        <a:t>Unidades</a:t>
                      </a:r>
                      <a:r>
                        <a:rPr sz="1000">
                          <a:latin typeface="Montserrat"/>
                        </a:rPr>
                        <a:t>; 41 </a:t>
                      </a:r>
                      <a:r>
                        <a:rPr sz="1000" err="1">
                          <a:latin typeface="Montserrat"/>
                        </a:rPr>
                        <a:t>equipos</a:t>
                      </a:r>
                      <a:r>
                        <a:rPr sz="1000">
                          <a:latin typeface="Montserrat"/>
                        </a:rPr>
                        <a:t> para </a:t>
                      </a:r>
                      <a:r>
                        <a:rPr sz="1000" err="1">
                          <a:latin typeface="Montserrat"/>
                        </a:rPr>
                        <a:t>aires</a:t>
                      </a:r>
                      <a:r>
                        <a:rPr sz="1000">
                          <a:latin typeface="Montserrat"/>
                        </a:rPr>
                        <a:t> </a:t>
                      </a:r>
                      <a:r>
                        <a:rPr sz="1000" err="1">
                          <a:latin typeface="Montserrat"/>
                        </a:rPr>
                        <a:t>acondicionados</a:t>
                      </a:r>
                      <a:r>
                        <a:rPr sz="1000">
                          <a:latin typeface="Montserrat"/>
                        </a:rPr>
                        <a:t>, 1 equipo caldera </a:t>
                      </a:r>
                      <a:r>
                        <a:rPr sz="1000" err="1">
                          <a:latin typeface="Montserrat"/>
                        </a:rPr>
                        <a:t>generadora</a:t>
                      </a:r>
                      <a:r>
                        <a:rPr sz="1000">
                          <a:latin typeface="Montserrat"/>
                        </a:rPr>
                        <a:t> de vapor, 4 </a:t>
                      </a:r>
                      <a:r>
                        <a:rPr sz="1000" err="1">
                          <a:latin typeface="Montserrat"/>
                        </a:rPr>
                        <a:t>lavadoras</a:t>
                      </a:r>
                      <a:r>
                        <a:rPr sz="1000">
                          <a:latin typeface="Montserrat"/>
                        </a:rPr>
                        <a:t>, 4 </a:t>
                      </a:r>
                      <a:r>
                        <a:rPr sz="1000" err="1">
                          <a:latin typeface="Montserrat"/>
                        </a:rPr>
                        <a:t>secadoras</a:t>
                      </a:r>
                      <a:r>
                        <a:rPr sz="1000">
                          <a:latin typeface="Montserrat"/>
                        </a:rPr>
                        <a:t> y 1 </a:t>
                      </a:r>
                      <a:r>
                        <a:rPr sz="1000" err="1">
                          <a:latin typeface="Montserrat"/>
                        </a:rPr>
                        <a:t>elevador</a:t>
                      </a:r>
                      <a:r>
                        <a:rPr sz="1000">
                          <a:latin typeface="Montserrat"/>
                        </a:rPr>
                        <a:t>. Chihuahua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$704.1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1,282.8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46117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722781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81880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095531"/>
              </p:ext>
            </p:extLst>
          </p:nvPr>
        </p:nvGraphicFramePr>
        <p:xfrm>
          <a:off x="691200" y="1584000"/>
          <a:ext cx="6390000" cy="1755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99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3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Ampliacion y Remodelación UMF 70 Cd. Juarez (20 CMF + 8 Enfermería + 8 Espec + 2 Urg + 6 Complementarios)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$548.2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34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Ampliacion</a:t>
                      </a:r>
                      <a:r>
                        <a:t> y Remodelación UMF 64 Cd. Juarez (10 CMF + 5 </a:t>
                      </a:r>
                      <a:r>
                        <a:rPr err="1"/>
                        <a:t>Enfermería</a:t>
                      </a:r>
                      <a:r>
                        <a:t> + 7 Espec + 2 </a:t>
                      </a:r>
                      <a:r>
                        <a:rPr err="1"/>
                        <a:t>Urg</a:t>
                      </a:r>
                      <a:r>
                        <a:t> + 5 </a:t>
                      </a:r>
                      <a:r>
                        <a:rPr err="1"/>
                        <a:t>Complementarios</a:t>
                      </a:r>
                      <a:r>
                        <a:t>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$444.5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947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Fortalecimiento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99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$1,005.5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407773"/>
              </p:ext>
            </p:extLst>
          </p:nvPr>
        </p:nvGraphicFramePr>
        <p:xfrm>
          <a:off x="691200" y="395645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rPr err="1"/>
                        <a:t>Fortalecimiento</a:t>
                      </a:r>
                      <a:r>
                        <a:t> de UCIN en HGO 15 Chihuahua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1,018.3 mdp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534553"/>
              </p:ext>
            </p:extLst>
          </p:nvPr>
        </p:nvGraphicFramePr>
        <p:xfrm>
          <a:off x="2552400" y="620448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Predios en ruta y 5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err="1"/>
                        <a:t>Paraje</a:t>
                      </a:r>
                      <a:r>
                        <a:t> Oriente, Municipio Libre, San Isidro, Gladiolas, </a:t>
                      </a:r>
                      <a:r>
                        <a:rPr err="1"/>
                        <a:t>Urbivilla</a:t>
                      </a:r>
                      <a:endParaRPr/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885600" y="648404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62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600" y="726884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44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18 CECI CAMPO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26" y="9590400"/>
            <a:ext cx="75744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Terrenos validados. 5 CECI en construcción en Ciudad Juárez.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81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11,249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70032"/>
              </p:ext>
            </p:extLst>
          </p:nvPr>
        </p:nvGraphicFramePr>
        <p:xfrm>
          <a:off x="2311200" y="2698736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5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CECEM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Nvo Casas Grandes y Parral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Chih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Cd. Cuauhtémoc, Delicias e Hidalgo del Parral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5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Chihuahua, Ciudad Delicias, Ciudad Juárez, Col. </a:t>
                      </a:r>
                      <a:r>
                        <a:rPr err="1"/>
                        <a:t>Anáhuac</a:t>
                      </a:r>
                      <a:r>
                        <a:t> y Ciudad Parral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604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Ciudad Juárez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51843"/>
              </p:ext>
            </p:extLst>
          </p:nvPr>
        </p:nvGraphicFramePr>
        <p:xfrm>
          <a:off x="2311200" y="507082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14 Chihuahua y No. 97 Cd. Juárez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Velatorios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Chihuahua y Ciudad. Juárez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08_chi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6201914"/>
            <a:ext cx="2656800" cy="325575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81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6408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Fuente: Dirección de Prestaciones Económicas y Sociales, mayo de 2026.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983409014"/>
              </p:ext>
            </p:extLst>
          </p:nvPr>
        </p:nvGraphicFramePr>
        <p:xfrm>
          <a:off x="282450" y="3289694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384137"/>
              </p:ext>
            </p:extLst>
          </p:nvPr>
        </p:nvGraphicFramePr>
        <p:xfrm>
          <a:off x="284399" y="1087200"/>
          <a:ext cx="7239346" cy="1943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0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3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09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22,634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22,777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Cordis de México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13,682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Lear Mexican Trim Operations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11,984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12,049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Operadora Futurama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73181"/>
              </p:ext>
            </p:extLst>
          </p:nvPr>
        </p:nvGraphicFramePr>
        <p:xfrm>
          <a:off x="72000" y="357019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6875622" y="3731874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-3.02%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6875622" y="4127874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-2.53%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6875622" y="4523874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-0.18%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6875622" y="4919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+0.42%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6875622" y="5315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+1.45%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6875622" y="5711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+1.90%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6875622" y="6107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+2.25%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6875622" y="6503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+2.75%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6875622" y="6899874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+5.89%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363663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363663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1356673"/>
              </p:ext>
            </p:extLst>
          </p:nvPr>
        </p:nvGraphicFramePr>
        <p:xfrm>
          <a:off x="853199" y="7826399"/>
          <a:ext cx="6395626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1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886,753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969,756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885,621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12,255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62,213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963,631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8F95024-097E-B3C8-BB71-19910E0E7666}"/>
              </a:ext>
            </a:extLst>
          </p:cNvPr>
          <p:cNvSpPr/>
          <p:nvPr/>
        </p:nvSpPr>
        <p:spPr>
          <a:xfrm>
            <a:off x="745200" y="1339717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$702.18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368554"/>
              </p:ext>
            </p:extLst>
          </p:nvPr>
        </p:nvGraphicFramePr>
        <p:xfrm>
          <a:off x="390125" y="1309795"/>
          <a:ext cx="7200000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0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</a:t>
                      </a:r>
                      <a:r>
                        <a:rPr err="1"/>
                        <a:t>Cotización</a:t>
                      </a:r>
                      <a:endParaRPr/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$343.59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$702.18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44.5%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$21,065.4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912472"/>
              </p:ext>
            </p:extLst>
          </p:nvPr>
        </p:nvGraphicFramePr>
        <p:xfrm>
          <a:off x="320400" y="6649200"/>
          <a:ext cx="7246106" cy="241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5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público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Guerrero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Ahumada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</a:t>
                      </a:r>
                      <a:r>
                        <a:rPr lang="es-MX"/>
                        <a:t>es</a:t>
                      </a:r>
                      <a:r>
                        <a:t> </a:t>
                      </a:r>
                      <a:r>
                        <a:rPr err="1"/>
                        <a:t>deudor</a:t>
                      </a:r>
                      <a:r>
                        <a:rPr lang="es-MX"/>
                        <a:t>es</a:t>
                      </a:r>
                      <a:r>
                        <a:t> privado</a:t>
                      </a:r>
                      <a:r>
                        <a:rPr lang="es-MX"/>
                        <a:t>s</a:t>
                      </a:r>
                      <a:endParaRPr/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VRP Transportes de México S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$10.33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Antonio Akel Quintana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Transportes Enlace Internacional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$6.85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8" y="2238506"/>
            <a:ext cx="66564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Salario Base de </a:t>
            </a:r>
            <a:r>
              <a:rPr err="1">
                <a:solidFill>
                  <a:schemeClr val="tx1"/>
                </a:solidFill>
              </a:rPr>
              <a:t>Cotización</a:t>
            </a:r>
            <a:r>
              <a:rPr>
                <a:solidFill>
                  <a:schemeClr val="tx1"/>
                </a:solidFill>
              </a:rPr>
              <a:t>:</a:t>
            </a:r>
            <a:r>
              <a:rPr lang="es-MX">
                <a:solidFill>
                  <a:schemeClr val="tx1"/>
                </a:solidFill>
              </a:rPr>
              <a:t>  se utilizó como deflactor del salario el cociente del INPC entre diciembre 2018 (103.02) y  preliminar de mayo  2026 (145.714) de 0.7069998.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>
            <p:extLst>
              <p:ext uri="{D42A27DB-BD31-4B8C-83A1-F6EECF244321}">
                <p14:modId xmlns:p14="http://schemas.microsoft.com/office/powerpoint/2010/main" val="991922940"/>
              </p:ext>
            </p:extLst>
          </p:nvPr>
        </p:nvGraphicFramePr>
        <p:xfrm>
          <a:off x="-126" y="2900781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>
            <p:extLst>
              <p:ext uri="{D42A27DB-BD31-4B8C-83A1-F6EECF244321}">
                <p14:modId xmlns:p14="http://schemas.microsoft.com/office/powerpoint/2010/main" val="1961441856"/>
              </p:ext>
            </p:extLst>
          </p:nvPr>
        </p:nvGraphicFramePr>
        <p:xfrm>
          <a:off x="0" y="5568251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>
            <p:extLst>
              <p:ext uri="{D42A27DB-BD31-4B8C-83A1-F6EECF244321}">
                <p14:modId xmlns:p14="http://schemas.microsoft.com/office/powerpoint/2010/main" val="1730911413"/>
              </p:ext>
            </p:extLst>
          </p:nvPr>
        </p:nvGraphicFramePr>
        <p:xfrm>
          <a:off x="-126" y="7888219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037771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037771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CHIHUAHUA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67326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622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542972"/>
              </p:ext>
            </p:extLst>
          </p:nvPr>
        </p:nvGraphicFramePr>
        <p:xfrm>
          <a:off x="230686" y="3418090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341,627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1,288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300,538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7,789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19,038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14,262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2,433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5,896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872480"/>
              </p:ext>
            </p:extLst>
          </p:nvPr>
        </p:nvGraphicFramePr>
        <p:xfrm>
          <a:off x="310896" y="6040172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795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31010"/>
              </p:ext>
            </p:extLst>
          </p:nvPr>
        </p:nvGraphicFramePr>
        <p:xfrm>
          <a:off x="310896" y="8360822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3,500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2,423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71938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037138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301938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208,368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55,960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66738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152,408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75538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037138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96338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44,540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325138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528590" y="3498946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528590" y="3498946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341,627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528590" y="4420546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528590" y="4420546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2,433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6122</Words>
  <Application>Microsoft Office PowerPoint</Application>
  <PresentationFormat>Personalizado</PresentationFormat>
  <Paragraphs>2405</Paragraphs>
  <Slides>32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8" baseType="lpstr">
      <vt:lpstr>Montserrat</vt:lpstr>
      <vt:lpstr>Arial</vt:lpstr>
      <vt:lpstr>Calibri</vt:lpstr>
      <vt:lpstr>Noto Sans Black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</cp:revision>
  <dcterms:modified xsi:type="dcterms:W3CDTF">2026-07-03T16:22:43Z</dcterms:modified>
</cp:coreProperties>
</file>