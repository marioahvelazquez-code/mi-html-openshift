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4"/>
  </p:notesMasterIdLst>
  <p:sldIdLst>
    <p:sldId id="256" r:id="rId5"/>
    <p:sldId id="307" r:id="rId6"/>
    <p:sldId id="258" r:id="rId7"/>
    <p:sldId id="259" r:id="rId8"/>
    <p:sldId id="260" r:id="rId9"/>
    <p:sldId id="300" r:id="rId10"/>
    <p:sldId id="287" r:id="rId11"/>
    <p:sldId id="262" r:id="rId12"/>
    <p:sldId id="263" r:id="rId13"/>
    <p:sldId id="280" r:id="rId14"/>
    <p:sldId id="267" r:id="rId15"/>
    <p:sldId id="309" r:id="rId16"/>
    <p:sldId id="308" r:id="rId17"/>
    <p:sldId id="310" r:id="rId18"/>
    <p:sldId id="311" r:id="rId19"/>
    <p:sldId id="312" r:id="rId20"/>
    <p:sldId id="281" r:id="rId21"/>
    <p:sldId id="306" r:id="rId22"/>
    <p:sldId id="288" r:id="rId23"/>
    <p:sldId id="270" r:id="rId24"/>
    <p:sldId id="271" r:id="rId25"/>
    <p:sldId id="272" r:id="rId26"/>
    <p:sldId id="299" r:id="rId27"/>
    <p:sldId id="314" r:id="rId28"/>
    <p:sldId id="315" r:id="rId29"/>
    <p:sldId id="277" r:id="rId30"/>
    <p:sldId id="278" r:id="rId31"/>
    <p:sldId id="279" r:id="rId32"/>
    <p:sldId id="282" r:id="rId33"/>
  </p:sldIdLst>
  <p:sldSz cx="7772400" cy="10058400"/>
  <p:notesSz cx="6858000" cy="914400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Noto Sans" panose="020B050204050402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6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font" Target="fonts/font7.fntdata"/><Relationship Id="rId5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Sales Armendariz" userId="184e57a0-798c-4631-a9c3-d4f65b615685" providerId="ADAL" clId="{DF796C4C-B7E6-49EF-A623-003113919E54}"/>
    <pc:docChg chg="undo custSel addSld delSld modSld">
      <pc:chgData name="Daniela Sales Armendariz" userId="184e57a0-798c-4631-a9c3-d4f65b615685" providerId="ADAL" clId="{DF796C4C-B7E6-49EF-A623-003113919E54}" dt="2026-07-01T19:54:14.833" v="1627" actId="207"/>
      <pc:docMkLst>
        <pc:docMk/>
      </pc:docMkLst>
      <pc:sldChg chg="modSp mod">
        <pc:chgData name="Daniela Sales Armendariz" userId="184e57a0-798c-4631-a9c3-d4f65b615685" providerId="ADAL" clId="{DF796C4C-B7E6-49EF-A623-003113919E54}" dt="2026-06-26T18:17:44.622" v="230" actId="1076"/>
        <pc:sldMkLst>
          <pc:docMk/>
          <pc:sldMk cId="0" sldId="258"/>
        </pc:sldMkLst>
        <pc:spChg chg="mod">
          <ac:chgData name="Daniela Sales Armendariz" userId="184e57a0-798c-4631-a9c3-d4f65b615685" providerId="ADAL" clId="{DF796C4C-B7E6-49EF-A623-003113919E54}" dt="2026-06-26T18:08:55.596" v="205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08:50.044" v="203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08:29.701" v="200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15:10.700" v="216" actId="207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08:25.116" v="199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04:29.365" v="181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04:40.922" v="182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08:13.759" v="194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04:02.788" v="174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04:10.042" v="176" actId="1076"/>
          <ac:spMkLst>
            <pc:docMk/>
            <pc:sldMk cId="0" sldId="258"/>
            <ac:spMk id="132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11:11.796" v="208" actId="1076"/>
          <ac:spMkLst>
            <pc:docMk/>
            <pc:sldMk cId="0" sldId="258"/>
            <ac:spMk id="13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17:44.622" v="230" actId="1076"/>
          <ac:spMkLst>
            <pc:docMk/>
            <pc:sldMk cId="0" sldId="258"/>
            <ac:spMk id="141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18:15:03.386" v="215" actId="207"/>
          <ac:graphicFrameMkLst>
            <pc:docMk/>
            <pc:sldMk cId="0" sldId="258"/>
            <ac:graphicFrameMk id="117" creationId="{00000000-0000-0000-0000-000000000000}"/>
          </ac:graphicFrameMkLst>
        </pc:graphicFrameChg>
        <pc:graphicFrameChg chg="modGraphic">
          <ac:chgData name="Daniela Sales Armendariz" userId="184e57a0-798c-4631-a9c3-d4f65b615685" providerId="ADAL" clId="{DF796C4C-B7E6-49EF-A623-003113919E54}" dt="2026-06-26T18:17:12.889" v="226" actId="20577"/>
          <ac:graphicFrameMkLst>
            <pc:docMk/>
            <pc:sldMk cId="0" sldId="258"/>
            <ac:graphicFrameMk id="140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6T18:08:52.449" v="204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18:04:55.324" v="186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18:08:19.240" v="198" actId="1037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18:04:43.034" v="183" actId="1076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18:09:02.305" v="206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addSp delSp modSp mod">
        <pc:chgData name="Daniela Sales Armendariz" userId="184e57a0-798c-4631-a9c3-d4f65b615685" providerId="ADAL" clId="{DF796C4C-B7E6-49EF-A623-003113919E54}" dt="2026-07-01T19:44:53.796" v="1626" actId="947"/>
        <pc:sldMkLst>
          <pc:docMk/>
          <pc:sldMk cId="0" sldId="259"/>
        </pc:sldMkLst>
        <pc:spChg chg="mod">
          <ac:chgData name="Daniela Sales Armendariz" userId="184e57a0-798c-4631-a9c3-d4f65b615685" providerId="ADAL" clId="{DF796C4C-B7E6-49EF-A623-003113919E54}" dt="2026-06-26T18:22:14.457" v="233" actId="1076"/>
          <ac:spMkLst>
            <pc:docMk/>
            <pc:sldMk cId="0" sldId="259"/>
            <ac:spMk id="13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22:10.316" v="232" actId="1076"/>
          <ac:spMkLst>
            <pc:docMk/>
            <pc:sldMk cId="0" sldId="259"/>
            <ac:spMk id="139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7-01T19:44:53.796" v="1626" actId="947"/>
          <ac:graphicFrameMkLst>
            <pc:docMk/>
            <pc:sldMk cId="0" sldId="259"/>
            <ac:graphicFrameMk id="136" creationId="{00000000-0000-0000-0000-000000000000}"/>
          </ac:graphicFrameMkLst>
        </pc:graphicFrameChg>
        <pc:picChg chg="add mod">
          <ac:chgData name="Daniela Sales Armendariz" userId="184e57a0-798c-4631-a9c3-d4f65b615685" providerId="ADAL" clId="{DF796C4C-B7E6-49EF-A623-003113919E54}" dt="2026-06-26T20:03:22.467" v="1623" actId="1076"/>
          <ac:picMkLst>
            <pc:docMk/>
            <pc:sldMk cId="0" sldId="259"/>
            <ac:picMk id="3" creationId="{531D15AD-4538-D14C-1580-DC65BFDEC141}"/>
          </ac:picMkLst>
        </pc:picChg>
      </pc:sldChg>
      <pc:sldChg chg="modSp mod">
        <pc:chgData name="Daniela Sales Armendariz" userId="184e57a0-798c-4631-a9c3-d4f65b615685" providerId="ADAL" clId="{DF796C4C-B7E6-49EF-A623-003113919E54}" dt="2026-06-26T18:23:41.520" v="294" actId="1036"/>
        <pc:sldMkLst>
          <pc:docMk/>
          <pc:sldMk cId="0" sldId="260"/>
        </pc:sldMkLst>
        <pc:graphicFrameChg chg="mod">
          <ac:chgData name="Daniela Sales Armendariz" userId="184e57a0-798c-4631-a9c3-d4f65b615685" providerId="ADAL" clId="{DF796C4C-B7E6-49EF-A623-003113919E54}" dt="2026-06-26T18:23:30.105" v="252" actId="1036"/>
          <ac:graphicFrameMkLst>
            <pc:docMk/>
            <pc:sldMk cId="0" sldId="260"/>
            <ac:graphicFrameMk id="11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6T18:23:41.520" v="294" actId="103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Daniela Sales Armendariz" userId="184e57a0-798c-4631-a9c3-d4f65b615685" providerId="ADAL" clId="{DF796C4C-B7E6-49EF-A623-003113919E54}" dt="2026-06-26T18:33:21.700" v="579" actId="1036"/>
        <pc:sldMkLst>
          <pc:docMk/>
          <pc:sldMk cId="0" sldId="263"/>
        </pc:sldMkLst>
        <pc:spChg chg="mod">
          <ac:chgData name="Daniela Sales Armendariz" userId="184e57a0-798c-4631-a9c3-d4f65b615685" providerId="ADAL" clId="{DF796C4C-B7E6-49EF-A623-003113919E54}" dt="2026-06-26T18:33:21.700" v="579" actId="1036"/>
          <ac:spMkLst>
            <pc:docMk/>
            <pc:sldMk cId="0" sldId="263"/>
            <ac:spMk id="54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18:33:08.849" v="562" actId="1035"/>
          <ac:graphicFrameMkLst>
            <pc:docMk/>
            <pc:sldMk cId="0" sldId="263"/>
            <ac:graphicFrameMk id="58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6T18:37:20.173" v="595" actId="1076"/>
        <pc:sldMkLst>
          <pc:docMk/>
          <pc:sldMk cId="0" sldId="267"/>
        </pc:sldMkLst>
        <pc:spChg chg="mod">
          <ac:chgData name="Daniela Sales Armendariz" userId="184e57a0-798c-4631-a9c3-d4f65b615685" providerId="ADAL" clId="{DF796C4C-B7E6-49EF-A623-003113919E54}" dt="2026-06-26T18:37:20.173" v="595" actId="1076"/>
          <ac:spMkLst>
            <pc:docMk/>
            <pc:sldMk cId="0" sldId="267"/>
            <ac:spMk id="235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37:08.552" v="593" actId="1076"/>
          <ac:spMkLst>
            <pc:docMk/>
            <pc:sldMk cId="0" sldId="267"/>
            <ac:spMk id="23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37:02.245" v="592" actId="1076"/>
          <ac:spMkLst>
            <pc:docMk/>
            <pc:sldMk cId="0" sldId="267"/>
            <ac:spMk id="237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18:36:54.034" v="591" actId="1036"/>
          <ac:graphicFrameMkLst>
            <pc:docMk/>
            <pc:sldMk cId="0" sldId="267"/>
            <ac:graphicFrameMk id="233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18:37:14.425" v="594" actId="1076"/>
          <ac:graphicFrameMkLst>
            <pc:docMk/>
            <pc:sldMk cId="0" sldId="267"/>
            <ac:graphicFrameMk id="234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7-01T19:54:14.833" v="1627" actId="207"/>
        <pc:sldMkLst>
          <pc:docMk/>
          <pc:sldMk cId="0" sldId="272"/>
        </pc:sldMkLst>
        <pc:spChg chg="mod">
          <ac:chgData name="Daniela Sales Armendariz" userId="184e57a0-798c-4631-a9c3-d4f65b615685" providerId="ADAL" clId="{DF796C4C-B7E6-49EF-A623-003113919E54}" dt="2026-07-01T19:54:14.833" v="1627" actId="207"/>
          <ac:spMkLst>
            <pc:docMk/>
            <pc:sldMk cId="0" sldId="272"/>
            <ac:spMk id="7" creationId="{00000000-0000-0000-0000-000000000000}"/>
          </ac:spMkLst>
        </pc:spChg>
      </pc:sldChg>
      <pc:sldChg chg="addSp delSp modSp mod">
        <pc:chgData name="Daniela Sales Armendariz" userId="184e57a0-798c-4631-a9c3-d4f65b615685" providerId="ADAL" clId="{DF796C4C-B7E6-49EF-A623-003113919E54}" dt="2026-06-26T19:03:16.074" v="1081" actId="1036"/>
        <pc:sldMkLst>
          <pc:docMk/>
          <pc:sldMk cId="0" sldId="277"/>
        </pc:sldMkLst>
        <pc:spChg chg="mod">
          <ac:chgData name="Daniela Sales Armendariz" userId="184e57a0-798c-4631-a9c3-d4f65b615685" providerId="ADAL" clId="{DF796C4C-B7E6-49EF-A623-003113919E54}" dt="2026-06-26T19:02:54.149" v="1073" actId="1035"/>
          <ac:spMkLst>
            <pc:docMk/>
            <pc:sldMk cId="0" sldId="277"/>
            <ac:spMk id="465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02:50.390" v="1057" actId="1076"/>
          <ac:spMkLst>
            <pc:docMk/>
            <pc:sldMk cId="0" sldId="277"/>
            <ac:spMk id="47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01:33.118" v="1051" actId="1038"/>
          <ac:spMkLst>
            <pc:docMk/>
            <pc:sldMk cId="0" sldId="277"/>
            <ac:spMk id="472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19:03:16.074" v="1081" actId="1036"/>
          <ac:graphicFrameMkLst>
            <pc:docMk/>
            <pc:sldMk cId="0" sldId="277"/>
            <ac:graphicFrameMk id="457" creationId="{00000000-0000-0000-0000-000000000000}"/>
          </ac:graphicFrameMkLst>
        </pc:graphicFrameChg>
        <pc:picChg chg="add mod">
          <ac:chgData name="Daniela Sales Armendariz" userId="184e57a0-798c-4631-a9c3-d4f65b615685" providerId="ADAL" clId="{DF796C4C-B7E6-49EF-A623-003113919E54}" dt="2026-06-26T19:02:45.960" v="1056" actId="1076"/>
          <ac:picMkLst>
            <pc:docMk/>
            <pc:sldMk cId="0" sldId="277"/>
            <ac:picMk id="3" creationId="{C3C84189-9520-4D64-D524-27A1569EA84C}"/>
          </ac:picMkLst>
        </pc:picChg>
      </pc:sldChg>
      <pc:sldChg chg="modSp mod">
        <pc:chgData name="Daniela Sales Armendariz" userId="184e57a0-798c-4631-a9c3-d4f65b615685" providerId="ADAL" clId="{DF796C4C-B7E6-49EF-A623-003113919E54}" dt="2026-06-26T19:06:10.650" v="1091" actId="1076"/>
        <pc:sldMkLst>
          <pc:docMk/>
          <pc:sldMk cId="0" sldId="279"/>
        </pc:sldMkLst>
        <pc:spChg chg="mod">
          <ac:chgData name="Daniela Sales Armendariz" userId="184e57a0-798c-4631-a9c3-d4f65b615685" providerId="ADAL" clId="{DF796C4C-B7E6-49EF-A623-003113919E54}" dt="2026-06-26T19:06:10.650" v="1091" actId="1076"/>
          <ac:spMkLst>
            <pc:docMk/>
            <pc:sldMk cId="0" sldId="279"/>
            <ac:spMk id="515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6-26T19:05:44.539" v="1089" actId="1035"/>
          <ac:graphicFrameMkLst>
            <pc:docMk/>
            <pc:sldMk cId="0" sldId="279"/>
            <ac:graphicFrameMk id="503" creationId="{00000000-0000-0000-0000-000000000000}"/>
          </ac:graphicFrameMkLst>
        </pc:graphicFrameChg>
      </pc:sldChg>
      <pc:sldChg chg="modSp add del mod">
        <pc:chgData name="Daniela Sales Armendariz" userId="184e57a0-798c-4631-a9c3-d4f65b615685" providerId="ADAL" clId="{DF796C4C-B7E6-49EF-A623-003113919E54}" dt="2026-06-26T18:49:07.704" v="889" actId="20577"/>
        <pc:sldMkLst>
          <pc:docMk/>
          <pc:sldMk cId="3828482411" sldId="281"/>
        </pc:sldMkLst>
        <pc:spChg chg="mod">
          <ac:chgData name="Daniela Sales Armendariz" userId="184e57a0-798c-4631-a9c3-d4f65b615685" providerId="ADAL" clId="{DF796C4C-B7E6-49EF-A623-003113919E54}" dt="2026-06-26T18:49:07.704" v="889" actId="20577"/>
          <ac:spMkLst>
            <pc:docMk/>
            <pc:sldMk cId="3828482411" sldId="281"/>
            <ac:spMk id="3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6T19:09:05.018" v="1157" actId="1035"/>
        <pc:sldMkLst>
          <pc:docMk/>
          <pc:sldMk cId="0" sldId="282"/>
        </pc:sldMkLst>
        <pc:spChg chg="mod">
          <ac:chgData name="Daniela Sales Armendariz" userId="184e57a0-798c-4631-a9c3-d4f65b615685" providerId="ADAL" clId="{DF796C4C-B7E6-49EF-A623-003113919E54}" dt="2026-06-26T19:06:58.635" v="1103" actId="1036"/>
          <ac:spMkLst>
            <pc:docMk/>
            <pc:sldMk cId="0" sldId="282"/>
            <ac:spMk id="53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07:47.984" v="1107" actId="207"/>
          <ac:spMkLst>
            <pc:docMk/>
            <pc:sldMk cId="0" sldId="282"/>
            <ac:spMk id="531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19:07:24.717" v="1106" actId="1036"/>
          <ac:graphicFrameMkLst>
            <pc:docMk/>
            <pc:sldMk cId="0" sldId="282"/>
            <ac:graphicFrameMk id="523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19:09:05.018" v="1157" actId="1035"/>
          <ac:graphicFrameMkLst>
            <pc:docMk/>
            <pc:sldMk cId="0" sldId="282"/>
            <ac:graphicFrameMk id="536" creationId="{00000000-0000-0000-0000-000000000000}"/>
          </ac:graphicFrameMkLst>
        </pc:graphicFrameChg>
      </pc:sldChg>
      <pc:sldChg chg="addSp modSp mod">
        <pc:chgData name="Daniela Sales Armendariz" userId="184e57a0-798c-4631-a9c3-d4f65b615685" providerId="ADAL" clId="{DF796C4C-B7E6-49EF-A623-003113919E54}" dt="2026-06-26T19:31:47.977" v="1618" actId="1076"/>
        <pc:sldMkLst>
          <pc:docMk/>
          <pc:sldMk cId="3805655920" sldId="288"/>
        </pc:sldMkLst>
        <pc:spChg chg="mod">
          <ac:chgData name="Daniela Sales Armendariz" userId="184e57a0-798c-4631-a9c3-d4f65b615685" providerId="ADAL" clId="{DF796C4C-B7E6-49EF-A623-003113919E54}" dt="2026-06-26T19:29:33.347" v="1494" actId="1035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Daniela Sales Armendariz" userId="184e57a0-798c-4631-a9c3-d4f65b615685" providerId="ADAL" clId="{DF796C4C-B7E6-49EF-A623-003113919E54}" dt="2026-06-26T19:30:08.857" v="1560" actId="1035"/>
          <ac:spMkLst>
            <pc:docMk/>
            <pc:sldMk cId="3805655920" sldId="288"/>
            <ac:spMk id="12" creationId="{D189C0F3-A369-E814-8D14-77628DE47DE4}"/>
          </ac:spMkLst>
        </pc:spChg>
        <pc:spChg chg="add mod">
          <ac:chgData name="Daniela Sales Armendariz" userId="184e57a0-798c-4631-a9c3-d4f65b615685" providerId="ADAL" clId="{DF796C4C-B7E6-49EF-A623-003113919E54}" dt="2026-06-26T19:30:27.899" v="1600" actId="1035"/>
          <ac:spMkLst>
            <pc:docMk/>
            <pc:sldMk cId="3805655920" sldId="288"/>
            <ac:spMk id="16" creationId="{C7E08663-CA02-7AB4-7765-E7109BD6FDDF}"/>
          </ac:spMkLst>
        </pc:spChg>
        <pc:spChg chg="add mod">
          <ac:chgData name="Daniela Sales Armendariz" userId="184e57a0-798c-4631-a9c3-d4f65b615685" providerId="ADAL" clId="{DF796C4C-B7E6-49EF-A623-003113919E54}" dt="2026-06-26T19:30:40.418" v="1608" actId="1035"/>
          <ac:spMkLst>
            <pc:docMk/>
            <pc:sldMk cId="3805655920" sldId="288"/>
            <ac:spMk id="20" creationId="{12F1E52F-14C7-46F7-26F7-3DA98C902F9F}"/>
          </ac:spMkLst>
        </pc:spChg>
        <pc:spChg chg="add mod">
          <ac:chgData name="Daniela Sales Armendariz" userId="184e57a0-798c-4631-a9c3-d4f65b615685" providerId="ADAL" clId="{DF796C4C-B7E6-49EF-A623-003113919E54}" dt="2026-06-26T19:31:33.217" v="1616" actId="1076"/>
          <ac:spMkLst>
            <pc:docMk/>
            <pc:sldMk cId="3805655920" sldId="288"/>
            <ac:spMk id="26" creationId="{E134446C-FA6E-E98C-4336-7624A1E978C0}"/>
          </ac:spMkLst>
        </pc:spChg>
        <pc:spChg chg="add mod">
          <ac:chgData name="Daniela Sales Armendariz" userId="184e57a0-798c-4631-a9c3-d4f65b615685" providerId="ADAL" clId="{DF796C4C-B7E6-49EF-A623-003113919E54}" dt="2026-06-26T19:31:47.977" v="1618" actId="1076"/>
          <ac:spMkLst>
            <pc:docMk/>
            <pc:sldMk cId="3805655920" sldId="288"/>
            <ac:spMk id="28" creationId="{23A86244-C30E-74FD-6EB5-B96EA309DD88}"/>
          </ac:spMkLst>
        </pc:spChg>
        <pc:graphicFrameChg chg="mod">
          <ac:chgData name="Daniela Sales Armendariz" userId="184e57a0-798c-4631-a9c3-d4f65b615685" providerId="ADAL" clId="{DF796C4C-B7E6-49EF-A623-003113919E54}" dt="2026-06-26T19:29:14.807" v="1437" actId="1035"/>
          <ac:graphicFrameMkLst>
            <pc:docMk/>
            <pc:sldMk cId="3805655920" sldId="288"/>
            <ac:graphicFrameMk id="2" creationId="{86BEACC4-E897-1DD4-BF73-5A2BFDAC40B4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19:29:20.452" v="1455" actId="1035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19:29:26.108" v="1471" actId="1035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19:29:49.863" v="1520" actId="1035"/>
          <ac:graphicFrameMkLst>
            <pc:docMk/>
            <pc:sldMk cId="3805655920" sldId="288"/>
            <ac:graphicFrameMk id="8" creationId="{045818D2-93EB-EE7B-0A24-8714996CA617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19:30:02.053" v="1545" actId="1035"/>
          <ac:graphicFrameMkLst>
            <pc:docMk/>
            <pc:sldMk cId="3805655920" sldId="288"/>
            <ac:graphicFrameMk id="10" creationId="{A87AC78A-ADFF-8F84-CA03-18EF7DFADBC3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19:30:16.902" v="1579" actId="1035"/>
          <ac:graphicFrameMkLst>
            <pc:docMk/>
            <pc:sldMk cId="3805655920" sldId="288"/>
            <ac:graphicFrameMk id="14" creationId="{EE8AFB78-C49D-0B0A-4FE6-C6ABACF623A0}"/>
          </ac:graphicFrameMkLst>
        </pc:graphicFrameChg>
        <pc:picChg chg="add mod">
          <ac:chgData name="Daniela Sales Armendariz" userId="184e57a0-798c-4631-a9c3-d4f65b615685" providerId="ADAL" clId="{DF796C4C-B7E6-49EF-A623-003113919E54}" dt="2026-06-26T19:30:32.554" v="1605" actId="1035"/>
          <ac:picMkLst>
            <pc:docMk/>
            <pc:sldMk cId="3805655920" sldId="288"/>
            <ac:picMk id="18" creationId="{DEC66E38-9792-04F1-90BD-BAFC5DF9FF2B}"/>
          </ac:picMkLst>
        </pc:picChg>
        <pc:picChg chg="add mod">
          <ac:chgData name="Daniela Sales Armendariz" userId="184e57a0-798c-4631-a9c3-d4f65b615685" providerId="ADAL" clId="{DF796C4C-B7E6-49EF-A623-003113919E54}" dt="2026-06-26T19:30:53.779" v="1610" actId="1076"/>
          <ac:picMkLst>
            <pc:docMk/>
            <pc:sldMk cId="3805655920" sldId="288"/>
            <ac:picMk id="22" creationId="{32513107-5316-3902-2C34-AC148220EFC6}"/>
          </ac:picMkLst>
        </pc:picChg>
        <pc:picChg chg="add mod">
          <ac:chgData name="Daniela Sales Armendariz" userId="184e57a0-798c-4631-a9c3-d4f65b615685" providerId="ADAL" clId="{DF796C4C-B7E6-49EF-A623-003113919E54}" dt="2026-06-26T19:31:11.926" v="1613" actId="1076"/>
          <ac:picMkLst>
            <pc:docMk/>
            <pc:sldMk cId="3805655920" sldId="288"/>
            <ac:picMk id="24" creationId="{1BE49878-AD22-A66B-3337-703C64BC7EE4}"/>
          </ac:picMkLst>
        </pc:picChg>
      </pc:sldChg>
      <pc:sldChg chg="modSp mod">
        <pc:chgData name="Daniela Sales Armendariz" userId="184e57a0-798c-4631-a9c3-d4f65b615685" providerId="ADAL" clId="{DF796C4C-B7E6-49EF-A623-003113919E54}" dt="2026-06-26T18:54:10.078" v="1010" actId="20577"/>
        <pc:sldMkLst>
          <pc:docMk/>
          <pc:sldMk cId="940563321" sldId="299"/>
        </pc:sldMkLst>
        <pc:spChg chg="mod">
          <ac:chgData name="Daniela Sales Armendariz" userId="184e57a0-798c-4631-a9c3-d4f65b615685" providerId="ADAL" clId="{DF796C4C-B7E6-49EF-A623-003113919E54}" dt="2026-06-26T18:52:48.620" v="997" actId="1036"/>
          <ac:spMkLst>
            <pc:docMk/>
            <pc:sldMk cId="940563321" sldId="299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8:54:10.078" v="1010" actId="20577"/>
          <ac:spMkLst>
            <pc:docMk/>
            <pc:sldMk cId="940563321" sldId="299"/>
            <ac:spMk id="10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18:52:30.536" v="924" actId="1036"/>
          <ac:graphicFrameMkLst>
            <pc:docMk/>
            <pc:sldMk cId="940563321" sldId="299"/>
            <ac:graphicFrameMk id="9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6T18:52:55.994" v="999" actId="1036"/>
          <ac:picMkLst>
            <pc:docMk/>
            <pc:sldMk cId="940563321" sldId="299"/>
            <ac:picMk id="6" creationId="{00000000-0000-0000-0000-000000000000}"/>
          </ac:picMkLst>
        </pc:picChg>
        <pc:cxnChg chg="mod">
          <ac:chgData name="Daniela Sales Armendariz" userId="184e57a0-798c-4631-a9c3-d4f65b615685" providerId="ADAL" clId="{DF796C4C-B7E6-49EF-A623-003113919E54}" dt="2026-06-26T18:52:37.727" v="958" actId="1036"/>
          <ac:cxnSpMkLst>
            <pc:docMk/>
            <pc:sldMk cId="940563321" sldId="299"/>
            <ac:cxnSpMk id="8" creationId="{00000000-0000-0000-0000-000000000000}"/>
          </ac:cxnSpMkLst>
        </pc:cxnChg>
      </pc:sldChg>
      <pc:sldChg chg="addSp modSp mod">
        <pc:chgData name="Daniela Sales Armendariz" userId="184e57a0-798c-4631-a9c3-d4f65b615685" providerId="ADAL" clId="{DF796C4C-B7E6-49EF-A623-003113919E54}" dt="2026-06-26T18:30:51.078" v="534" actId="1036"/>
        <pc:sldMkLst>
          <pc:docMk/>
          <pc:sldMk cId="0" sldId="300"/>
        </pc:sldMkLst>
        <pc:spChg chg="mod">
          <ac:chgData name="Daniela Sales Armendariz" userId="184e57a0-798c-4631-a9c3-d4f65b615685" providerId="ADAL" clId="{DF796C4C-B7E6-49EF-A623-003113919E54}" dt="2026-06-26T18:30:15.511" v="466" actId="1035"/>
          <ac:spMkLst>
            <pc:docMk/>
            <pc:sldMk cId="0" sldId="300"/>
            <ac:spMk id="6" creationId="{00000000-0000-0000-0000-000000000000}"/>
          </ac:spMkLst>
        </pc:spChg>
        <pc:spChg chg="add mod">
          <ac:chgData name="Daniela Sales Armendariz" userId="184e57a0-798c-4631-a9c3-d4f65b615685" providerId="ADAL" clId="{DF796C4C-B7E6-49EF-A623-003113919E54}" dt="2026-06-26T18:29:32.873" v="455" actId="1036"/>
          <ac:spMkLst>
            <pc:docMk/>
            <pc:sldMk cId="0" sldId="300"/>
            <ac:spMk id="11" creationId="{8B1C6587-3A62-CE3D-783F-F9E702176F4F}"/>
          </ac:spMkLst>
        </pc:spChg>
        <pc:spChg chg="add">
          <ac:chgData name="Daniela Sales Armendariz" userId="184e57a0-798c-4631-a9c3-d4f65b615685" providerId="ADAL" clId="{DF796C4C-B7E6-49EF-A623-003113919E54}" dt="2026-06-26T18:29:18.910" v="441" actId="22"/>
          <ac:spMkLst>
            <pc:docMk/>
            <pc:sldMk cId="0" sldId="300"/>
            <ac:spMk id="13" creationId="{7EF0513C-81CD-0F6C-4357-5FC36E8FEA91}"/>
          </ac:spMkLst>
        </pc:spChg>
        <pc:graphicFrameChg chg="add mod">
          <ac:chgData name="Daniela Sales Armendariz" userId="184e57a0-798c-4631-a9c3-d4f65b615685" providerId="ADAL" clId="{DF796C4C-B7E6-49EF-A623-003113919E54}" dt="2026-06-26T18:30:29.583" v="513" actId="1035"/>
          <ac:graphicFrameMkLst>
            <pc:docMk/>
            <pc:sldMk cId="0" sldId="300"/>
            <ac:graphicFrameMk id="8" creationId="{B7561195-621D-8833-9E58-479E1DFB49A6}"/>
          </ac:graphicFrameMkLst>
        </pc:graphicFrameChg>
        <pc:graphicFrameChg chg="add mod modGraphic">
          <ac:chgData name="Daniela Sales Armendariz" userId="184e57a0-798c-4631-a9c3-d4f65b615685" providerId="ADAL" clId="{DF796C4C-B7E6-49EF-A623-003113919E54}" dt="2026-06-26T18:30:51.078" v="534" actId="1036"/>
          <ac:graphicFrameMkLst>
            <pc:docMk/>
            <pc:sldMk cId="0" sldId="300"/>
            <ac:graphicFrameMk id="9" creationId="{4A79673D-9E27-93C2-77CC-78DB11835D9E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6T18:49:23.400" v="898" actId="20577"/>
        <pc:sldMkLst>
          <pc:docMk/>
          <pc:sldMk cId="0" sldId="306"/>
        </pc:sldMkLst>
        <pc:spChg chg="mod">
          <ac:chgData name="Daniela Sales Armendariz" userId="184e57a0-798c-4631-a9c3-d4f65b615685" providerId="ADAL" clId="{DF796C4C-B7E6-49EF-A623-003113919E54}" dt="2026-06-26T18:49:23.400" v="898" actId="20577"/>
          <ac:spMkLst>
            <pc:docMk/>
            <pc:sldMk cId="0" sldId="306"/>
            <ac:spMk id="3" creationId="{00000000-0000-0000-0000-000000000000}"/>
          </ac:spMkLst>
        </pc:spChg>
      </pc:sldChg>
      <pc:sldChg chg="add">
        <pc:chgData name="Daniela Sales Armendariz" userId="184e57a0-798c-4631-a9c3-d4f65b615685" providerId="ADAL" clId="{DF796C4C-B7E6-49EF-A623-003113919E54}" dt="2026-06-26T18:40:46.204" v="864"/>
        <pc:sldMkLst>
          <pc:docMk/>
          <pc:sldMk cId="0" sldId="308"/>
        </pc:sldMkLst>
      </pc:sldChg>
      <pc:sldChg chg="add">
        <pc:chgData name="Daniela Sales Armendariz" userId="184e57a0-798c-4631-a9c3-d4f65b615685" providerId="ADAL" clId="{DF796C4C-B7E6-49EF-A623-003113919E54}" dt="2026-06-26T18:44:24.620" v="867"/>
        <pc:sldMkLst>
          <pc:docMk/>
          <pc:sldMk cId="2486393778" sldId="309"/>
        </pc:sldMkLst>
      </pc:sldChg>
      <pc:sldChg chg="add">
        <pc:chgData name="Daniela Sales Armendariz" userId="184e57a0-798c-4631-a9c3-d4f65b615685" providerId="ADAL" clId="{DF796C4C-B7E6-49EF-A623-003113919E54}" dt="2026-06-26T18:44:56.117" v="869"/>
        <pc:sldMkLst>
          <pc:docMk/>
          <pc:sldMk cId="0" sldId="310"/>
        </pc:sldMkLst>
      </pc:sldChg>
      <pc:sldChg chg="add">
        <pc:chgData name="Daniela Sales Armendariz" userId="184e57a0-798c-4631-a9c3-d4f65b615685" providerId="ADAL" clId="{DF796C4C-B7E6-49EF-A623-003113919E54}" dt="2026-06-26T18:45:42.740" v="871"/>
        <pc:sldMkLst>
          <pc:docMk/>
          <pc:sldMk cId="0" sldId="311"/>
        </pc:sldMkLst>
      </pc:sldChg>
      <pc:sldChg chg="add">
        <pc:chgData name="Daniela Sales Armendariz" userId="184e57a0-798c-4631-a9c3-d4f65b615685" providerId="ADAL" clId="{DF796C4C-B7E6-49EF-A623-003113919E54}" dt="2026-06-26T18:46:16.455" v="873"/>
        <pc:sldMkLst>
          <pc:docMk/>
          <pc:sldMk cId="0" sldId="312"/>
        </pc:sldMkLst>
      </pc:sldChg>
      <pc:sldChg chg="add">
        <pc:chgData name="Daniela Sales Armendariz" userId="184e57a0-798c-4631-a9c3-d4f65b615685" providerId="ADAL" clId="{DF796C4C-B7E6-49EF-A623-003113919E54}" dt="2026-06-26T18:58:53.152" v="1034"/>
        <pc:sldMkLst>
          <pc:docMk/>
          <pc:sldMk cId="3389377132" sldId="314"/>
        </pc:sldMkLst>
      </pc:sldChg>
      <pc:sldChg chg="add">
        <pc:chgData name="Daniela Sales Armendariz" userId="184e57a0-798c-4631-a9c3-d4f65b615685" providerId="ADAL" clId="{DF796C4C-B7E6-49EF-A623-003113919E54}" dt="2026-06-26T18:59:25.456" v="1036"/>
        <pc:sldMkLst>
          <pc:docMk/>
          <pc:sldMk cId="1900016669" sldId="315"/>
        </pc:sldMkLst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4:24.148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4:24.148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4:24.148" v="2" actId="22"/>
          <ac:spMkLst>
            <pc:docMk/>
            <pc:sldMk cId="748044913" sldId="287"/>
            <ac:spMk id="10" creationId="{0870FF02-0FFE-D5BA-BCB5-A4D5F7B7CD43}"/>
          </ac:spMkLst>
        </pc:spChg>
        <pc:spChg chg="add">
          <ac:chgData name="Rohan Myron Oprisko" userId="a7c52ab4-f8b1-4d15-aaf6-6388cc510347" providerId="ADAL" clId="{97C26823-81C0-4343-94EC-E87AB1317939}" dt="2026-06-24T15:54:24.148" v="2" actId="22"/>
          <ac:spMkLst>
            <pc:docMk/>
            <pc:sldMk cId="748044913" sldId="287"/>
            <ac:spMk id="12" creationId="{9921C175-7360-13D5-F8B7-EBE22D921C1C}"/>
          </ac:spMkLst>
        </pc:spChg>
      </pc:sldChg>
    </pc:docChg>
  </pc:docChgLst>
  <pc:docChgLst>
    <pc:chgData name="Laura Patricia Galvan Chavez" userId="S::laura.galvan@imss.gob.mx::6b13af50-ce8b-483e-8fc4-f994efaf3289" providerId="AD" clId="Web-{BA232885-8D6D-52F8-D908-FEC3155F7A0E}"/>
    <pc:docChg chg="modSld">
      <pc:chgData name="Laura Patricia Galvan Chavez" userId="S::laura.galvan@imss.gob.mx::6b13af50-ce8b-483e-8fc4-f994efaf3289" providerId="AD" clId="Web-{BA232885-8D6D-52F8-D908-FEC3155F7A0E}" dt="2026-06-23T19:46:17.913" v="18" actId="14100"/>
      <pc:docMkLst>
        <pc:docMk/>
      </pc:docMkLst>
      <pc:sldChg chg="addSp delSp modSp">
        <pc:chgData name="Laura Patricia Galvan Chavez" userId="S::laura.galvan@imss.gob.mx::6b13af50-ce8b-483e-8fc4-f994efaf3289" providerId="AD" clId="Web-{BA232885-8D6D-52F8-D908-FEC3155F7A0E}" dt="2026-06-23T19:46:17.913" v="18" actId="14100"/>
        <pc:sldMkLst>
          <pc:docMk/>
          <pc:sldMk cId="0" sldId="260"/>
        </pc:sldMkLst>
        <pc:graphicFrameChg chg="mod modGraphic">
          <ac:chgData name="Laura Patricia Galvan Chavez" userId="S::laura.galvan@imss.gob.mx::6b13af50-ce8b-483e-8fc4-f994efaf3289" providerId="AD" clId="Web-{BA232885-8D6D-52F8-D908-FEC3155F7A0E}" dt="2026-06-23T19:45:41.491" v="13"/>
          <ac:graphicFrameMkLst>
            <pc:docMk/>
            <pc:sldMk cId="0" sldId="260"/>
            <ac:graphicFrameMk id="5" creationId="{6DC9DD6A-2936-288C-E063-2CADEE427F9A}"/>
          </ac:graphicFrameMkLst>
        </pc:graphicFrameChg>
        <pc:picChg chg="add mod">
          <ac:chgData name="Laura Patricia Galvan Chavez" userId="S::laura.galvan@imss.gob.mx::6b13af50-ce8b-483e-8fc4-f994efaf3289" providerId="AD" clId="Web-{BA232885-8D6D-52F8-D908-FEC3155F7A0E}" dt="2026-06-23T19:46:17.913" v="18" actId="14100"/>
          <ac:picMkLst>
            <pc:docMk/>
            <pc:sldMk cId="0" sldId="260"/>
            <ac:picMk id="2" creationId="{234EB69A-2CDA-C5CB-4E1A-3EB20CF93F6C}"/>
          </ac:picMkLst>
        </pc:picChg>
      </pc:sldChg>
    </pc:docChg>
  </pc:docChgLst>
  <pc:docChgLst>
    <pc:chgData name="Daniela Sales Armendariz" userId="S::daniela.sales@imss.gob.mx::184e57a0-798c-4631-a9c3-d4f65b615685" providerId="AD" clId="Web-{5F44137A-78BE-BBF2-0271-AAFF4483D9BE}"/>
    <pc:docChg chg="addSld delSld modSld">
      <pc:chgData name="Daniela Sales Armendariz" userId="S::daniela.sales@imss.gob.mx::184e57a0-798c-4631-a9c3-d4f65b615685" providerId="AD" clId="Web-{5F44137A-78BE-BBF2-0271-AAFF4483D9BE}" dt="2026-06-26T00:02:51.232" v="10" actId="1076"/>
      <pc:docMkLst>
        <pc:docMk/>
      </pc:docMkLst>
      <pc:sldChg chg="modSp">
        <pc:chgData name="Daniela Sales Armendariz" userId="S::daniela.sales@imss.gob.mx::184e57a0-798c-4631-a9c3-d4f65b615685" providerId="AD" clId="Web-{5F44137A-78BE-BBF2-0271-AAFF4483D9BE}" dt="2026-06-25T23:52:36.190" v="1" actId="20577"/>
        <pc:sldMkLst>
          <pc:docMk/>
          <pc:sldMk cId="0" sldId="256"/>
        </pc:sldMkLst>
        <pc:spChg chg="mod">
          <ac:chgData name="Daniela Sales Armendariz" userId="S::daniela.sales@imss.gob.mx::184e57a0-798c-4631-a9c3-d4f65b615685" providerId="AD" clId="Web-{5F44137A-78BE-BBF2-0271-AAFF4483D9BE}" dt="2026-06-25T23:52:36.190" v="1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">
        <pc:chgData name="Daniela Sales Armendariz" userId="S::daniela.sales@imss.gob.mx::184e57a0-798c-4631-a9c3-d4f65b615685" providerId="AD" clId="Web-{5F44137A-78BE-BBF2-0271-AAFF4483D9BE}" dt="2026-06-26T00:00:21.417" v="7" actId="1076"/>
        <pc:sldMkLst>
          <pc:docMk/>
          <pc:sldMk cId="0" sldId="258"/>
        </pc:sldMkLst>
        <pc:graphicFrameChg chg="mod">
          <ac:chgData name="Daniela Sales Armendariz" userId="S::daniela.sales@imss.gob.mx::184e57a0-798c-4631-a9c3-d4f65b615685" providerId="AD" clId="Web-{5F44137A-78BE-BBF2-0271-AAFF4483D9BE}" dt="2026-06-26T00:00:21.417" v="7" actId="1076"/>
          <ac:graphicFrameMkLst>
            <pc:docMk/>
            <pc:sldMk cId="0" sldId="258"/>
            <ac:graphicFrameMk id="137" creationId="{00000000-0000-0000-0000-000000000000}"/>
          </ac:graphicFrameMkLst>
        </pc:graphicFrameChg>
      </pc:sldChg>
      <pc:sldChg chg="modSp">
        <pc:chgData name="Daniela Sales Armendariz" userId="S::daniela.sales@imss.gob.mx::184e57a0-798c-4631-a9c3-d4f65b615685" providerId="AD" clId="Web-{5F44137A-78BE-BBF2-0271-AAFF4483D9BE}" dt="2026-06-26T00:02:51.232" v="10" actId="1076"/>
        <pc:sldMkLst>
          <pc:docMk/>
          <pc:sldMk cId="0" sldId="260"/>
        </pc:sldMkLst>
        <pc:graphicFrameChg chg="mod">
          <ac:chgData name="Daniela Sales Armendariz" userId="S::daniela.sales@imss.gob.mx::184e57a0-798c-4631-a9c3-d4f65b615685" providerId="AD" clId="Web-{5F44137A-78BE-BBF2-0271-AAFF4483D9BE}" dt="2026-06-26T00:02:51.232" v="10" actId="1076"/>
          <ac:graphicFrameMkLst>
            <pc:docMk/>
            <pc:sldMk cId="0" sldId="260"/>
            <ac:graphicFrameMk id="11" creationId="{00000000-0000-0000-0000-000000000000}"/>
          </ac:graphicFrameMkLst>
        </pc:graphicFrameChg>
        <pc:picChg chg="mod">
          <ac:chgData name="Daniela Sales Armendariz" userId="S::daniela.sales@imss.gob.mx::184e57a0-798c-4631-a9c3-d4f65b615685" providerId="AD" clId="Web-{5F44137A-78BE-BBF2-0271-AAFF4483D9BE}" dt="2026-06-26T00:02:45.639" v="9" actId="1076"/>
          <ac:picMkLst>
            <pc:docMk/>
            <pc:sldMk cId="0" sldId="260"/>
            <ac:picMk id="10" creationId="{00000000-0000-0000-0000-000000000000}"/>
          </ac:picMkLst>
        </pc:picChg>
      </pc:sldChg>
      <pc:sldChg chg="add">
        <pc:chgData name="Daniela Sales Armendariz" userId="S::daniela.sales@imss.gob.mx::184e57a0-798c-4631-a9c3-d4f65b615685" providerId="AD" clId="Web-{5F44137A-78BE-BBF2-0271-AAFF4483D9BE}" dt="2026-06-25T23:59:17.729" v="2"/>
        <pc:sldMkLst>
          <pc:docMk/>
          <pc:sldMk cId="3139400653" sldId="307"/>
        </pc:sldMkLst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2T23:23:53.261" v="86" actId="1036"/>
      <pc:docMkLst>
        <pc:docMk/>
      </pc:docMkLst>
      <pc:sldChg chg="modSp mod">
        <pc:chgData name="Laura Patricia Galvan Chavez" userId="6b13af50-ce8b-483e-8fc4-f994efaf3289" providerId="ADAL" clId="{655D084B-7DF1-4C24-9447-417D7DC498B8}" dt="2026-06-29T17:30:46.358" v="59" actId="1076"/>
        <pc:sldMkLst>
          <pc:docMk/>
          <pc:sldMk cId="0" sldId="260"/>
        </pc:sldMkLst>
        <pc:graphicFrameChg chg="mod">
          <ac:chgData name="Laura Patricia Galvan Chavez" userId="6b13af50-ce8b-483e-8fc4-f994efaf3289" providerId="ADAL" clId="{655D084B-7DF1-4C24-9447-417D7DC498B8}" dt="2026-06-29T17:30:46.358" v="59" actId="1076"/>
          <ac:graphicFrameMkLst>
            <pc:docMk/>
            <pc:sldMk cId="0" sldId="260"/>
            <ac:graphicFrameMk id="11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7:33:22.298" v="60" actId="1076"/>
        <pc:sldMkLst>
          <pc:docMk/>
          <pc:sldMk cId="0" sldId="263"/>
        </pc:sldMkLst>
        <pc:spChg chg="mod">
          <ac:chgData name="Laura Patricia Galvan Chavez" userId="6b13af50-ce8b-483e-8fc4-f994efaf3289" providerId="ADAL" clId="{655D084B-7DF1-4C24-9447-417D7DC498B8}" dt="2026-06-29T17:33:22.298" v="60" actId="1076"/>
          <ac:spMkLst>
            <pc:docMk/>
            <pc:sldMk cId="0" sldId="263"/>
            <ac:spMk id="60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7:43:45.612" v="74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7:43:45.612" v="74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7:34:08.136" v="62" actId="1076"/>
        <pc:sldMkLst>
          <pc:docMk/>
          <pc:sldMk cId="540716406" sldId="280"/>
        </pc:sldMkLst>
        <pc:spChg chg="mod">
          <ac:chgData name="Laura Patricia Galvan Chavez" userId="6b13af50-ce8b-483e-8fc4-f994efaf3289" providerId="ADAL" clId="{655D084B-7DF1-4C24-9447-417D7DC498B8}" dt="2026-06-29T17:33:59.861" v="61" actId="1076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7:33:59.861" v="61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7:33:59.861" v="61" actId="1076"/>
          <ac:spMkLst>
            <pc:docMk/>
            <pc:sldMk cId="540716406" sldId="280"/>
            <ac:spMk id="240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7:34:08.136" v="62" actId="1076"/>
          <ac:graphicFrameMkLst>
            <pc:docMk/>
            <pc:sldMk cId="540716406" sldId="280"/>
            <ac:graphicFrameMk id="236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9T17:33:59.861" v="61" actId="1076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58:49.506" v="75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19:58:49.506" v="75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7:29:49.360" v="58" actId="20577"/>
        <pc:sldMkLst>
          <pc:docMk/>
          <pc:sldMk cId="3139400653" sldId="307"/>
        </pc:sldMkLst>
        <pc:graphicFrameChg chg="modGraphic">
          <ac:chgData name="Laura Patricia Galvan Chavez" userId="6b13af50-ce8b-483e-8fc4-f994efaf3289" providerId="ADAL" clId="{655D084B-7DF1-4C24-9447-417D7DC498B8}" dt="2026-06-29T17:29:49.360" v="58" actId="20577"/>
          <ac:graphicFrameMkLst>
            <pc:docMk/>
            <pc:sldMk cId="3139400653" sldId="307"/>
            <ac:graphicFrameMk id="7" creationId="{34E32B0C-651B-C8C6-5B95-0AB52CE1B77E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3:16:34.558" v="76" actId="1076"/>
        <pc:sldMkLst>
          <pc:docMk/>
          <pc:sldMk cId="2486393778" sldId="309"/>
        </pc:sldMkLst>
        <pc:graphicFrameChg chg="mod">
          <ac:chgData name="Laura Patricia Galvan Chavez" userId="6b13af50-ce8b-483e-8fc4-f994efaf3289" providerId="ADAL" clId="{655D084B-7DF1-4C24-9447-417D7DC498B8}" dt="2026-07-02T23:16:34.558" v="76" actId="1076"/>
          <ac:graphicFrameMkLst>
            <pc:docMk/>
            <pc:sldMk cId="2486393778" sldId="309"/>
            <ac:graphicFrameMk id="11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3:21:56.911" v="80" actId="20577"/>
        <pc:sldMkLst>
          <pc:docMk/>
          <pc:sldMk cId="3389377132" sldId="314"/>
        </pc:sldMkLst>
        <pc:graphicFrameChg chg="modGraphic">
          <ac:chgData name="Laura Patricia Galvan Chavez" userId="6b13af50-ce8b-483e-8fc4-f994efaf3289" providerId="ADAL" clId="{655D084B-7DF1-4C24-9447-417D7DC498B8}" dt="2026-07-02T23:21:56.911" v="80" actId="20577"/>
          <ac:graphicFrameMkLst>
            <pc:docMk/>
            <pc:sldMk cId="3389377132" sldId="314"/>
            <ac:graphicFrameMk id="18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3:23:53.261" v="86" actId="1036"/>
        <pc:sldMkLst>
          <pc:docMk/>
          <pc:sldMk cId="1900016669" sldId="315"/>
        </pc:sldMkLst>
        <pc:graphicFrameChg chg="mod modGraphic">
          <ac:chgData name="Laura Patricia Galvan Chavez" userId="6b13af50-ce8b-483e-8fc4-f994efaf3289" providerId="ADAL" clId="{655D084B-7DF1-4C24-9447-417D7DC498B8}" dt="2026-07-02T23:23:53.261" v="86" actId="1036"/>
          <ac:graphicFrameMkLst>
            <pc:docMk/>
            <pc:sldMk cId="1900016669" sldId="315"/>
            <ac:graphicFrameMk id="11" creationId="{1CF2B322-167D-24E9-38F8-DB21C63F8A1A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2T23:23:25.434" v="83" actId="20577"/>
          <ac:graphicFrameMkLst>
            <pc:docMk/>
            <pc:sldMk cId="1900016669" sldId="315"/>
            <ac:graphicFrameMk id="18" creationId="{BB40930D-D56E-5D6B-DBC2-8C7D30673BA2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2E8B-4463-974D-4C358F91342E}"/>
              </c:ext>
            </c:extLst>
          </c:dPt>
          <c:dPt>
            <c:idx val="1"/>
            <c:bubble3D val="0"/>
            <c:spPr>
              <a:solidFill>
                <a:schemeClr val="accent2">
                  <a:lumMod val="10000"/>
                  <a:lumOff val="9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2E8B-4463-974D-4C358F91342E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2E8B-4463-974D-4C358F91342E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2E8B-4463-974D-4C358F91342E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2E8B-4463-974D-4C358F91342E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1061869</c:v>
                </c:pt>
                <c:pt idx="1">
                  <c:v>1952597</c:v>
                </c:pt>
                <c:pt idx="2">
                  <c:v>494805</c:v>
                </c:pt>
                <c:pt idx="3">
                  <c:v>2640555</c:v>
                </c:pt>
                <c:pt idx="4">
                  <c:v>35643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E8B-4463-974D-4C358F913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52B-478C-B29F-A6DC5602C844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52B-478C-B29F-A6DC5602C844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42.727477103868551</c:v>
                </c:pt>
                <c:pt idx="1">
                  <c:v>57.272522896131449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2B-478C-B29F-A6DC5602C8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6E4-47F5-A7E6-286E81C91272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6E4-47F5-A7E6-286E81C91272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6.3572929818000006</c:v>
                </c:pt>
                <c:pt idx="1">
                  <c:v>93.642707018199999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E4-47F5-A7E6-286E81C912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913-464A-8CF6-7A2DE58EA374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913-464A-8CF6-7A2DE58EA374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35.7053979696502</c:v>
                </c:pt>
                <c:pt idx="1">
                  <c:v>64.294602030349807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913-464A-8CF6-7A2DE58EA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BA0-4EF8-882D-EA97E2496A90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BA0-4EF8-882D-EA97E2496A90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39.023560432083016</c:v>
                </c:pt>
                <c:pt idx="1">
                  <c:v>60.976439567916984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A0-4EF8-882D-EA97E2496A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A460-4619-A015-6F70F3EF2A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102</c:v>
                </c:pt>
                <c:pt idx="2">
                  <c:v>116</c:v>
                </c:pt>
                <c:pt idx="3">
                  <c:v>103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460-4619-A015-6F70F3EF2AD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96734336"/>
        <c:axId val="197016192"/>
      </c:barChart>
      <c:catAx>
        <c:axId val="196734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197016192"/>
        <c:crosses val="autoZero"/>
        <c:auto val="1"/>
        <c:lblAlgn val="ctr"/>
        <c:lblOffset val="100"/>
        <c:noMultiLvlLbl val="0"/>
      </c:catAx>
      <c:valAx>
        <c:axId val="197016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96734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 de la Construcción</c:v>
                </c:pt>
                <c:pt idx="2">
                  <c:v>Servicios para Empresas, Personas y el Hogar</c:v>
                </c:pt>
                <c:pt idx="3">
                  <c:v>Industrias Extractivas</c:v>
                </c:pt>
                <c:pt idx="4">
                  <c:v>Ind Eléctrica y Captación y Suministro de Agua Potable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17136</c:v>
                </c:pt>
                <c:pt idx="1">
                  <c:v>20967</c:v>
                </c:pt>
                <c:pt idx="2">
                  <c:v>41037</c:v>
                </c:pt>
                <c:pt idx="3">
                  <c:v>1066</c:v>
                </c:pt>
                <c:pt idx="4">
                  <c:v>3232</c:v>
                </c:pt>
                <c:pt idx="5">
                  <c:v>29919</c:v>
                </c:pt>
                <c:pt idx="6">
                  <c:v>77305</c:v>
                </c:pt>
                <c:pt idx="7">
                  <c:v>62327</c:v>
                </c:pt>
                <c:pt idx="8">
                  <c:v>8976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B5C-45ED-99B8-57AE7CD300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 de la Construcción</c:v>
                </c:pt>
                <c:pt idx="2">
                  <c:v>Servicios para Empresas, Personas y el Hogar</c:v>
                </c:pt>
                <c:pt idx="3">
                  <c:v>Industrias Extractivas</c:v>
                </c:pt>
                <c:pt idx="4">
                  <c:v>Ind Eléctrica y Captación y Suministro de Agua Potable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15759</c:v>
                </c:pt>
                <c:pt idx="1">
                  <c:v>19375</c:v>
                </c:pt>
                <c:pt idx="2">
                  <c:v>38584</c:v>
                </c:pt>
                <c:pt idx="3">
                  <c:v>1025</c:v>
                </c:pt>
                <c:pt idx="4">
                  <c:v>3202</c:v>
                </c:pt>
                <c:pt idx="5">
                  <c:v>29746</c:v>
                </c:pt>
                <c:pt idx="6">
                  <c:v>77021</c:v>
                </c:pt>
                <c:pt idx="7">
                  <c:v>64870</c:v>
                </c:pt>
                <c:pt idx="8">
                  <c:v>9657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B5C-45ED-99B8-57AE7CD300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97703552"/>
        <c:axId val="197705088"/>
      </c:barChart>
      <c:catAx>
        <c:axId val="197703552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197705088"/>
        <c:crosses val="autoZero"/>
        <c:auto val="1"/>
        <c:lblAlgn val="ctr"/>
        <c:lblOffset val="100"/>
        <c:noMultiLvlLbl val="0"/>
      </c:catAx>
      <c:valAx>
        <c:axId val="19770508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9770355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223360</c:v>
                </c:pt>
                <c:pt idx="1">
                  <c:v>221608</c:v>
                </c:pt>
                <c:pt idx="2">
                  <c:v>220229</c:v>
                </c:pt>
                <c:pt idx="3">
                  <c:v>223454</c:v>
                </c:pt>
                <c:pt idx="4">
                  <c:v>237487</c:v>
                </c:pt>
                <c:pt idx="5">
                  <c:v>243926</c:v>
                </c:pt>
                <c:pt idx="6">
                  <c:v>258123</c:v>
                </c:pt>
                <c:pt idx="7">
                  <c:v>261965</c:v>
                </c:pt>
                <c:pt idx="8">
                  <c:v>259239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CE-4F5A-9B96-29760B12EC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97271552"/>
        <c:axId val="197273088"/>
      </c:barChart>
      <c:catAx>
        <c:axId val="197271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97273088"/>
        <c:crosses val="autoZero"/>
        <c:auto val="1"/>
        <c:lblAlgn val="ctr"/>
        <c:lblOffset val="100"/>
        <c:noMultiLvlLbl val="0"/>
      </c:catAx>
      <c:valAx>
        <c:axId val="1972730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9727155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54160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chart" Target="../charts/chart6.xml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Chiapas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rPr lang="es-ES"/>
              <a:t>Julio</a:t>
            </a:r>
            <a: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6" name="Google Shape;66;p15">
            <a:extLst>
              <a:ext uri="{FF2B5EF4-FFF2-40B4-BE49-F238E27FC236}">
                <a16:creationId xmlns:a16="http://schemas.microsoft.com/office/drawing/2014/main" id="{CE4DB243-0FC9-F9F8-E7B2-0977820E5DEE}"/>
              </a:ext>
            </a:extLst>
          </p:cNvPr>
          <p:cNvSpPr/>
          <p:nvPr/>
        </p:nvSpPr>
        <p:spPr>
          <a:xfrm>
            <a:off x="0" y="571500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" name="Google Shape;67;p15">
            <a:extLst>
              <a:ext uri="{FF2B5EF4-FFF2-40B4-BE49-F238E27FC236}">
                <a16:creationId xmlns:a16="http://schemas.microsoft.com/office/drawing/2014/main" id="{34E32B0C-651B-C8C6-5B95-0AB52CE1B7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285511"/>
              </p:ext>
            </p:extLst>
          </p:nvPr>
        </p:nvGraphicFramePr>
        <p:xfrm>
          <a:off x="1051913" y="2469924"/>
          <a:ext cx="5178175" cy="701697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4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2283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Prestaciones Médicas</a:t>
                      </a:r>
                      <a:endParaRPr sz="100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Javier Navarrete García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Médico Cirujano con especialidad en Cirugía General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marzo de 2023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23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Salud en el Trabajo, Prestaciones Económicas y Sociales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 Ana Lourdes Balboa Orduña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Gestión y Auditoría Ambiental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 01 de septiembre de 2025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253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Afiliación y Cobranza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C.P.C. José Alberto Zamora Díaz 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Contaduría Pública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03 de abril 2023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3054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Desarrollo de Personal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Ricardo Zepeda Gutiérrez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Adinistración y Políticas </a:t>
                      </a: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Publicas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18 de mayo de 2026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165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Finanzas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Juan Carlos Ramos Castillo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 y maestría. en Administración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mayo de 2024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5049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Benjamín Sauza Gutiérez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Derecho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</a:t>
                      </a:r>
                      <a:r>
                        <a:rPr lang="e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02 junio 2025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0175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César Matos García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Derecho y Contaduría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junio de 2023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0175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Sección XIV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 Sergio Sindy Sánchez Aguilar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180000" marR="0" lvl="0" indent="-9000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Contaduría Pública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180000" marR="0" lvl="0" indent="-9000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17 marzo 2025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Google Shape;68;p15">
            <a:extLst>
              <a:ext uri="{FF2B5EF4-FFF2-40B4-BE49-F238E27FC236}">
                <a16:creationId xmlns:a16="http://schemas.microsoft.com/office/drawing/2014/main" id="{EC14FA17-0D92-E728-582C-BA05BA4897C9}"/>
              </a:ext>
            </a:extLst>
          </p:cNvPr>
          <p:cNvSpPr txBox="1"/>
          <p:nvPr/>
        </p:nvSpPr>
        <p:spPr>
          <a:xfrm>
            <a:off x="2798775" y="698125"/>
            <a:ext cx="41988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Dr. Hermilo Domínguez Zárate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408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Médico Cirujano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408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Especialidad en Salud Pública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01 de diciembre de 2024</a:t>
            </a:r>
            <a:endParaRPr sz="12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Fue titular de la Dirección de Prestaciones Médicas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70;p15" title="Captura de pantalla 2025-07-14 a la(s) 17.38.12.png">
            <a:extLst>
              <a:ext uri="{FF2B5EF4-FFF2-40B4-BE49-F238E27FC236}">
                <a16:creationId xmlns:a16="http://schemas.microsoft.com/office/drawing/2014/main" id="{B79C0879-22D9-5207-C21C-62C9D9A9EC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2625" y="571499"/>
            <a:ext cx="1580100" cy="17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5" title="Captura de pantalla 2025-07-14 a la(s) 17.51.37.png">
            <a:extLst>
              <a:ext uri="{FF2B5EF4-FFF2-40B4-BE49-F238E27FC236}">
                <a16:creationId xmlns:a16="http://schemas.microsoft.com/office/drawing/2014/main" id="{D4FAB483-38CE-15AE-EC2C-73FBEBF1C8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3074" y="8733950"/>
            <a:ext cx="664985" cy="655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3;p15">
            <a:extLst>
              <a:ext uri="{FF2B5EF4-FFF2-40B4-BE49-F238E27FC236}">
                <a16:creationId xmlns:a16="http://schemas.microsoft.com/office/drawing/2014/main" id="{8F99A00C-7785-7775-71E7-35D74E13602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3074" y="2548383"/>
            <a:ext cx="737025" cy="793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4;p15">
            <a:extLst>
              <a:ext uri="{FF2B5EF4-FFF2-40B4-BE49-F238E27FC236}">
                <a16:creationId xmlns:a16="http://schemas.microsoft.com/office/drawing/2014/main" id="{1D3A151E-0C9F-B539-815B-C270B55CA56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6481" y="3495471"/>
            <a:ext cx="727660" cy="897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75;p15">
            <a:extLst>
              <a:ext uri="{FF2B5EF4-FFF2-40B4-BE49-F238E27FC236}">
                <a16:creationId xmlns:a16="http://schemas.microsoft.com/office/drawing/2014/main" id="{73A54B32-D265-633D-BE98-52035EE9607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rcRect b="-7188"/>
          <a:stretch>
            <a:fillRect/>
          </a:stretch>
        </p:blipFill>
        <p:spPr>
          <a:xfrm>
            <a:off x="5381992" y="4589896"/>
            <a:ext cx="924600" cy="9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6;p15">
            <a:extLst>
              <a:ext uri="{FF2B5EF4-FFF2-40B4-BE49-F238E27FC236}">
                <a16:creationId xmlns:a16="http://schemas.microsoft.com/office/drawing/2014/main" id="{510AB38B-6E75-E41E-E538-B00B921E5AC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51200" y="6474301"/>
            <a:ext cx="613426" cy="598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77;p15">
            <a:extLst>
              <a:ext uri="{FF2B5EF4-FFF2-40B4-BE49-F238E27FC236}">
                <a16:creationId xmlns:a16="http://schemas.microsoft.com/office/drawing/2014/main" id="{04FD9DB8-9C25-C2A3-299F-982289973CA3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rcRect l="5660" t="9492"/>
          <a:stretch>
            <a:fillRect/>
          </a:stretch>
        </p:blipFill>
        <p:spPr>
          <a:xfrm>
            <a:off x="5551200" y="7102338"/>
            <a:ext cx="578706" cy="64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78;p15">
            <a:extLst>
              <a:ext uri="{FF2B5EF4-FFF2-40B4-BE49-F238E27FC236}">
                <a16:creationId xmlns:a16="http://schemas.microsoft.com/office/drawing/2014/main" id="{C84A1053-F38C-F68A-3D37-CB6345DBE524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16481" y="7869915"/>
            <a:ext cx="655622" cy="598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8B9248B-1D79-F96B-DD74-19852F8D76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7119" y="5671772"/>
            <a:ext cx="679030" cy="67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40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256661"/>
              </p:ext>
            </p:extLst>
          </p:nvPr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372745" y="1140192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1,061,869</a:t>
            </a:r>
            <a:br>
              <a:rPr/>
            </a:br>
            <a:r>
              <a:t>17%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9590" y="1123200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4742145" y="1292401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076044" y="2946783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1,952,597</a:t>
            </a:r>
            <a:br>
              <a:rPr/>
            </a:br>
            <a:r>
              <a:t>32%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819" y="2926372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420635" y="3074400"/>
            <a:ext cx="122400" cy="1224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079265" y="421200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494,805</a:t>
            </a:r>
            <a:br>
              <a:rPr/>
            </a:br>
            <a:r>
              <a:t>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8700" y="4262573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3484800" y="43488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-43916" y="3373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2,640,555</a:t>
            </a:r>
            <a:br>
              <a:rPr/>
            </a:br>
            <a:r>
              <a:t>43%</a:t>
            </a:r>
          </a:p>
        </p:txBody>
      </p:sp>
      <p:pic>
        <p:nvPicPr>
          <p:cNvPr id="128" name="Picture 127" descr="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681" y="3357514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324850" y="35027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100392" y="1048560"/>
            <a:ext cx="1689771" cy="468000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r>
              <a:rPr lang="es-MX"/>
              <a:t> </a:t>
            </a:r>
            <a:r>
              <a:t>35,643</a:t>
            </a:r>
            <a:br>
              <a:rPr/>
            </a:br>
            <a:r>
              <a:t>0.58%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3631" y="1039756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3183938" y="1145597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6,185,469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</a:t>
            </a:r>
            <a:r>
              <a:rPr err="1"/>
              <a:t>Dirección</a:t>
            </a:r>
            <a:r>
              <a:t> de </a:t>
            </a:r>
            <a:r>
              <a:rPr err="1"/>
              <a:t>Incorporación</a:t>
            </a:r>
            <a:r>
              <a:t> y </a:t>
            </a:r>
            <a:r>
              <a:rPr err="1"/>
              <a:t>Recaudación</a:t>
            </a:r>
            <a:r>
              <a:t>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</a:t>
            </a:r>
            <a:r>
              <a:rPr err="1"/>
              <a:t>refiere</a:t>
            </a:r>
            <a:r>
              <a:t> a personas </a:t>
            </a:r>
            <a:r>
              <a:rPr err="1"/>
              <a:t>derechohabientes</a:t>
            </a:r>
            <a:r>
              <a:t> (</a:t>
            </a:r>
            <a:r>
              <a:rPr err="1"/>
              <a:t>titulares</a:t>
            </a:r>
            <a:r>
              <a:t> y </a:t>
            </a:r>
            <a:r>
              <a:rPr err="1"/>
              <a:t>familiares</a:t>
            </a:r>
            <a:r>
              <a:t>) </a:t>
            </a:r>
            <a:r>
              <a:rPr err="1"/>
              <a:t>adscritas</a:t>
            </a:r>
            <a:r>
              <a:t>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3600" y="9852706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085037"/>
              </p:ext>
            </p:extLst>
          </p:nvPr>
        </p:nvGraphicFramePr>
        <p:xfrm>
          <a:off x="132200" y="513203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803,426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1,061,869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480,798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677,740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225,667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259,239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203,237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295,707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294,156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322,628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384,129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803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758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3,740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7,568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102%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0" name="Table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980465"/>
              </p:ext>
            </p:extLst>
          </p:nvPr>
        </p:nvGraphicFramePr>
        <p:xfrm>
          <a:off x="5947200" y="8733600"/>
          <a:ext cx="1738800" cy="57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  <a:r>
                        <a:rPr lang="es-MX"/>
                        <a:t>**</a:t>
                      </a:r>
                      <a:endParaRPr/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5027294" y="9500420"/>
            <a:ext cx="281166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</a:t>
            </a:r>
            <a:r>
              <a:rPr err="1"/>
              <a:t>que</a:t>
            </a:r>
            <a:r>
              <a:t> </a:t>
            </a:r>
            <a:r>
              <a:rPr err="1"/>
              <a:t>superaron</a:t>
            </a:r>
            <a:r>
              <a:t> </a:t>
            </a:r>
            <a:r>
              <a:rPr err="1"/>
              <a:t>el</a:t>
            </a:r>
            <a:r>
              <a:t> umbral de </a:t>
            </a:r>
            <a:r>
              <a:rPr err="1"/>
              <a:t>ingreso</a:t>
            </a:r>
            <a:r>
              <a:t> </a:t>
            </a:r>
            <a:r>
              <a:rPr err="1"/>
              <a:t>mínimo</a:t>
            </a:r>
            <a:r>
              <a:t> </a:t>
            </a:r>
            <a:r>
              <a:rPr err="1"/>
              <a:t>neto</a:t>
            </a:r>
            <a:endParaRPr/>
          </a:p>
        </p:txBody>
      </p:sp>
      <p:pic>
        <p:nvPicPr>
          <p:cNvPr id="142" name="Picture 141" descr="PTP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400" y="8161200"/>
            <a:ext cx="1666800" cy="48600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253938"/>
              </p:ext>
            </p:extLst>
          </p:nvPr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Nivel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29</a:t>
                      </a:r>
                      <a:r>
                        <a:rPr lang="es-MX" sz="1000" dirty="0">
                          <a:latin typeface="Montserrat"/>
                        </a:rPr>
                        <a:t>7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35</a:t>
                      </a:r>
                      <a:r>
                        <a:rPr lang="es-MX" sz="1000" dirty="0">
                          <a:latin typeface="Montserrat"/>
                        </a:rPr>
                        <a:t>8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234475"/>
              </p:ext>
            </p:extLst>
          </p:nvPr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563</a:t>
                      </a:r>
                      <a:r>
                        <a:rPr lang="es-MX" baseline="30000" dirty="0"/>
                        <a:t>2</a:t>
                      </a:r>
                      <a:endParaRPr baseline="30000" dirty="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198000" y="9574629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Incluye</a:t>
            </a:r>
            <a:r>
              <a:t> 28 UMF, 1 UMF-UMAA y no </a:t>
            </a:r>
            <a:r>
              <a:rPr err="1"/>
              <a:t>incluye</a:t>
            </a:r>
            <a:r>
              <a:t> 13 </a:t>
            </a:r>
            <a:r>
              <a:rPr err="1"/>
              <a:t>Unidades</a:t>
            </a:r>
            <a:r>
              <a:t> </a:t>
            </a:r>
            <a:r>
              <a:rPr err="1"/>
              <a:t>Auxiliares</a:t>
            </a:r>
            <a:r>
              <a:t> de Medicina Familiar.</a:t>
            </a:r>
            <a:br>
              <a:rPr/>
            </a:br>
            <a:r>
              <a:t>² No </a:t>
            </a:r>
            <a:r>
              <a:rPr err="1"/>
              <a:t>incluye</a:t>
            </a:r>
            <a:r>
              <a:t> </a:t>
            </a:r>
            <a:r>
              <a:rPr err="1"/>
              <a:t>Unidades</a:t>
            </a:r>
            <a:r>
              <a:t> </a:t>
            </a:r>
            <a:r>
              <a:rPr err="1"/>
              <a:t>médicas</a:t>
            </a:r>
            <a:r>
              <a:t> </a:t>
            </a:r>
            <a:r>
              <a:rPr err="1"/>
              <a:t>móviles</a:t>
            </a:r>
            <a:r>
              <a:t> (UMM) </a:t>
            </a:r>
            <a:r>
              <a:rPr err="1"/>
              <a:t>ni</a:t>
            </a:r>
            <a:r>
              <a:t> </a:t>
            </a:r>
            <a:r>
              <a:rPr err="1"/>
              <a:t>Brigadas</a:t>
            </a:r>
            <a:r>
              <a:t> de </a:t>
            </a:r>
            <a:r>
              <a:rPr err="1"/>
              <a:t>salud</a:t>
            </a:r>
            <a:r>
              <a:t>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1500" y="9877029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yo</a:t>
            </a:r>
            <a:r>
              <a:rPr dirty="0"/>
              <a:t>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1D15AD-4538-D14C-1580-DC65BFDEC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00" y="1474839"/>
            <a:ext cx="5462027" cy="50109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10;g3d0b4d3c5c9_3_23">
            <a:extLst>
              <a:ext uri="{FF2B5EF4-FFF2-40B4-BE49-F238E27FC236}">
                <a16:creationId xmlns:a16="http://schemas.microsoft.com/office/drawing/2014/main" id="{6DC9DD6A-2936-288C-E063-2CADEE427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867512"/>
              </p:ext>
            </p:extLst>
          </p:nvPr>
        </p:nvGraphicFramePr>
        <p:xfrm>
          <a:off x="288000" y="1191600"/>
          <a:ext cx="708955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8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de 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Zona Tapachula, Chiapas</a:t>
                      </a:r>
                      <a:endParaRPr sz="18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116;g3d0b4d3c5c9_3_23">
            <a:extLst>
              <a:ext uri="{FF2B5EF4-FFF2-40B4-BE49-F238E27FC236}">
                <a16:creationId xmlns:a16="http://schemas.microsoft.com/office/drawing/2014/main" id="{5C14B75E-987D-5262-C18F-72D37892A4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20" y="2124482"/>
            <a:ext cx="2693769" cy="2023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34EB69A-2CDA-C5CB-4E1A-3EB20CF93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326" y="1858387"/>
            <a:ext cx="4393420" cy="2637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hi_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41" y="5297258"/>
            <a:ext cx="7488000" cy="7272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568387"/>
              </p:ext>
            </p:extLst>
          </p:nvPr>
        </p:nvGraphicFramePr>
        <p:xfrm>
          <a:off x="56628" y="6536012"/>
          <a:ext cx="7650000" cy="188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Noviembre</a:t>
                      </a:r>
                      <a:r>
                        <a:t> de 1973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Diciembre</a:t>
                      </a:r>
                      <a:r>
                        <a:t>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29</a:t>
                      </a:r>
                      <a:r>
                        <a:rPr lang="es-MX" dirty="0"/>
                        <a:t>7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19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¹Incluye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quirófano</a:t>
            </a:r>
            <a:r>
              <a:rPr dirty="0"/>
              <a:t>,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híbridas</a:t>
            </a:r>
            <a:r>
              <a:rPr dirty="0"/>
              <a:t> y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IFU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yo</a:t>
            </a:r>
            <a:r>
              <a:rPr dirty="0"/>
              <a:t>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574053"/>
              </p:ext>
            </p:extLst>
          </p:nvPr>
        </p:nvGraphicFramePr>
        <p:xfrm>
          <a:off x="75600" y="1234800"/>
          <a:ext cx="7650000" cy="340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IMSS-</a:t>
                      </a:r>
                      <a:r>
                        <a:rPr dirty="0" err="1"/>
                        <a:t>Coplamar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Felipe Ecatepec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Ocosingo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Ocozocoautla de Espinosa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Bochil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Motozintla de Mendoza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Venustiano Carranza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Benemérito de Las Américas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Mapastepec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Guadalupe Tepeyac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Altamirano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41</a:t>
                      </a:r>
                      <a:r>
                        <a:rPr lang="es-MX" dirty="0"/>
                        <a:t>9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13</a:t>
                      </a: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9752" y="4722985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¹Incluye </a:t>
            </a:r>
            <a:r>
              <a:rPr dirty="0" err="1">
                <a:solidFill>
                  <a:schemeClr val="tx1"/>
                </a:solidFill>
              </a:rPr>
              <a:t>salas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quirófano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salas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híbridas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salas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mixtas</a:t>
            </a:r>
            <a:r>
              <a:rPr dirty="0">
                <a:solidFill>
                  <a:schemeClr val="tx1"/>
                </a:solidFill>
              </a:rPr>
              <a:t>, no </a:t>
            </a:r>
            <a:r>
              <a:rPr dirty="0" err="1">
                <a:solidFill>
                  <a:schemeClr val="tx1"/>
                </a:solidFill>
              </a:rPr>
              <a:t>considera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salas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tococirugía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expulsión</a:t>
            </a:r>
            <a:r>
              <a:rPr dirty="0">
                <a:solidFill>
                  <a:schemeClr val="tx1"/>
                </a:solidFill>
              </a:rPr>
              <a:t>.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Fuente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Cédula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actualización</a:t>
            </a:r>
            <a:r>
              <a:rPr dirty="0">
                <a:solidFill>
                  <a:schemeClr val="tx1"/>
                </a:solidFill>
              </a:rPr>
              <a:t> de variables </a:t>
            </a:r>
            <a:r>
              <a:rPr dirty="0" err="1">
                <a:solidFill>
                  <a:schemeClr val="tx1"/>
                </a:solidFill>
              </a:rPr>
              <a:t>seleccionados</a:t>
            </a:r>
            <a:r>
              <a:rPr dirty="0">
                <a:solidFill>
                  <a:schemeClr val="tx1"/>
                </a:solidFill>
              </a:rPr>
              <a:t> del IFU </a:t>
            </a:r>
            <a:r>
              <a:rPr dirty="0" err="1">
                <a:solidFill>
                  <a:schemeClr val="tx1"/>
                </a:solidFill>
              </a:rPr>
              <a:t>enviados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por</a:t>
            </a:r>
            <a:r>
              <a:rPr dirty="0">
                <a:solidFill>
                  <a:schemeClr val="tx1"/>
                </a:solidFill>
              </a:rPr>
              <a:t> el OOAD.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ma</a:t>
            </a:r>
            <a:r>
              <a:rPr lang="es-MX" dirty="0">
                <a:solidFill>
                  <a:schemeClr val="tx1"/>
                </a:solidFill>
              </a:rPr>
              <a:t>yo</a:t>
            </a:r>
            <a:r>
              <a:rPr dirty="0">
                <a:solidFill>
                  <a:schemeClr val="tx1"/>
                </a:solidFill>
              </a:rPr>
              <a:t> de 2026</a:t>
            </a:r>
          </a:p>
        </p:txBody>
      </p:sp>
      <p:graphicFrame>
        <p:nvGraphicFramePr>
          <p:cNvPr id="8" name="Table 153">
            <a:extLst>
              <a:ext uri="{FF2B5EF4-FFF2-40B4-BE49-F238E27FC236}">
                <a16:creationId xmlns:a16="http://schemas.microsoft.com/office/drawing/2014/main" id="{B7561195-621D-8833-9E58-479E1DFB4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492863"/>
              </p:ext>
            </p:extLst>
          </p:nvPr>
        </p:nvGraphicFramePr>
        <p:xfrm>
          <a:off x="93600" y="6647607"/>
          <a:ext cx="7534799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</a:t>
                      </a:r>
                      <a:r>
                        <a:rPr err="1"/>
                        <a:t>Tonala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/>
                        <a:t>HGRE 13 "XIV de </a:t>
                      </a:r>
                      <a:r>
                        <a:rPr dirty="0" err="1"/>
                        <a:t>Septiembre</a:t>
                      </a:r>
                      <a:r>
                        <a:rPr dirty="0"/>
                        <a:t>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Google Shape;152;g370e475fb19_0_8">
            <a:extLst>
              <a:ext uri="{FF2B5EF4-FFF2-40B4-BE49-F238E27FC236}">
                <a16:creationId xmlns:a16="http://schemas.microsoft.com/office/drawing/2014/main" id="{4A79673D-9E27-93C2-77CC-78DB11835D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5116584"/>
              </p:ext>
            </p:extLst>
          </p:nvPr>
        </p:nvGraphicFramePr>
        <p:xfrm>
          <a:off x="142702" y="6108859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Equipo relevante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55">
            <a:extLst>
              <a:ext uri="{FF2B5EF4-FFF2-40B4-BE49-F238E27FC236}">
                <a16:creationId xmlns:a16="http://schemas.microsoft.com/office/drawing/2014/main" id="{8B1C6587-3A62-CE3D-783F-F9E702176F4F}"/>
              </a:ext>
            </a:extLst>
          </p:cNvPr>
          <p:cNvSpPr txBox="1"/>
          <p:nvPr/>
        </p:nvSpPr>
        <p:spPr>
          <a:xfrm>
            <a:off x="386652" y="9549154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Proyectos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/</a:t>
            </a:r>
            <a:r>
              <a:rPr dirty="0" err="1"/>
              <a:t>sustitución</a:t>
            </a:r>
            <a:r>
              <a:rPr dirty="0"/>
              <a:t> 2019-2025.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de la </a:t>
            </a:r>
            <a:r>
              <a:rPr dirty="0" err="1"/>
              <a:t>compra</a:t>
            </a:r>
            <a:r>
              <a:rPr dirty="0"/>
              <a:t> 2025-2026.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seleccionadas</a:t>
            </a:r>
            <a:r>
              <a:rPr dirty="0"/>
              <a:t> del IFU, </a:t>
            </a:r>
            <a:r>
              <a:rPr dirty="0" err="1"/>
              <a:t>enviadas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yo </a:t>
            </a:r>
            <a:r>
              <a:rPr dirty="0"/>
              <a:t>de 2026</a:t>
            </a:r>
          </a:p>
        </p:txBody>
      </p:sp>
      <p:sp>
        <p:nvSpPr>
          <p:cNvPr id="13" name="Rectangle 154">
            <a:extLst>
              <a:ext uri="{FF2B5EF4-FFF2-40B4-BE49-F238E27FC236}">
                <a16:creationId xmlns:a16="http://schemas.microsoft.com/office/drawing/2014/main" id="{7EF0513C-81CD-0F6C-4357-5FC36E8FEA91}"/>
              </a:ext>
            </a:extLst>
          </p:cNvPr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850224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83D8A8B-59B1-13BC-D85F-42743026C8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CC7739D0-971F-FDB6-13CF-63053C1FF78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AE8B1C-4CF8-6E0D-7226-9E6C11CAA59C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E5DD89D-D87F-88E6-5CFF-56F387DEFD56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991F226-0222-6105-ACCE-2FA3FC3D943E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0870FF02-0FFE-D5BA-BCB5-A4D5F7B7CD43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9921C175-7360-13D5-F8B7-EBE22D921C1C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+1,372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+237,978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+61,244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1,606,986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237,978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710,431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1,603,424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346,525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61,244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186,234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521,585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18,588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9,176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23,514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E. Sto. Domingo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F. Chapultepec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Cacahoatan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18,711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Cd.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Mazatán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Arriaga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40,904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S.Cristobal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30,022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I. Pujiltic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Angostura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Pijijiapan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Cd. Reforma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26,881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Mal Paso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Chicoasén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Comitan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30,614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Palenque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Peñitas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Pichucalco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Mapastepec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Villaflores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Escuintha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Acapetahua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Estación Júarez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Cintalapa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Frontera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Tapachula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174,342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75,745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 Tapachula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177,665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81,789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898,981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171,302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391,517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916,312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6456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36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42.7%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26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64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916,312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adroTexto 48">
            <a:extLst>
              <a:ext uri="{FF2B5EF4-FFF2-40B4-BE49-F238E27FC236}">
                <a16:creationId xmlns:a16="http://schemas.microsoft.com/office/drawing/2014/main" id="{F679BBF1-D21B-3530-8354-611AE50B8DE0}"/>
              </a:ext>
            </a:extLst>
          </p:cNvPr>
          <p:cNvSpPr txBox="1"/>
          <p:nvPr/>
        </p:nvSpPr>
        <p:spPr>
          <a:xfrm>
            <a:off x="4118089" y="5193655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5 Nuevas UMTC con   10 consultorios</a:t>
            </a:r>
          </a:p>
        </p:txBody>
      </p:sp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306C4051-E044-E777-922C-B3F72DE5F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733100"/>
              </p:ext>
            </p:extLst>
          </p:nvPr>
        </p:nvGraphicFramePr>
        <p:xfrm>
          <a:off x="4632011" y="6581932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1 Tapachula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11 Tapachula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17 San Cristóbal de las Casas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18 Comitán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19 Huixtla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 (15 consultorios)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5999" y="1520662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err="1"/>
              <a:t>Productividad</a:t>
            </a:r>
            <a:r>
              <a:t> de </a:t>
            </a:r>
            <a:r>
              <a:rPr err="1"/>
              <a:t>consultas</a:t>
            </a:r>
            <a:r>
              <a:t> de </a:t>
            </a:r>
            <a:r>
              <a:rPr err="1"/>
              <a:t>medicina</a:t>
            </a:r>
            <a:r>
              <a:t> familiar 2025-2026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(64,851 consultas)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466269"/>
              </p:ext>
            </p:extLst>
          </p:nvPr>
        </p:nvGraphicFramePr>
        <p:xfrm>
          <a:off x="151200" y="2065712"/>
          <a:ext cx="7473599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222,590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96,282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23 Tuxtla Gutiérrez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239,655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23,325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109,337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144,642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67,197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606,887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50,074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272,816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586,000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9" name="Chart 5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385200" y="60372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6%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259480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20498"/>
              </p:ext>
            </p:extLst>
          </p:nvPr>
        </p:nvGraphicFramePr>
        <p:xfrm>
          <a:off x="143502" y="1665000"/>
          <a:ext cx="7340399" cy="24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23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168,194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63,174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123,875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60,857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179,945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346,525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61,244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186,234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521,585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208607"/>
              </p:ext>
            </p:extLst>
          </p:nvPr>
        </p:nvGraphicFramePr>
        <p:xfrm>
          <a:off x="4780800" y="50292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74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35.7%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64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029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521,585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7515571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107511"/>
              </p:ext>
            </p:extLst>
          </p:nvPr>
        </p:nvGraphicFramePr>
        <p:xfrm>
          <a:off x="144000" y="1268232"/>
          <a:ext cx="7340399" cy="24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Incremento</a:t>
                      </a:r>
                      <a:r>
                        <a:t>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23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18,588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9,176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23,514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494015"/>
              </p:ext>
            </p:extLst>
          </p:nvPr>
        </p:nvGraphicFramePr>
        <p:xfrm>
          <a:off x="4780800" y="4817745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537189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39.0%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437745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45741" y="5182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23,514 </a:t>
            </a:r>
            <a:br>
              <a:rPr/>
            </a:br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0">
                <a:solidFill>
                  <a:srgbClr val="BC955C"/>
                </a:solidFill>
                <a:latin typeface="Montserrat"/>
              </a:defRPr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235 en Hospitales, 6 en sede, 20 en UMF y 110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52692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235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(1 de 5)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/ MF 15 Tonalá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05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059999"/>
          <a:ext cx="3456000" cy="249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050096"/>
              </p:ext>
            </p:extLst>
          </p:nvPr>
        </p:nvGraphicFramePr>
        <p:xfrm>
          <a:off x="430200" y="4824615"/>
          <a:ext cx="3456000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13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975998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13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393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7662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235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 de 5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Altamirano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745599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Benemérito de las Américas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51800" y="31391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Bochil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92296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Gpe Tepeyac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51800" y="5745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Mapastepec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6"/>
          <p:cNvGraphicFramePr>
            <a:graphicFrameLocks noGrp="1"/>
          </p:cNvGraphicFramePr>
          <p:nvPr/>
        </p:nvGraphicFramePr>
        <p:xfrm>
          <a:off x="360000" y="7855841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Motozintla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Cirugía</a:t>
                      </a:r>
                      <a:r>
                        <a:t>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7"/>
          <p:cNvGraphicFramePr>
            <a:graphicFrameLocks noGrp="1"/>
          </p:cNvGraphicFramePr>
          <p:nvPr/>
        </p:nvGraphicFramePr>
        <p:xfrm>
          <a:off x="4205257" y="77328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Ocosingo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7822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t> (</a:t>
            </a:r>
            <a:r>
              <a:rPr lang="es-MX"/>
              <a:t>3 de 5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Ocozozoautla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Sn Felipe Ecatepec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Venustiano 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301544"/>
            <a:ext cx="329769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</a:t>
            </a:r>
            <a:r>
              <a:rPr lang="es-MX"/>
              <a:t>en </a:t>
            </a:r>
            <a:r>
              <a:rPr err="1"/>
              <a:t>Sede</a:t>
            </a:r>
            <a:r>
              <a:t> </a:t>
            </a:r>
            <a:r>
              <a:rPr err="1"/>
              <a:t>delegacional</a:t>
            </a:r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360000" y="671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78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620714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20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Unidades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Medicina Familiar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(4 de 5)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9998" y="2191921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56402" y="2259844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Imagenología</a:t>
                      </a:r>
                      <a:r>
                        <a:t> </a:t>
                      </a:r>
                      <a:r>
                        <a:rPr err="1"/>
                        <a:t>Diagnóstico</a:t>
                      </a:r>
                      <a:r>
                        <a:t> y </a:t>
                      </a:r>
                      <a:r>
                        <a:rPr err="1"/>
                        <a:t>Terapéutica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3689524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3689524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4589523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4589523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74152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74152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59998" y="700247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481413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110 </a:t>
            </a:r>
            <a:r>
              <a:rPr err="1"/>
              <a:t>especialistas</a:t>
            </a:r>
            <a:r>
              <a:t> </a:t>
            </a:r>
            <a:r>
              <a:rPr err="1"/>
              <a:t>sustitutos</a:t>
            </a:r>
            <a:r>
              <a:rPr lang="es-MX"/>
              <a:t> (5 de 5)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6401" y="1989360"/>
          <a:ext cx="3456000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86200" y="198936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7">
            <a:extLst>
              <a:ext uri="{FF2B5EF4-FFF2-40B4-BE49-F238E27FC236}">
                <a16:creationId xmlns:a16="http://schemas.microsoft.com/office/drawing/2014/main" id="{9860ED64-BCAC-37D4-12B0-570B875663CA}"/>
              </a:ext>
            </a:extLst>
          </p:cNvPr>
          <p:cNvSpPr txBox="1"/>
          <p:nvPr/>
        </p:nvSpPr>
        <p:spPr>
          <a:xfrm>
            <a:off x="212401" y="8560800"/>
            <a:ext cx="7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rPr sz="900" err="1"/>
              <a:t>Sustitutos</a:t>
            </a:r>
            <a:r>
              <a:rPr sz="900"/>
              <a:t> se </a:t>
            </a:r>
            <a:r>
              <a:rPr sz="900" err="1"/>
              <a:t>integran</a:t>
            </a:r>
            <a:r>
              <a:rPr sz="900"/>
              <a:t> a </a:t>
            </a:r>
            <a:r>
              <a:rPr sz="900" err="1"/>
              <a:t>los</a:t>
            </a:r>
            <a:r>
              <a:rPr sz="900"/>
              <a:t> </a:t>
            </a:r>
            <a:r>
              <a:rPr sz="900" err="1"/>
              <a:t>Listados</a:t>
            </a:r>
            <a:r>
              <a:rPr sz="900"/>
              <a:t> de Bolsa de </a:t>
            </a:r>
            <a:r>
              <a:rPr sz="900" err="1"/>
              <a:t>Trabajo</a:t>
            </a:r>
            <a:r>
              <a:rPr sz="900"/>
              <a:t>, para </a:t>
            </a:r>
            <a:r>
              <a:rPr sz="900" err="1"/>
              <a:t>cubrir</a:t>
            </a:r>
            <a:r>
              <a:rPr sz="900"/>
              <a:t> las </a:t>
            </a:r>
            <a:r>
              <a:rPr sz="900" err="1"/>
              <a:t>futuras</a:t>
            </a:r>
            <a:r>
              <a:rPr sz="900"/>
              <a:t> </a:t>
            </a:r>
            <a:r>
              <a:rPr sz="900" err="1"/>
              <a:t>vacantes</a:t>
            </a:r>
            <a:r>
              <a:rPr sz="900"/>
              <a:t> </a:t>
            </a:r>
            <a:r>
              <a:rPr sz="900" err="1"/>
              <a:t>por</a:t>
            </a:r>
            <a:r>
              <a:rPr sz="900"/>
              <a:t> </a:t>
            </a:r>
            <a:r>
              <a:rPr sz="900" err="1"/>
              <a:t>jubilación</a:t>
            </a:r>
            <a:r>
              <a:rPr sz="900"/>
              <a:t>, </a:t>
            </a:r>
            <a:r>
              <a:rPr sz="900" err="1"/>
              <a:t>renuncia</a:t>
            </a:r>
            <a:r>
              <a:rPr sz="900"/>
              <a:t>, </a:t>
            </a:r>
            <a:r>
              <a:rPr sz="900" err="1"/>
              <a:t>fallecimiento</a:t>
            </a:r>
            <a:r>
              <a:rPr sz="900"/>
              <a:t>, etc., </a:t>
            </a:r>
            <a:r>
              <a:rPr sz="900" err="1"/>
              <a:t>así</a:t>
            </a:r>
            <a:r>
              <a:rPr sz="900"/>
              <a:t> </a:t>
            </a:r>
            <a:r>
              <a:rPr sz="900" err="1"/>
              <a:t>como</a:t>
            </a:r>
            <a:r>
              <a:rPr sz="900"/>
              <a:t> </a:t>
            </a:r>
            <a:r>
              <a:rPr sz="900" err="1"/>
              <a:t>ausentismo</a:t>
            </a:r>
            <a:r>
              <a:rPr sz="900"/>
              <a:t> </a:t>
            </a:r>
            <a:r>
              <a:rPr sz="900" err="1"/>
              <a:t>programado</a:t>
            </a:r>
            <a:r>
              <a:rPr sz="900"/>
              <a:t> y no </a:t>
            </a:r>
            <a:r>
              <a:rPr sz="900" err="1"/>
              <a:t>programado</a:t>
            </a:r>
            <a:r>
              <a:rPr sz="90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60281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1 de 2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00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480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(2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408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16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1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86BEACC4-E897-1DD4-BF73-5A2BFDAC40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6793534"/>
              </p:ext>
            </p:extLst>
          </p:nvPr>
        </p:nvGraphicFramePr>
        <p:xfrm>
          <a:off x="287050" y="608862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82541" y="3857981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709617"/>
              </p:ext>
            </p:extLst>
          </p:nvPr>
        </p:nvGraphicFramePr>
        <p:xfrm>
          <a:off x="32400" y="1311378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</a:t>
                      </a:r>
                      <a:r>
                        <a:rPr err="1"/>
                        <a:t>acumulado</a:t>
                      </a:r>
                      <a:r>
                        <a:t>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4,258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293754"/>
              </p:ext>
            </p:extLst>
          </p:nvPr>
        </p:nvGraphicFramePr>
        <p:xfrm>
          <a:off x="3992400" y="1322915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Google Shape;230;g370e87ffe7a_2_137">
            <a:extLst>
              <a:ext uri="{FF2B5EF4-FFF2-40B4-BE49-F238E27FC236}">
                <a16:creationId xmlns:a16="http://schemas.microsoft.com/office/drawing/2014/main" id="{045818D2-93EB-EE7B-0A24-8714996CA6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3774535"/>
              </p:ext>
            </p:extLst>
          </p:nvPr>
        </p:nvGraphicFramePr>
        <p:xfrm>
          <a:off x="287050" y="5395104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232">
            <a:extLst>
              <a:ext uri="{FF2B5EF4-FFF2-40B4-BE49-F238E27FC236}">
                <a16:creationId xmlns:a16="http://schemas.microsoft.com/office/drawing/2014/main" id="{A87AC78A-ADFF-8F84-CA03-18EF7DFAD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87940"/>
              </p:ext>
            </p:extLst>
          </p:nvPr>
        </p:nvGraphicFramePr>
        <p:xfrm>
          <a:off x="710097" y="5854005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8,427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7,973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895,387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596,932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TextBox 231">
            <a:extLst>
              <a:ext uri="{FF2B5EF4-FFF2-40B4-BE49-F238E27FC236}">
                <a16:creationId xmlns:a16="http://schemas.microsoft.com/office/drawing/2014/main" id="{D189C0F3-A369-E814-8D14-77628DE47DE4}"/>
              </a:ext>
            </a:extLst>
          </p:cNvPr>
          <p:cNvSpPr txBox="1"/>
          <p:nvPr/>
        </p:nvSpPr>
        <p:spPr>
          <a:xfrm>
            <a:off x="710097" y="6595686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información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: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junio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2026</a:t>
            </a:r>
          </a:p>
        </p:txBody>
      </p:sp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EE8AFB78-C49D-0B0A-4FE6-C6ABACF62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255039"/>
              </p:ext>
            </p:extLst>
          </p:nvPr>
        </p:nvGraphicFramePr>
        <p:xfrm>
          <a:off x="2033266" y="6818433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48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240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C7E08663-CA02-7AB4-7765-E7109BD6FDDF}"/>
              </a:ext>
            </a:extLst>
          </p:cNvPr>
          <p:cNvSpPr txBox="1"/>
          <p:nvPr/>
        </p:nvSpPr>
        <p:spPr>
          <a:xfrm>
            <a:off x="2033266" y="7555554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 cada brigada participan 5 personas del IMSS.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DEC66E38-9792-04F1-90BD-BAFC5DF9F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833" y="7862837"/>
            <a:ext cx="603366" cy="71351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2F1E52F-14C7-46F7-26F7-3DA98C902F9F}"/>
              </a:ext>
            </a:extLst>
          </p:cNvPr>
          <p:cNvSpPr txBox="1"/>
          <p:nvPr/>
        </p:nvSpPr>
        <p:spPr>
          <a:xfrm>
            <a:off x="629881" y="8511831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6556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4,723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Valoraciones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</a:b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nutricionales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pic>
        <p:nvPicPr>
          <p:cNvPr id="22" name="Imagen 21" descr="Icono&#10;&#10;El contenido generado por IA puede ser incorrecto.">
            <a:extLst>
              <a:ext uri="{FF2B5EF4-FFF2-40B4-BE49-F238E27FC236}">
                <a16:creationId xmlns:a16="http://schemas.microsoft.com/office/drawing/2014/main" id="{32513107-5316-3902-2C34-AC148220E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132" y="7906218"/>
            <a:ext cx="730135" cy="669175"/>
          </a:xfrm>
          <a:prstGeom prst="rect">
            <a:avLst/>
          </a:prstGeom>
        </p:spPr>
      </p:pic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1BE49878-AD22-A66B-3337-703C64BC7E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200" y="8019887"/>
            <a:ext cx="924445" cy="491944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E134446C-FA6E-E98C-4336-7624A1E978C0}"/>
              </a:ext>
            </a:extLst>
          </p:cNvPr>
          <p:cNvSpPr txBox="1"/>
          <p:nvPr/>
        </p:nvSpPr>
        <p:spPr>
          <a:xfrm>
            <a:off x="2969720" y="8556986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6556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8,900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Valoraciones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</a:b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bucales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3A86244-C30E-74FD-6EB5-B96EA309DD88}"/>
              </a:ext>
            </a:extLst>
          </p:cNvPr>
          <p:cNvSpPr txBox="1"/>
          <p:nvPr/>
        </p:nvSpPr>
        <p:spPr>
          <a:xfrm>
            <a:off x="5461787" y="8604164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6556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2,362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Salud visual</a:t>
            </a:r>
          </a:p>
        </p:txBody>
      </p:sp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11,812	 Personal de Salud: 5,918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+110.4%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+93.3%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1,479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+67.7%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2,209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+68.0%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856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1,438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+249.0%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356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+15.9%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84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296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283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203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rPr dirty="0"/>
                        <a:t>866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6,450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1,655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551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9,018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27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(82,251)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(8,545)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(1,037)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(1,871)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(69,668)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(5,564)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(858)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(1,073)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(19,319)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(4,599)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Los demás tumores benignos
(305)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(11,794)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(4,242)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(4,043)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(271)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(431)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55019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Fuente: Portal de Control de Abasto. En 2026, se </a:t>
            </a:r>
            <a:r>
              <a:rPr dirty="0" err="1">
                <a:solidFill>
                  <a:schemeClr val="tx1"/>
                </a:solidFill>
              </a:rPr>
              <a:t>muestra</a:t>
            </a:r>
            <a:r>
              <a:rPr dirty="0">
                <a:solidFill>
                  <a:schemeClr val="tx1"/>
                </a:solidFill>
              </a:rPr>
              <a:t> lo </a:t>
            </a:r>
            <a:r>
              <a:rPr dirty="0" err="1">
                <a:solidFill>
                  <a:schemeClr val="tx1"/>
                </a:solidFill>
              </a:rPr>
              <a:t>correspondiente</a:t>
            </a:r>
            <a:r>
              <a:rPr dirty="0">
                <a:solidFill>
                  <a:schemeClr val="tx1"/>
                </a:solidFill>
              </a:rPr>
              <a:t> al </a:t>
            </a:r>
            <a:r>
              <a:rPr dirty="0" err="1">
                <a:solidFill>
                  <a:schemeClr val="tx1"/>
                </a:solidFill>
              </a:rPr>
              <a:t>periodo</a:t>
            </a:r>
            <a:r>
              <a:rPr dirty="0">
                <a:solidFill>
                  <a:schemeClr val="tx1"/>
                </a:solidFill>
              </a:rPr>
              <a:t> del 1 de </a:t>
            </a:r>
            <a:r>
              <a:rPr dirty="0" err="1">
                <a:solidFill>
                  <a:schemeClr val="tx1"/>
                </a:solidFill>
              </a:rPr>
              <a:t>enero</a:t>
            </a:r>
            <a:r>
              <a:rPr dirty="0">
                <a:solidFill>
                  <a:schemeClr val="tx1"/>
                </a:solidFill>
              </a:rPr>
              <a:t>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146,042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1,097,669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155,089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1,375,681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89.9%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D35A2-BB4D-3E11-5937-DE3E8031A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82572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4782347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Medicamentos</a:t>
            </a:r>
            <a:r>
              <a:t> con mayor </a:t>
            </a:r>
            <a:r>
              <a:rPr err="1"/>
              <a:t>demanda</a:t>
            </a:r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80000" y="5150317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242880"/>
              </p:ext>
            </p:extLst>
          </p:nvPr>
        </p:nvGraphicFramePr>
        <p:xfrm>
          <a:off x="180000" y="5406514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err="1"/>
                        <a:t>abril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</a:t>
                      </a:r>
                      <a:r>
                        <a:rPr err="1"/>
                        <a:t>tableta</a:t>
                      </a:r>
                      <a:r>
                        <a:t> (</a:t>
                      </a:r>
                      <a:r>
                        <a:rPr err="1"/>
                        <a:t>analgésico</a:t>
                      </a:r>
                      <a:r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199,394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148,928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148,398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129,645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119,662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118,688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Complejo B, tableta, comprimido o cápsula (vitamínico)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105,455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105,050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103,478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tableta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102,889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</a:t>
            </a:r>
            <a:r>
              <a:rPr lang="es-MX"/>
              <a:t>1</a:t>
            </a:r>
            <a:r>
              <a:t> de </a:t>
            </a:r>
            <a:r>
              <a:rPr lang="es-MX"/>
              <a:t>mayo</a:t>
            </a:r>
            <a: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940563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046002" y="319172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Remodelación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59344" y="3543167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046002" y="3543167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Área</a:t>
            </a:r>
            <a:r>
              <a: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Terapia</a:t>
            </a:r>
            <a:r>
              <a: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Intensiva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28080" y="4515185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077266" y="45578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Área</a:t>
            </a:r>
            <a:r>
              <a: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Hemodiálisis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004503" y="182998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Construcción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28080" y="2194334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070982" y="2210953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 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(1a Etapa)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CHIAPAS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78902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144 camas, Tuxtla Gutiérrez (1a </a:t>
                      </a:r>
                      <a:r>
                        <a:rPr sz="1000" err="1">
                          <a:latin typeface="Montserrat"/>
                        </a:rPr>
                        <a:t>etapa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$2,920.0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Estudios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preinversión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proyecto</a:t>
                      </a:r>
                      <a:r>
                        <a:rPr sz="1000">
                          <a:latin typeface="Montserrat"/>
                        </a:rPr>
                        <a:t> HGZ 60 camas, </a:t>
                      </a:r>
                      <a:r>
                        <a:rPr sz="1000" err="1">
                          <a:latin typeface="Montserrat"/>
                        </a:rPr>
                        <a:t>Comitán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$2.4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$2,922.4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793300"/>
              </p:ext>
            </p:extLst>
          </p:nvPr>
        </p:nvGraphicFramePr>
        <p:xfrm>
          <a:off x="1785600" y="3076809"/>
          <a:ext cx="5295600" cy="425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81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98.7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mejora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2 </a:t>
                      </a:r>
                      <a:r>
                        <a:rPr sz="1000" err="1">
                          <a:latin typeface="Montserrat"/>
                        </a:rPr>
                        <a:t>subdelegaciones</a:t>
                      </a:r>
                      <a:r>
                        <a:rPr sz="1000">
                          <a:latin typeface="Montserrat"/>
                        </a:rPr>
                        <a:t> Tapachula y Tuxtla Gutiérrez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$47.8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HGSMF 15 Tonalá, HGSMF 19 Huixtla y HGZ 2 Tuxtla Gutiérrez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2 Tuxtla Gutiérrez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$36.4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UMF No. 23, Tuxtla Gutiérrez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$31.9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2 Tuxtla Gutiérrez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$15.3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7 unidades (HGZ No. 2 UMAA, UMF No.13, UMF No. 23, UMF No. 25 Tuxtla Gutiérrez;UMF No.1, UMF No. 11 Tapachula)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$13.5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UMAA Tuxtla Gutiérrez y UMF No. 17 San Cristobal de las Casas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2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$598.</a:t>
                      </a:r>
                      <a:r>
                        <a:rPr lang="es-MX" sz="1000" dirty="0"/>
                        <a:t>7</a:t>
                      </a:r>
                      <a:endParaRPr sz="1000" dirty="0"/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539638"/>
          <a:ext cx="5295600" cy="681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77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Equipo Médico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1 </a:t>
                      </a:r>
                      <a:r>
                        <a:rPr sz="1000" err="1">
                          <a:latin typeface="Montserrat"/>
                        </a:rPr>
                        <a:t>pieza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1 </a:t>
                      </a:r>
                      <a:r>
                        <a:rPr sz="1000" err="1">
                          <a:latin typeface="Montserrat"/>
                        </a:rPr>
                        <a:t>refrigerador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41315" y="878400"/>
            <a:ext cx="7729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3,521.</a:t>
            </a:r>
            <a:r>
              <a:rPr kumimoji="0" lang="es-MX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kumimoji="0" sz="14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mdp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9377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2032744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086917" y="161389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Construcción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51" y="320019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121008" y="3296256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Hospital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Rural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63" y="1935306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106256" y="2000287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Centro de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err="1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Mezclas</a:t>
            </a: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A42145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4E8B9161-4F95-C649-5C51-B3F923D5B3F1}"/>
              </a:ext>
            </a:extLst>
          </p:cNvPr>
          <p:cNvSpPr txBox="1"/>
          <p:nvPr/>
        </p:nvSpPr>
        <p:spPr>
          <a:xfrm>
            <a:off x="-1082307" y="2886894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Fortalecimiento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: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CHIAPAS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Centro de </a:t>
                      </a:r>
                      <a:r>
                        <a:rPr sz="1000" err="1">
                          <a:latin typeface="Montserrat"/>
                        </a:rPr>
                        <a:t>Simulación</a:t>
                      </a:r>
                      <a:r>
                        <a:rPr sz="1000">
                          <a:latin typeface="Montserrat"/>
                        </a:rPr>
                        <a:t> para la Excelencia Clínica y </a:t>
                      </a:r>
                      <a:r>
                        <a:rPr sz="1000" err="1">
                          <a:latin typeface="Montserrat"/>
                        </a:rPr>
                        <a:t>Quirúrgica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Tuxtla Gutiérrez, Chiapas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latin typeface="Montserrat"/>
                        </a:rPr>
                        <a:t>$149.6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599" y="2404370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5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$254.5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5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000">
                          <a:latin typeface="Montserrat"/>
                        </a:rPr>
                        <a:t>Centro de Mezclas UMF No. 1 Tapachula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</a:t>
                      </a:r>
                      <a:r>
                        <a:rPr lang="es-MX" sz="1000">
                          <a:latin typeface="Montserrat"/>
                        </a:rPr>
                        <a:t>99.1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5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000">
                          <a:latin typeface="Montserrat"/>
                        </a:rPr>
                        <a:t>Fortalecimiento del HR </a:t>
                      </a:r>
                      <a:r>
                        <a:rPr lang="es-MX" sz="1000" err="1">
                          <a:latin typeface="Montserrat"/>
                        </a:rPr>
                        <a:t>Bochil</a:t>
                      </a:r>
                      <a:endParaRPr lang="es-MX"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$26.0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$379.6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599" y="3466104"/>
          <a:ext cx="5396400" cy="633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74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</a:t>
                      </a:r>
                      <a:r>
                        <a:rPr lang="es-MX"/>
                        <a:t>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1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31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13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; 9 </a:t>
                      </a:r>
                      <a:r>
                        <a:rPr sz="1000" err="1">
                          <a:latin typeface="Montserrat"/>
                        </a:rPr>
                        <a:t>lavadoras</a:t>
                      </a:r>
                      <a:r>
                        <a:rPr sz="1000">
                          <a:latin typeface="Montserrat"/>
                        </a:rPr>
                        <a:t>, 8 </a:t>
                      </a:r>
                      <a:r>
                        <a:rPr sz="1000" err="1">
                          <a:latin typeface="Montserrat"/>
                        </a:rPr>
                        <a:t>secadoras</a:t>
                      </a:r>
                      <a:r>
                        <a:rPr sz="1000">
                          <a:latin typeface="Montserrat"/>
                        </a:rPr>
                        <a:t>, y 14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aires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acondicionados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latin typeface="Montserrat"/>
                        </a:rPr>
                        <a:t>$221.0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180948" y="972967"/>
            <a:ext cx="1159902" cy="307777"/>
          </a:xfrm>
          <a:prstGeom prst="rect">
            <a:avLst/>
          </a:prstGeom>
          <a:solidFill>
            <a:srgbClr val="9F224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750.2</a:t>
            </a:r>
            <a:r>
              <a:rPr kumimoji="0" lang="es-MX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14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mdp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graphicFrame>
        <p:nvGraphicFramePr>
          <p:cNvPr id="11" name="Google Shape;394;p15">
            <a:extLst>
              <a:ext uri="{FF2B5EF4-FFF2-40B4-BE49-F238E27FC236}">
                <a16:creationId xmlns:a16="http://schemas.microsoft.com/office/drawing/2014/main" id="{1CF2B322-167D-24E9-38F8-DB21C63F8A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9894900"/>
              </p:ext>
            </p:extLst>
          </p:nvPr>
        </p:nvGraphicFramePr>
        <p:xfrm>
          <a:off x="247284" y="4199867"/>
          <a:ext cx="7474250" cy="397116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11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9">
            <a:extLst>
              <a:ext uri="{FF2B5EF4-FFF2-40B4-BE49-F238E27FC236}">
                <a16:creationId xmlns:a16="http://schemas.microsoft.com/office/drawing/2014/main" id="{BB40930D-D56E-5D6B-DBC2-8C7D30673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381465"/>
              </p:ext>
            </p:extLst>
          </p:nvPr>
        </p:nvGraphicFramePr>
        <p:xfrm>
          <a:off x="381451" y="4587644"/>
          <a:ext cx="6798607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de Zona Comitan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$800.0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Tuxtla Gutierrez (2a </a:t>
                      </a:r>
                      <a:r>
                        <a:rPr err="1"/>
                        <a:t>etapa</a:t>
                      </a:r>
                      <a:r>
                        <a:t>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$135.0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$935.0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Google Shape;551;g3d0ffe769cd_0_0">
            <a:extLst>
              <a:ext uri="{FF2B5EF4-FFF2-40B4-BE49-F238E27FC236}">
                <a16:creationId xmlns:a16="http://schemas.microsoft.com/office/drawing/2014/main" id="{F724CE79-704C-C5D9-1A39-E75A0709E80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202050" y="6182590"/>
            <a:ext cx="7368300" cy="25270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" name="Google Shape;559;g3d0ffe769cd_0_0">
            <a:extLst>
              <a:ext uri="{FF2B5EF4-FFF2-40B4-BE49-F238E27FC236}">
                <a16:creationId xmlns:a16="http://schemas.microsoft.com/office/drawing/2014/main" id="{843E38F3-D028-7FD5-8201-E931C392A882}"/>
              </a:ext>
            </a:extLst>
          </p:cNvPr>
          <p:cNvGraphicFramePr/>
          <p:nvPr/>
        </p:nvGraphicFramePr>
        <p:xfrm>
          <a:off x="225599" y="5619713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Google Shape;552;g3d0ffe769cd_0_0">
            <a:extLst>
              <a:ext uri="{FF2B5EF4-FFF2-40B4-BE49-F238E27FC236}">
                <a16:creationId xmlns:a16="http://schemas.microsoft.com/office/drawing/2014/main" id="{749B1ADA-3F0E-CCD4-2AFA-7EF756405B55}"/>
              </a:ext>
            </a:extLst>
          </p:cNvPr>
          <p:cNvSpPr/>
          <p:nvPr/>
        </p:nvSpPr>
        <p:spPr>
          <a:xfrm>
            <a:off x="217050" y="6182589"/>
            <a:ext cx="7338300" cy="2527097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556;g3d0ffe769cd_0_0">
            <a:extLst>
              <a:ext uri="{FF2B5EF4-FFF2-40B4-BE49-F238E27FC236}">
                <a16:creationId xmlns:a16="http://schemas.microsoft.com/office/drawing/2014/main" id="{593DEC04-D72A-EC5C-F379-EB0BCDA6405B}"/>
              </a:ext>
            </a:extLst>
          </p:cNvPr>
          <p:cNvSpPr/>
          <p:nvPr/>
        </p:nvSpPr>
        <p:spPr>
          <a:xfrm>
            <a:off x="822667" y="6322889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553;g3d0ffe769cd_0_0">
            <a:extLst>
              <a:ext uri="{FF2B5EF4-FFF2-40B4-BE49-F238E27FC236}">
                <a16:creationId xmlns:a16="http://schemas.microsoft.com/office/drawing/2014/main" id="{E6BBB054-4326-F5F7-9F7A-BABBF22D3252}"/>
              </a:ext>
            </a:extLst>
          </p:cNvPr>
          <p:cNvSpPr/>
          <p:nvPr/>
        </p:nvSpPr>
        <p:spPr>
          <a:xfrm>
            <a:off x="261381" y="7089536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Google Shape;554;g3d0ffe769cd_0_0">
            <a:extLst>
              <a:ext uri="{FF2B5EF4-FFF2-40B4-BE49-F238E27FC236}">
                <a16:creationId xmlns:a16="http://schemas.microsoft.com/office/drawing/2014/main" id="{9BF51EDC-C4D7-0FE0-EA07-5EF0E1674A2A}"/>
              </a:ext>
            </a:extLst>
          </p:cNvPr>
          <p:cNvSpPr txBox="1"/>
          <p:nvPr/>
        </p:nvSpPr>
        <p:spPr>
          <a:xfrm>
            <a:off x="247284" y="7680523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562;g3d0ffe769cd_0_0">
            <a:extLst>
              <a:ext uri="{FF2B5EF4-FFF2-40B4-BE49-F238E27FC236}">
                <a16:creationId xmlns:a16="http://schemas.microsoft.com/office/drawing/2014/main" id="{6F0059C8-1817-C165-1D34-D1D9DC45708A}"/>
              </a:ext>
            </a:extLst>
          </p:cNvPr>
          <p:cNvSpPr txBox="1"/>
          <p:nvPr/>
        </p:nvSpPr>
        <p:spPr>
          <a:xfrm rot="16200000">
            <a:off x="1929433" y="7468958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8" name="Table 24">
            <a:extLst>
              <a:ext uri="{FF2B5EF4-FFF2-40B4-BE49-F238E27FC236}">
                <a16:creationId xmlns:a16="http://schemas.microsoft.com/office/drawing/2014/main" id="{FE90544A-4401-F47F-5B9E-F5AE36FEEFFA}"/>
              </a:ext>
            </a:extLst>
          </p:cNvPr>
          <p:cNvGraphicFramePr>
            <a:graphicFrameLocks noGrp="1"/>
          </p:cNvGraphicFramePr>
          <p:nvPr/>
        </p:nvGraphicFramePr>
        <p:xfrm>
          <a:off x="2522983" y="6324158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Tuxtla Gutiérrez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</a:t>
                      </a:r>
                      <a:r>
                        <a:rPr err="1"/>
                        <a:t>Donación</a:t>
                      </a:r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Tapachula, Tuxtla Gutierrez, San Cristóbal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Oval 25">
            <a:extLst>
              <a:ext uri="{FF2B5EF4-FFF2-40B4-BE49-F238E27FC236}">
                <a16:creationId xmlns:a16="http://schemas.microsoft.com/office/drawing/2014/main" id="{C4F14D59-6F4D-F587-6844-F8AD512E1E8E}"/>
              </a:ext>
            </a:extLst>
          </p:cNvPr>
          <p:cNvSpPr/>
          <p:nvPr/>
        </p:nvSpPr>
        <p:spPr>
          <a:xfrm>
            <a:off x="856183" y="6345758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705085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705085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Arial"/>
              </a:rPr>
              <a:t>10</a:t>
            </a:r>
          </a:p>
        </p:txBody>
      </p:sp>
      <p:sp>
        <p:nvSpPr>
          <p:cNvPr id="30" name="Rectangle 26">
            <a:extLst>
              <a:ext uri="{FF2B5EF4-FFF2-40B4-BE49-F238E27FC236}">
                <a16:creationId xmlns:a16="http://schemas.microsoft.com/office/drawing/2014/main" id="{D7E4A609-E841-55EA-8267-192FBAAFE318}"/>
              </a:ext>
            </a:extLst>
          </p:cNvPr>
          <p:cNvSpPr/>
          <p:nvPr/>
        </p:nvSpPr>
        <p:spPr>
          <a:xfrm>
            <a:off x="334183" y="7130558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Arial"/>
              </a:rPr>
              <a:t>6 CECI IMSS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Arial"/>
              </a:rPr>
              <a:t>4 CECI CAMPO</a:t>
            </a:r>
          </a:p>
        </p:txBody>
      </p:sp>
      <p:sp>
        <p:nvSpPr>
          <p:cNvPr id="31" name="TextBox 27">
            <a:extLst>
              <a:ext uri="{FF2B5EF4-FFF2-40B4-BE49-F238E27FC236}">
                <a16:creationId xmlns:a16="http://schemas.microsoft.com/office/drawing/2014/main" id="{E9E02BEF-AA3E-6759-A3C3-38ECBD12ED3C}"/>
              </a:ext>
            </a:extLst>
          </p:cNvPr>
          <p:cNvSpPr txBox="1"/>
          <p:nvPr/>
        </p:nvSpPr>
        <p:spPr>
          <a:xfrm>
            <a:off x="236879" y="8780735"/>
            <a:ext cx="7574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rgbClr val="000000"/>
                </a:solidFill>
                <a:latin typeface="Montserrat"/>
              </a:defRPr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¹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Terrenos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validados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. </a:t>
            </a: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 CECI p</a:t>
            </a:r>
            <a:r>
              <a:rPr kumimoji="0" sz="9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ara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9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entregar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a SICT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Tuxtla Gutiérrez.</a:t>
            </a:r>
          </a:p>
        </p:txBody>
      </p:sp>
    </p:spTree>
    <p:extLst>
      <p:ext uri="{BB962C8B-B14F-4D97-AF65-F5344CB8AC3E}">
        <p14:creationId xmlns:p14="http://schemas.microsoft.com/office/powerpoint/2010/main" val="1900016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>
            <p:extLst>
              <p:ext uri="{D42A27DB-BD31-4B8C-83A1-F6EECF244321}">
                <p14:modId xmlns:p14="http://schemas.microsoft.com/office/powerpoint/2010/main" val="3581232267"/>
              </p:ext>
            </p:extLst>
          </p:nvPr>
        </p:nvGraphicFramePr>
        <p:xfrm>
          <a:off x="287700" y="11316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9103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12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11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1,217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222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Tapachula, Los Pinos, Linda Vista Shanka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Tuxtla Gutiérrez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 Tapachula (Cierre Temporal) y No. 13 Tuxtla Gutiérrez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Tapachula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44675" y="6864972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12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8288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  <p:pic>
        <p:nvPicPr>
          <p:cNvPr id="3" name="Picture 469" descr="map_tipo2_07_chis.png">
            <a:extLst>
              <a:ext uri="{FF2B5EF4-FFF2-40B4-BE49-F238E27FC236}">
                <a16:creationId xmlns:a16="http://schemas.microsoft.com/office/drawing/2014/main" id="{C3C84189-9520-4D64-D524-27A1569EA8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8125" y="5976001"/>
            <a:ext cx="4429300" cy="342264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072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Gobierno del Estado de Chiapas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16,693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16,637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Arnecom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5,903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5,823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11,812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-8.04%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-7.59%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-5.98%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-3.85%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-0.93%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-0.58%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-0.37%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+4.08%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+7.59%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261,965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219,622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9,655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27,445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2,517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259,239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8110417-5E73-93FD-85C4-2FAF8829EDB0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$575.08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639269"/>
              </p:ext>
            </p:extLst>
          </p:nvPr>
        </p:nvGraphicFramePr>
        <p:xfrm>
          <a:off x="478800" y="1082775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 lang="es-MX"/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</a:t>
                      </a:r>
                      <a:r>
                        <a:rPr err="1"/>
                        <a:t>Cotización</a:t>
                      </a:r>
                      <a:endParaRPr/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$302.98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$575.08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$17,252.4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8945"/>
              </p:ext>
            </p:extLst>
          </p:nvPr>
        </p:nvGraphicFramePr>
        <p:xfrm>
          <a:off x="320400" y="6649200"/>
          <a:ext cx="7038000" cy="249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Ciencias y Artes de Chiapas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Politécnica de Tapachula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$5.68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Caja Popular San Juan Bosco SC de Ap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$34.47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Oleosur S A P I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Procesamiento Especializado de Alimentos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$7.12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478800" y="22590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tado</a:t>
            </a:r>
            <a:r>
              <a:rPr>
                <a:solidFill>
                  <a:schemeClr val="tx1"/>
                </a:solidFill>
              </a:rPr>
              <a:t>: Se </a:t>
            </a:r>
            <a:r>
              <a:rPr err="1">
                <a:solidFill>
                  <a:schemeClr val="tx1"/>
                </a:solidFill>
              </a:rPr>
              <a:t>utilizó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como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deflactor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salario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el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cociente</a:t>
            </a:r>
            <a:r>
              <a:rPr>
                <a:solidFill>
                  <a:schemeClr val="tx1"/>
                </a:solidFill>
              </a:rPr>
              <a:t> del INPC entre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2018 (103.02) y </a:t>
            </a:r>
            <a:r>
              <a:rPr err="1">
                <a:solidFill>
                  <a:schemeClr val="tx1"/>
                </a:solidFill>
              </a:rPr>
              <a:t>abril</a:t>
            </a:r>
            <a:r>
              <a:rPr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>
            <p:extLst>
              <p:ext uri="{D42A27DB-BD31-4B8C-83A1-F6EECF244321}">
                <p14:modId xmlns:p14="http://schemas.microsoft.com/office/powerpoint/2010/main" val="3232140247"/>
              </p:ext>
            </p:extLst>
          </p:nvPr>
        </p:nvGraphicFramePr>
        <p:xfrm>
          <a:off x="3884217" y="815694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158064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>
                <a:solidFill>
                  <a:schemeClr val="tx1"/>
                </a:solidFill>
              </a:rPr>
              <a:t>enero-diciembre</a:t>
            </a:r>
            <a:r>
              <a:rPr>
                <a:solidFill>
                  <a:schemeClr val="tx1"/>
                </a:solidFill>
              </a:rPr>
              <a:t>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2,067,867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7,853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1,945,581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7,454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63,626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35,654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9,711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10,646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Egresos</a:t>
                      </a:r>
                      <a:r>
                        <a:t>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20,588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1,647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2,081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3,325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227304"/>
              </p:ext>
            </p:extLst>
          </p:nvPr>
        </p:nvGraphicFramePr>
        <p:xfrm>
          <a:off x="310896" y="8002743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2,577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2,665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16,903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24,435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2,680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1,952,597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367,076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1,585,521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881,356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2,067,867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9,711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c1cba3-a8b7-49a1-a01c-6ad98ac12ac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F0F6CCFDB3A64EBFA59BC9399642B7" ma:contentTypeVersion="14" ma:contentTypeDescription="Crear nuevo documento." ma:contentTypeScope="" ma:versionID="3316256d3c154d6fd74bde1e4fd28e2c">
  <xsd:schema xmlns:xsd="http://www.w3.org/2001/XMLSchema" xmlns:xs="http://www.w3.org/2001/XMLSchema" xmlns:p="http://schemas.microsoft.com/office/2006/metadata/properties" xmlns:ns3="edc1cba3-a8b7-49a1-a01c-6ad98ac12acf" xmlns:ns4="3d87255f-2171-4f5a-8886-6c25af21384a" targetNamespace="http://schemas.microsoft.com/office/2006/metadata/properties" ma:root="true" ma:fieldsID="75761b047a7b492775ccf7830e498324" ns3:_="" ns4:_="">
    <xsd:import namespace="edc1cba3-a8b7-49a1-a01c-6ad98ac12acf"/>
    <xsd:import namespace="3d87255f-2171-4f5a-8886-6c25af21384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cba3-a8b7-49a1-a01c-6ad98ac12ac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7255f-2171-4f5a-8886-6c25af2138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A805D1-863E-47FE-87DC-FB7399B7A8C4}">
  <ds:schemaRefs>
    <ds:schemaRef ds:uri="3d87255f-2171-4f5a-8886-6c25af21384a"/>
    <ds:schemaRef ds:uri="edc1cba3-a8b7-49a1-a01c-6ad98ac12ac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DC24EA3-111D-4B65-9E97-ECF6962F8E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0E0688-E2AC-47E7-A884-5FE727475EAB}">
  <ds:schemaRefs>
    <ds:schemaRef ds:uri="3d87255f-2171-4f5a-8886-6c25af21384a"/>
    <ds:schemaRef ds:uri="edc1cba3-a8b7-49a1-a01c-6ad98ac12a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5084</Words>
  <Application>Microsoft Office PowerPoint</Application>
  <PresentationFormat>Personalizado</PresentationFormat>
  <Paragraphs>1961</Paragraphs>
  <Slides>29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Montserrat</vt:lpstr>
      <vt:lpstr>Arial</vt:lpstr>
      <vt:lpstr>Calibri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Martinez Flores</dc:creator>
  <cp:lastModifiedBy>Laura Patricia Galvan Chavez</cp:lastModifiedBy>
  <cp:revision>2</cp:revision>
  <dcterms:modified xsi:type="dcterms:W3CDTF">2026-07-02T23:23:55Z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0x010100E6F0F6CCFDB3A64EBFA59BC9399642B7</vt:lpwstr>
  </property>
</Properties>
</file>