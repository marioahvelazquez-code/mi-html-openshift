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87" r:id="rId7"/>
    <p:sldId id="262" r:id="rId8"/>
    <p:sldId id="263" r:id="rId9"/>
    <p:sldId id="280" r:id="rId10"/>
    <p:sldId id="267" r:id="rId11"/>
    <p:sldId id="298" r:id="rId12"/>
    <p:sldId id="301" r:id="rId13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77" r:id="rId22"/>
    <p:sldId id="278" r:id="rId23"/>
    <p:sldId id="279" r:id="rId24"/>
  </p:sldIdLst>
  <p:sldSz cx="7772400" cy="10058400"/>
  <p:notesSz cx="7023100" cy="9309100"/>
  <p:embeddedFontLst>
    <p:embeddedFont>
      <p:font typeface="Montserrat" panose="020B0604020202020204" charset="0"/>
      <p:regular r:id="rId26"/>
      <p:bold r:id="rId27"/>
      <p:italic r:id="rId28"/>
      <p:boldItalic r:id="rId29"/>
    </p:embeddedFont>
    <p:embeddedFont>
      <p:font typeface="Noto Sans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gJIVYfpSqv7bc7uOu75F5IJOjBz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ABF5AE-A4E1-98C3-963B-203B0BE4E0E5}" name="Adriana Miriam Ylizaliturri Gomez" initials="AY" userId="S::adriana.ylizaliturri@imss.gob.mx::c054c78c-207c-4278-ae44-884dbebca7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0CF7B5-0394-4C62-9B61-DF5DC3110D36}" v="12" dt="2026-07-03T21:33:26.526"/>
    <p1510:client id="{C3104A43-C97B-4644-AE04-059A512D4F48}" v="214" dt="2026-07-03T21:22:35.05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68"/>
        <p:guide pos="24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5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8:33.948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8:33.948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8:33.948" v="2" actId="22"/>
          <ac:spMkLst>
            <pc:docMk/>
            <pc:sldMk cId="748044913" sldId="287"/>
            <ac:spMk id="10" creationId="{A7314DD3-50B5-15F9-44B6-9ED529E2A2F1}"/>
          </ac:spMkLst>
        </pc:spChg>
        <pc:spChg chg="add">
          <ac:chgData name="Rohan Myron Oprisko" userId="a7c52ab4-f8b1-4d15-aaf6-6388cc510347" providerId="ADAL" clId="{97C26823-81C0-4343-94EC-E87AB1317939}" dt="2026-06-24T15:58:33.948" v="2" actId="22"/>
          <ac:spMkLst>
            <pc:docMk/>
            <pc:sldMk cId="748044913" sldId="287"/>
            <ac:spMk id="12" creationId="{63BC852C-2AD9-99D9-D769-3B6FFA29309E}"/>
          </ac:spMkLst>
        </pc:spChg>
      </pc:sldChg>
    </pc:docChg>
  </pc:docChgLst>
  <pc:docChgLst>
    <pc:chgData name="Laura Patricia Galvan Chavez" userId="S::laura.galvan@imss.gob.mx::6b13af50-ce8b-483e-8fc4-f994efaf3289" providerId="AD" clId="Web-{B4D65968-CE82-479F-D191-42F7B9C262B5}"/>
    <pc:docChg chg="modSld">
      <pc:chgData name="Laura Patricia Galvan Chavez" userId="S::laura.galvan@imss.gob.mx::6b13af50-ce8b-483e-8fc4-f994efaf3289" providerId="AD" clId="Web-{B4D65968-CE82-479F-D191-42F7B9C262B5}" dt="2026-06-23T23:04:45.841" v="42" actId="1076"/>
      <pc:docMkLst>
        <pc:docMk/>
      </pc:docMkLst>
      <pc:sldChg chg="addSp delSp modSp">
        <pc:chgData name="Laura Patricia Galvan Chavez" userId="S::laura.galvan@imss.gob.mx::6b13af50-ce8b-483e-8fc4-f994efaf3289" providerId="AD" clId="Web-{B4D65968-CE82-479F-D191-42F7B9C262B5}" dt="2026-06-23T23:04:45.841" v="42" actId="1076"/>
        <pc:sldMkLst>
          <pc:docMk/>
          <pc:sldMk cId="3240565764" sldId="297"/>
        </pc:sldMkLst>
        <pc:spChg chg="mod">
          <ac:chgData name="Laura Patricia Galvan Chavez" userId="S::laura.galvan@imss.gob.mx::6b13af50-ce8b-483e-8fc4-f994efaf3289" providerId="AD" clId="Web-{B4D65968-CE82-479F-D191-42F7B9C262B5}" dt="2026-06-23T23:03:37.544" v="26" actId="1076"/>
          <ac:spMkLst>
            <pc:docMk/>
            <pc:sldMk cId="3240565764" sldId="297"/>
            <ac:spMk id="3" creationId="{21AE8FA6-CA77-F761-93C9-BF2570CBBE30}"/>
          </ac:spMkLst>
        </pc:spChg>
        <pc:spChg chg="mod">
          <ac:chgData name="Laura Patricia Galvan Chavez" userId="S::laura.galvan@imss.gob.mx::6b13af50-ce8b-483e-8fc4-f994efaf3289" providerId="AD" clId="Web-{B4D65968-CE82-479F-D191-42F7B9C262B5}" dt="2026-06-23T23:03:10.356" v="21" actId="20577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Laura Patricia Galvan Chavez" userId="S::laura.galvan@imss.gob.mx::6b13af50-ce8b-483e-8fc4-f994efaf3289" providerId="AD" clId="Web-{B4D65968-CE82-479F-D191-42F7B9C262B5}" dt="2026-06-23T23:04:45.841" v="42" actId="1076"/>
          <ac:picMkLst>
            <pc:docMk/>
            <pc:sldMk cId="3240565764" sldId="297"/>
            <ac:picMk id="9" creationId="{C254707A-1402-779F-7E93-B56DEDA61057}"/>
          </ac:picMkLst>
        </pc:picChg>
        <pc:picChg chg="mod">
          <ac:chgData name="Laura Patricia Galvan Chavez" userId="S::laura.galvan@imss.gob.mx::6b13af50-ce8b-483e-8fc4-f994efaf3289" providerId="AD" clId="Web-{B4D65968-CE82-479F-D191-42F7B9C262B5}" dt="2026-06-23T23:03:19.919" v="24" actId="1076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  <pc:docChgLst>
    <pc:chgData name="Adriana Miriam Ylizaliturri Gomez" userId="c054c78c-207c-4278-ae44-884dbebca744" providerId="ADAL" clId="{9B871E66-1A30-42FF-AF18-83FDFD9111C9}"/>
    <pc:docChg chg="undo custSel delSld modSld modNotesMaster">
      <pc:chgData name="Adriana Miriam Ylizaliturri Gomez" userId="c054c78c-207c-4278-ae44-884dbebca744" providerId="ADAL" clId="{9B871E66-1A30-42FF-AF18-83FDFD9111C9}" dt="2026-07-03T21:23:46.001" v="3768" actId="14100"/>
      <pc:docMkLst>
        <pc:docMk/>
      </pc:docMkLst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56"/>
        </pc:sldMkLst>
        <pc:spChg chg="mod">
          <ac:chgData name="Adriana Miriam Ylizaliturri Gomez" userId="c054c78c-207c-4278-ae44-884dbebca744" providerId="ADAL" clId="{9B871E66-1A30-42FF-AF18-83FDFD9111C9}" dt="2026-06-26T22:59:38.844" v="3" actId="20577"/>
          <ac:spMkLst>
            <pc:docMk/>
            <pc:sldMk cId="0" sldId="256"/>
            <ac:spMk id="70" creationId="{00000000-0000-0000-0000-000000000000}"/>
          </ac:spMkLst>
        </pc:spChg>
      </pc:sldChg>
      <pc:sldChg chg="addSp delSp 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58"/>
        </pc:sldMkLst>
        <pc:spChg chg="mod">
          <ac:chgData name="Adriana Miriam Ylizaliturri Gomez" userId="c054c78c-207c-4278-ae44-884dbebca744" providerId="ADAL" clId="{9B871E66-1A30-42FF-AF18-83FDFD9111C9}" dt="2026-06-26T23:10:36.470" v="263" actId="1036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17:06.430" v="498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11:43.220" v="354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11:43.220" v="354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12:42.403" v="394" actId="1037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12:42.403" v="394" actId="1037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13:00.280" v="489" actId="1035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13:00.280" v="489" actId="1035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11:16.621" v="351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11:16.621" v="351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9:00:09.378" v="2072" actId="403"/>
          <ac:spMkLst>
            <pc:docMk/>
            <pc:sldMk cId="0" sldId="258"/>
            <ac:spMk id="130" creationId="{00000000-0000-0000-0000-000000000000}"/>
          </ac:spMkLst>
        </pc:spChg>
        <pc:grpChg chg="mod">
          <ac:chgData name="Adriana Miriam Ylizaliturri Gomez" userId="c054c78c-207c-4278-ae44-884dbebca744" providerId="ADAL" clId="{9B871E66-1A30-42FF-AF18-83FDFD9111C9}" dt="2026-06-26T23:10:36.470" v="263" actId="1036"/>
          <ac:grpSpMkLst>
            <pc:docMk/>
            <pc:sldMk cId="0" sldId="258"/>
            <ac:grpSpMk id="102" creationId="{00000000-0000-0000-0000-000000000000}"/>
          </ac:grpSpMkLst>
        </pc:grpChg>
        <pc:graphicFrameChg chg="mod">
          <ac:chgData name="Adriana Miriam Ylizaliturri Gomez" userId="c054c78c-207c-4278-ae44-884dbebca744" providerId="ADAL" clId="{9B871E66-1A30-42FF-AF18-83FDFD9111C9}" dt="2026-06-26T23:12:34.419" v="372" actId="1035"/>
          <ac:graphicFrameMkLst>
            <pc:docMk/>
            <pc:sldMk cId="0" sldId="258"/>
            <ac:graphicFrameMk id="117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14:38.973" v="492" actId="14861"/>
          <ac:graphicFrameMkLst>
            <pc:docMk/>
            <pc:sldMk cId="0" sldId="258"/>
            <ac:graphicFrameMk id="134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15:01.189" v="494" actId="14861"/>
          <ac:graphicFrameMkLst>
            <pc:docMk/>
            <pc:sldMk cId="0" sldId="258"/>
            <ac:graphicFrameMk id="135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14:56.691" v="493" actId="14861"/>
          <ac:graphicFrameMkLst>
            <pc:docMk/>
            <pc:sldMk cId="0" sldId="258"/>
            <ac:graphicFrameMk id="136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6T23:10:36.470" v="263" actId="1036"/>
          <ac:picMkLst>
            <pc:docMk/>
            <pc:sldMk cId="0" sldId="258"/>
            <ac:picMk id="110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23:11:43.220" v="354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23:12:42.403" v="394" actId="1037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23:13:00.280" v="489" actId="1035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23:11:16.621" v="351" actId="1076"/>
          <ac:picMkLst>
            <pc:docMk/>
            <pc:sldMk cId="0" sldId="258"/>
            <ac:picMk id="128" creationId="{00000000-0000-0000-0000-000000000000}"/>
          </ac:picMkLst>
        </pc:picChg>
        <pc:cxnChg chg="add mod">
          <ac:chgData name="Adriana Miriam Ylizaliturri Gomez" userId="c054c78c-207c-4278-ae44-884dbebca744" providerId="ADAL" clId="{9B871E66-1A30-42FF-AF18-83FDFD9111C9}" dt="2026-06-26T23:12:17.697" v="358" actId="208"/>
          <ac:cxnSpMkLst>
            <pc:docMk/>
            <pc:sldMk cId="0" sldId="258"/>
            <ac:cxnSpMk id="3" creationId="{B1FC817D-9D71-4718-A38D-2A10BBA0878D}"/>
          </ac:cxnSpMkLst>
        </pc:cxnChg>
      </pc:sldChg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59"/>
        </pc:sldMkLst>
        <pc:spChg chg="mod">
          <ac:chgData name="Adriana Miriam Ylizaliturri Gomez" userId="c054c78c-207c-4278-ae44-884dbebca744" providerId="ADAL" clId="{9B871E66-1A30-42FF-AF18-83FDFD9111C9}" dt="2026-06-29T16:59:05.329" v="1802" actId="255"/>
          <ac:spMkLst>
            <pc:docMk/>
            <pc:sldMk cId="0" sldId="259"/>
            <ac:spMk id="13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6:59:16.608" v="1804" actId="14100"/>
          <ac:spMkLst>
            <pc:docMk/>
            <pc:sldMk cId="0" sldId="259"/>
            <ac:spMk id="138" creationId="{00000000-0000-0000-0000-000000000000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9T19:27:31.986" v="2080" actId="947"/>
          <ac:graphicFrameMkLst>
            <pc:docMk/>
            <pc:sldMk cId="0" sldId="259"/>
            <ac:graphicFrameMk id="135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9T19:14:46.549" v="2076" actId="1076"/>
          <ac:graphicFrameMkLst>
            <pc:docMk/>
            <pc:sldMk cId="0" sldId="259"/>
            <ac:graphicFrameMk id="136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9T19:14:29.278" v="2074" actId="1076"/>
          <ac:picMkLst>
            <pc:docMk/>
            <pc:sldMk cId="0" sldId="259"/>
            <ac:picMk id="134" creationId="{00000000-0000-0000-0000-000000000000}"/>
          </ac:picMkLst>
        </pc:picChg>
      </pc:sldChg>
      <pc:sldChg chg="addSp delSp 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60"/>
        </pc:sldMkLst>
        <pc:spChg chg="mod">
          <ac:chgData name="Adriana Miriam Ylizaliturri Gomez" userId="c054c78c-207c-4278-ae44-884dbebca744" providerId="ADAL" clId="{9B871E66-1A30-42FF-AF18-83FDFD9111C9}" dt="2026-06-26T23:39:25.164" v="602" actId="1035"/>
          <ac:spMkLst>
            <pc:docMk/>
            <pc:sldMk cId="0" sldId="260"/>
            <ac:spMk id="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9:34:39.011" v="2096" actId="1035"/>
          <ac:spMkLst>
            <pc:docMk/>
            <pc:sldMk cId="0" sldId="260"/>
            <ac:spMk id="12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6T23:39:42.493" v="657" actId="1035"/>
          <ac:spMkLst>
            <pc:docMk/>
            <pc:sldMk cId="0" sldId="260"/>
            <ac:spMk id="13" creationId="{75DE37F3-8282-5C5D-FD1F-DF69DD726F28}"/>
          </ac:spMkLst>
        </pc:spChg>
        <pc:spChg chg="add">
          <ac:chgData name="Adriana Miriam Ylizaliturri Gomez" userId="c054c78c-207c-4278-ae44-884dbebca744" providerId="ADAL" clId="{9B871E66-1A30-42FF-AF18-83FDFD9111C9}" dt="2026-06-26T23:40:36.072" v="776" actId="22"/>
          <ac:spMkLst>
            <pc:docMk/>
            <pc:sldMk cId="0" sldId="260"/>
            <ac:spMk id="19" creationId="{08957D1B-DAF2-90B8-6782-479D0E751804}"/>
          </ac:spMkLst>
        </pc:spChg>
        <pc:spChg chg="add mod">
          <ac:chgData name="Adriana Miriam Ylizaliturri Gomez" userId="c054c78c-207c-4278-ae44-884dbebca744" providerId="ADAL" clId="{9B871E66-1A30-42FF-AF18-83FDFD9111C9}" dt="2026-06-29T18:44:54.218" v="2013" actId="1035"/>
          <ac:spMkLst>
            <pc:docMk/>
            <pc:sldMk cId="0" sldId="260"/>
            <ac:spMk id="21" creationId="{8C06A9CC-A2F4-F3AE-4500-5AF9CE2117EA}"/>
          </ac:spMkLst>
        </pc:spChg>
        <pc:graphicFrameChg chg="mod">
          <ac:chgData name="Adriana Miriam Ylizaliturri Gomez" userId="c054c78c-207c-4278-ae44-884dbebca744" providerId="ADAL" clId="{9B871E66-1A30-42FF-AF18-83FDFD9111C9}" dt="2026-06-26T23:39:30.112" v="618" actId="1035"/>
          <ac:graphicFrameMkLst>
            <pc:docMk/>
            <pc:sldMk cId="0" sldId="260"/>
            <ac:graphicFrameMk id="2" creationId="{3A291D4D-45DB-1D09-1C49-37F4F48A7029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9T19:34:35.599" v="2089" actId="1035"/>
          <ac:graphicFrameMkLst>
            <pc:docMk/>
            <pc:sldMk cId="0" sldId="260"/>
            <ac:graphicFrameMk id="11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3:40:26.796" v="774" actId="1036"/>
          <ac:graphicFrameMkLst>
            <pc:docMk/>
            <pc:sldMk cId="0" sldId="260"/>
            <ac:graphicFrameMk id="15" creationId="{D0EC4C1F-BB7A-C5F2-EE23-D32463E62CCA}"/>
          </ac:graphicFrameMkLst>
        </pc:graphicFrameChg>
        <pc:graphicFrameChg chg="add mod modGraphic">
          <ac:chgData name="Adriana Miriam Ylizaliturri Gomez" userId="c054c78c-207c-4278-ae44-884dbebca744" providerId="ADAL" clId="{9B871E66-1A30-42FF-AF18-83FDFD9111C9}" dt="2026-06-29T18:44:59.849" v="2016" actId="1038"/>
          <ac:graphicFrameMkLst>
            <pc:docMk/>
            <pc:sldMk cId="0" sldId="260"/>
            <ac:graphicFrameMk id="17" creationId="{4080C07B-6F13-6663-C26B-A3CFF0A17E11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6T23:39:36.417" v="635" actId="1035"/>
          <ac:picMkLst>
            <pc:docMk/>
            <pc:sldMk cId="0" sldId="260"/>
            <ac:picMk id="3" creationId="{F7A74E6B-C197-C9E7-A7CC-59769F7AB8E6}"/>
          </ac:picMkLst>
        </pc:picChg>
        <pc:picChg chg="mod">
          <ac:chgData name="Adriana Miriam Ylizaliturri Gomez" userId="c054c78c-207c-4278-ae44-884dbebca744" providerId="ADAL" clId="{9B871E66-1A30-42FF-AF18-83FDFD9111C9}" dt="2026-06-26T23:39:36.417" v="635" actId="1035"/>
          <ac:picMkLst>
            <pc:docMk/>
            <pc:sldMk cId="0" sldId="260"/>
            <ac:picMk id="4" creationId="{82AFE4E4-256F-46A9-E6DE-7373788D92FC}"/>
          </ac:picMkLst>
        </pc:picChg>
        <pc:picChg chg="mod">
          <ac:chgData name="Adriana Miriam Ylizaliturri Gomez" userId="c054c78c-207c-4278-ae44-884dbebca744" providerId="ADAL" clId="{9B871E66-1A30-42FF-AF18-83FDFD9111C9}" dt="2026-06-29T19:34:32.479" v="2083" actId="14100"/>
          <ac:picMkLst>
            <pc:docMk/>
            <pc:sldMk cId="0" sldId="260"/>
            <ac:picMk id="10" creationId="{00000000-0000-0000-0000-000000000000}"/>
          </ac:picMkLst>
        </pc:picChg>
        <pc:cxnChg chg="mod">
          <ac:chgData name="Adriana Miriam Ylizaliturri Gomez" userId="c054c78c-207c-4278-ae44-884dbebca744" providerId="ADAL" clId="{9B871E66-1A30-42FF-AF18-83FDFD9111C9}" dt="2026-06-26T23:39:25.164" v="602" actId="1035"/>
          <ac:cxnSpMkLst>
            <pc:docMk/>
            <pc:sldMk cId="0" sldId="260"/>
            <ac:cxnSpMk id="9" creationId="{00000000-0000-0000-0000-000000000000}"/>
          </ac:cxnSpMkLst>
        </pc:cxnChg>
      </pc:sldChg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62"/>
        </pc:sldMkLst>
        <pc:spChg chg="mod">
          <ac:chgData name="Adriana Miriam Ylizaliturri Gomez" userId="c054c78c-207c-4278-ae44-884dbebca744" providerId="ADAL" clId="{9B871E66-1A30-42FF-AF18-83FDFD9111C9}" dt="2026-06-26T23:47:30.180" v="861" actId="10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30.180" v="861" actId="10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30.180" v="861" actId="10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5:38.299" v="811" actId="1035"/>
          <ac:spMkLst>
            <pc:docMk/>
            <pc:sldMk cId="0" sldId="262"/>
            <ac:spMk id="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30.180" v="861" actId="103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30.180" v="861" actId="103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30.180" v="861" actId="1036"/>
          <ac:spMkLst>
            <pc:docMk/>
            <pc:sldMk cId="0" sldId="262"/>
            <ac:spMk id="12" creationId="{00000000-0000-0000-0000-000000000000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6T23:47:30.180" v="861" actId="1036"/>
          <ac:graphicFrameMkLst>
            <pc:docMk/>
            <pc:sldMk cId="0" sldId="262"/>
            <ac:graphicFrameMk id="8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47:30.180" v="861" actId="1036"/>
          <ac:graphicFrameMkLst>
            <pc:docMk/>
            <pc:sldMk cId="0" sldId="262"/>
            <ac:graphicFrameMk id="9" creationId="{00000000-0000-0000-0000-000000000000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6T23:47:30.180" v="861" actId="1036"/>
          <ac:cxnSpMkLst>
            <pc:docMk/>
            <pc:sldMk cId="0" sldId="262"/>
            <ac:cxnSpMk id="7" creationId="{00000000-0000-0000-0000-000000000000}"/>
          </ac:cxnSpMkLst>
        </pc:cxnChg>
      </pc:sldChg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63"/>
        </pc:sldMkLst>
        <pc:spChg chg="mod">
          <ac:chgData name="Adriana Miriam Ylizaliturri Gomez" userId="c054c78c-207c-4278-ae44-884dbebca744" providerId="ADAL" clId="{9B871E66-1A30-42FF-AF18-83FDFD9111C9}" dt="2026-06-26T23:43:14.146" v="794" actId="1076"/>
          <ac:spMkLst>
            <pc:docMk/>
            <pc:sldMk cId="0" sldId="263"/>
            <ac:spMk id="217" creationId="{00000000-0000-0000-0000-000000000000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6T23:46:10.344" v="821" actId="14734"/>
          <ac:graphicFrameMkLst>
            <pc:docMk/>
            <pc:sldMk cId="0" sldId="263"/>
            <ac:graphicFrameMk id="215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43:10.898" v="793" actId="14100"/>
          <ac:graphicFrameMkLst>
            <pc:docMk/>
            <pc:sldMk cId="0" sldId="263"/>
            <ac:graphicFrameMk id="216" creationId="{00000000-0000-0000-0000-000000000000}"/>
          </ac:graphicFrameMkLst>
        </pc:graphicFrameChg>
      </pc:sldChg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67"/>
        </pc:sldMkLst>
        <pc:spChg chg="mod">
          <ac:chgData name="Adriana Miriam Ylizaliturri Gomez" userId="c054c78c-207c-4278-ae44-884dbebca744" providerId="ADAL" clId="{9B871E66-1A30-42FF-AF18-83FDFD9111C9}" dt="2026-06-26T23:48:01.321" v="879" actId="1035"/>
          <ac:spMkLst>
            <pc:docMk/>
            <pc:sldMk cId="0" sldId="267"/>
            <ac:spMk id="235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8:04.399" v="885" actId="1036"/>
          <ac:spMkLst>
            <pc:docMk/>
            <pc:sldMk cId="0" sldId="267"/>
            <ac:spMk id="23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36.836" v="869" actId="1036"/>
          <ac:spMkLst>
            <pc:docMk/>
            <pc:sldMk cId="0" sldId="267"/>
            <ac:spMk id="237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6T23:47:36.836" v="869" actId="1036"/>
          <ac:graphicFrameMkLst>
            <pc:docMk/>
            <pc:sldMk cId="0" sldId="267"/>
            <ac:graphicFrameMk id="230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6T23:47:51.821" v="871" actId="3064"/>
          <ac:graphicFrameMkLst>
            <pc:docMk/>
            <pc:sldMk cId="0" sldId="267"/>
            <ac:graphicFrameMk id="233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47:36.836" v="869" actId="1036"/>
          <ac:graphicFrameMkLst>
            <pc:docMk/>
            <pc:sldMk cId="0" sldId="267"/>
            <ac:graphicFrameMk id="234" creationId="{00000000-0000-0000-0000-000000000000}"/>
          </ac:graphicFrameMkLst>
        </pc:graphicFrameChg>
      </pc:sldChg>
      <pc:sldChg chg="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70"/>
        </pc:sldMkLst>
      </pc:sldChg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71"/>
        </pc:sldMkLst>
        <pc:spChg chg="mod">
          <ac:chgData name="Adriana Miriam Ylizaliturri Gomez" userId="c054c78c-207c-4278-ae44-884dbebca744" providerId="ADAL" clId="{9B871E66-1A30-42FF-AF18-83FDFD9111C9}" dt="2026-06-26T23:54:49.412" v="1212" actId="1035"/>
          <ac:spMkLst>
            <pc:docMk/>
            <pc:sldMk cId="0" sldId="271"/>
            <ac:spMk id="31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7.145" v="1185" actId="1035"/>
          <ac:spMkLst>
            <pc:docMk/>
            <pc:sldMk cId="0" sldId="271"/>
            <ac:spMk id="31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7.145" v="1185" actId="1035"/>
          <ac:spMkLst>
            <pc:docMk/>
            <pc:sldMk cId="0" sldId="271"/>
            <ac:spMk id="32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7.145" v="1185" actId="1035"/>
          <ac:spMkLst>
            <pc:docMk/>
            <pc:sldMk cId="0" sldId="271"/>
            <ac:spMk id="325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7.145" v="1185" actId="1035"/>
          <ac:spMkLst>
            <pc:docMk/>
            <pc:sldMk cId="0" sldId="271"/>
            <ac:spMk id="32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7.145" v="1185" actId="1035"/>
          <ac:spMkLst>
            <pc:docMk/>
            <pc:sldMk cId="0" sldId="271"/>
            <ac:spMk id="33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7.145" v="1185" actId="1035"/>
          <ac:spMkLst>
            <pc:docMk/>
            <pc:sldMk cId="0" sldId="271"/>
            <ac:spMk id="33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7.145" v="1185" actId="1035"/>
          <ac:spMkLst>
            <pc:docMk/>
            <pc:sldMk cId="0" sldId="271"/>
            <ac:spMk id="33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7.145" v="1185" actId="1035"/>
          <ac:spMkLst>
            <pc:docMk/>
            <pc:sldMk cId="0" sldId="271"/>
            <ac:spMk id="34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7.145" v="1185" actId="1035"/>
          <ac:spMkLst>
            <pc:docMk/>
            <pc:sldMk cId="0" sldId="271"/>
            <ac:spMk id="34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52.662" v="1223" actId="1035"/>
          <ac:spMkLst>
            <pc:docMk/>
            <pc:sldMk cId="0" sldId="271"/>
            <ac:spMk id="34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30.912" v="1167" actId="1035"/>
          <ac:spMkLst>
            <pc:docMk/>
            <pc:sldMk cId="0" sldId="271"/>
            <ac:spMk id="345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4:44.084" v="1205" actId="1036"/>
          <ac:spMkLst>
            <pc:docMk/>
            <pc:sldMk cId="0" sldId="271"/>
            <ac:spMk id="346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6T23:54:17.490" v="1131" actId="14861"/>
          <ac:graphicFrameMkLst>
            <pc:docMk/>
            <pc:sldMk cId="0" sldId="271"/>
            <ac:graphicFrameMk id="344" creationId="{00000000-0000-0000-0000-000000000000}"/>
          </ac:graphicFrameMkLst>
        </pc:graphicFrameChg>
      </pc:sldChg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72"/>
        </pc:sldMkLst>
        <pc:spChg chg="mod">
          <ac:chgData name="Adriana Miriam Ylizaliturri Gomez" userId="c054c78c-207c-4278-ae44-884dbebca744" providerId="ADAL" clId="{9B871E66-1A30-42FF-AF18-83FDFD9111C9}" dt="2026-06-26T23:55:10.942" v="1224" actId="207"/>
          <ac:spMkLst>
            <pc:docMk/>
            <pc:sldMk cId="0" sldId="272"/>
            <ac:spMk id="7" creationId="{00000000-0000-0000-0000-000000000000}"/>
          </ac:spMkLst>
        </pc:spChg>
      </pc:sldChg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77"/>
        </pc:sldMkLst>
        <pc:spChg chg="mod">
          <ac:chgData name="Adriana Miriam Ylizaliturri Gomez" userId="c054c78c-207c-4278-ae44-884dbebca744" providerId="ADAL" clId="{9B871E66-1A30-42FF-AF18-83FDFD9111C9}" dt="2026-06-27T00:08:42.125" v="1466" actId="1035"/>
          <ac:spMkLst>
            <pc:docMk/>
            <pc:sldMk cId="0" sldId="277"/>
            <ac:spMk id="2" creationId="{D26B4AD6-7E08-37A4-21E2-44DFDA92F892}"/>
          </ac:spMkLst>
        </pc:spChg>
        <pc:spChg chg="mod">
          <ac:chgData name="Adriana Miriam Ylizaliturri Gomez" userId="c054c78c-207c-4278-ae44-884dbebca744" providerId="ADAL" clId="{9B871E66-1A30-42FF-AF18-83FDFD9111C9}" dt="2026-06-27T00:07:47.052" v="1410" actId="1035"/>
          <ac:spMkLst>
            <pc:docMk/>
            <pc:sldMk cId="0" sldId="277"/>
            <ac:spMk id="46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7T00:09:00.425" v="1513" actId="1076"/>
          <ac:spMkLst>
            <pc:docMk/>
            <pc:sldMk cId="0" sldId="277"/>
            <ac:spMk id="472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7T00:07:47.052" v="1410" actId="1035"/>
          <ac:graphicFrameMkLst>
            <pc:docMk/>
            <pc:sldMk cId="0" sldId="277"/>
            <ac:graphicFrameMk id="457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7T00:25:19.607" v="1658" actId="14861"/>
          <ac:graphicFrameMkLst>
            <pc:docMk/>
            <pc:sldMk cId="0" sldId="277"/>
            <ac:graphicFrameMk id="467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7T00:25:38.813" v="1668" actId="1036"/>
          <ac:graphicFrameMkLst>
            <pc:docMk/>
            <pc:sldMk cId="0" sldId="277"/>
            <ac:graphicFrameMk id="468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7T00:25:29.526" v="1661" actId="14861"/>
          <ac:graphicFrameMkLst>
            <pc:docMk/>
            <pc:sldMk cId="0" sldId="277"/>
            <ac:graphicFrameMk id="469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7T00:08:47.610" v="1491" actId="1035"/>
          <ac:picMkLst>
            <pc:docMk/>
            <pc:sldMk cId="0" sldId="277"/>
            <ac:picMk id="458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7T00:08:50.782" v="1511" actId="1035"/>
          <ac:picMkLst>
            <pc:docMk/>
            <pc:sldMk cId="0" sldId="277"/>
            <ac:picMk id="459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7T00:17:14.943" v="1613" actId="1037"/>
          <ac:picMkLst>
            <pc:docMk/>
            <pc:sldMk cId="0" sldId="277"/>
            <ac:picMk id="470" creationId="{00000000-0000-0000-0000-000000000000}"/>
          </ac:picMkLst>
        </pc:picChg>
      </pc:sldChg>
      <pc:sldChg chg="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78"/>
        </pc:sldMkLst>
      </pc:sldChg>
      <pc:sldChg chg="addSp delSp 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0" sldId="279"/>
        </pc:sldMkLst>
        <pc:spChg chg="add">
          <ac:chgData name="Adriana Miriam Ylizaliturri Gomez" userId="c054c78c-207c-4278-ae44-884dbebca744" providerId="ADAL" clId="{9B871E66-1A30-42FF-AF18-83FDFD9111C9}" dt="2026-06-26T22:57:13.519" v="1" actId="22"/>
          <ac:spMkLst>
            <pc:docMk/>
            <pc:sldMk cId="0" sldId="279"/>
            <ac:spMk id="4" creationId="{CDA2D4F7-1852-CCF4-1F08-87D4403FA13D}"/>
          </ac:spMkLst>
        </pc:spChg>
        <pc:spChg chg="mod">
          <ac:chgData name="Adriana Miriam Ylizaliturri Gomez" userId="c054c78c-207c-4278-ae44-884dbebca744" providerId="ADAL" clId="{9B871E66-1A30-42FF-AF18-83FDFD9111C9}" dt="2026-06-29T18:00:55.632" v="1882" actId="1036"/>
          <ac:spMkLst>
            <pc:docMk/>
            <pc:sldMk cId="0" sldId="279"/>
            <ac:spMk id="50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0:45.777" v="1857" actId="1037"/>
          <ac:spMkLst>
            <pc:docMk/>
            <pc:sldMk cId="0" sldId="279"/>
            <ac:spMk id="505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0:45.777" v="1857" actId="1037"/>
          <ac:spMkLst>
            <pc:docMk/>
            <pc:sldMk cId="0" sldId="279"/>
            <ac:spMk id="50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0:45.777" v="1857" actId="1037"/>
          <ac:spMkLst>
            <pc:docMk/>
            <pc:sldMk cId="0" sldId="279"/>
            <ac:spMk id="50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0:45.777" v="1857" actId="1037"/>
          <ac:spMkLst>
            <pc:docMk/>
            <pc:sldMk cId="0" sldId="279"/>
            <ac:spMk id="50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0:45.777" v="1857" actId="1037"/>
          <ac:spMkLst>
            <pc:docMk/>
            <pc:sldMk cId="0" sldId="279"/>
            <ac:spMk id="50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0:45.777" v="1857" actId="1037"/>
          <ac:spMkLst>
            <pc:docMk/>
            <pc:sldMk cId="0" sldId="279"/>
            <ac:spMk id="51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0:45.777" v="1857" actId="1037"/>
          <ac:spMkLst>
            <pc:docMk/>
            <pc:sldMk cId="0" sldId="279"/>
            <ac:spMk id="51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0:45.777" v="1857" actId="1037"/>
          <ac:spMkLst>
            <pc:docMk/>
            <pc:sldMk cId="0" sldId="279"/>
            <ac:spMk id="51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0:45.777" v="1857" actId="1037"/>
          <ac:spMkLst>
            <pc:docMk/>
            <pc:sldMk cId="0" sldId="279"/>
            <ac:spMk id="513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9T18:00:45.777" v="1857" actId="1037"/>
          <ac:graphicFrameMkLst>
            <pc:docMk/>
            <pc:sldMk cId="0" sldId="279"/>
            <ac:graphicFrameMk id="504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9T17:58:57.754" v="1822" actId="14861"/>
          <ac:graphicFrameMkLst>
            <pc:docMk/>
            <pc:sldMk cId="0" sldId="279"/>
            <ac:graphicFrameMk id="514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9T18:00:55.632" v="1882" actId="1036"/>
          <ac:picMkLst>
            <pc:docMk/>
            <pc:sldMk cId="0" sldId="279"/>
            <ac:picMk id="493" creationId="{00000000-0000-0000-0000-000000000000}"/>
          </ac:picMkLst>
        </pc:picChg>
      </pc:sldChg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540716406" sldId="280"/>
        </pc:sldMkLst>
        <pc:spChg chg="mod">
          <ac:chgData name="Adriana Miriam Ylizaliturri Gomez" userId="c054c78c-207c-4278-ae44-884dbebca744" providerId="ADAL" clId="{9B871E66-1A30-42FF-AF18-83FDFD9111C9}" dt="2026-06-26T23:47:22.185" v="852" actId="1036"/>
          <ac:spMkLst>
            <pc:docMk/>
            <pc:sldMk cId="540716406" sldId="280"/>
            <ac:spMk id="23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22.185" v="852" actId="1036"/>
          <ac:spMkLst>
            <pc:docMk/>
            <pc:sldMk cId="540716406" sldId="280"/>
            <ac:spMk id="23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22.185" v="852" actId="1036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22.185" v="852" actId="103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7:22.185" v="852" actId="1036"/>
          <ac:spMkLst>
            <pc:docMk/>
            <pc:sldMk cId="540716406" sldId="280"/>
            <ac:spMk id="240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6T23:47:22.185" v="852" actId="1036"/>
          <ac:graphicFrameMkLst>
            <pc:docMk/>
            <pc:sldMk cId="540716406" sldId="280"/>
            <ac:graphicFrameMk id="230" creationId="{64EDC3BC-A199-227A-0CEC-FB808E16739F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6T23:47:22.185" v="852" actId="1036"/>
          <ac:graphicFrameMkLst>
            <pc:docMk/>
            <pc:sldMk cId="540716406" sldId="280"/>
            <ac:graphicFrameMk id="236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47:22.185" v="852" actId="1036"/>
          <ac:graphicFrameMkLst>
            <pc:docMk/>
            <pc:sldMk cId="540716406" sldId="280"/>
            <ac:graphicFrameMk id="237" creationId="{00000000-0000-0000-0000-000000000000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6T23:47:22.185" v="852" actId="1036"/>
          <ac:cxnSpMkLst>
            <pc:docMk/>
            <pc:sldMk cId="540716406" sldId="280"/>
            <ac:cxnSpMk id="233" creationId="{00000000-0000-0000-0000-000000000000}"/>
          </ac:cxnSpMkLst>
        </pc:cxnChg>
      </pc:sldChg>
      <pc:sldChg chg="addSp delSp 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3828482411" sldId="281"/>
        </pc:sldMkLst>
        <pc:spChg chg="mod">
          <ac:chgData name="Adriana Miriam Ylizaliturri Gomez" userId="c054c78c-207c-4278-ae44-884dbebca744" providerId="ADAL" clId="{9B871E66-1A30-42FF-AF18-83FDFD9111C9}" dt="2026-06-26T23:52:22.568" v="1097" actId="1035"/>
          <ac:spMkLst>
            <pc:docMk/>
            <pc:sldMk cId="3828482411" sldId="281"/>
            <ac:spMk id="3" creationId="{00000000-0000-0000-0000-000000000000}"/>
          </ac:spMkLst>
        </pc:spChg>
        <pc:spChg chg="add">
          <ac:chgData name="Adriana Miriam Ylizaliturri Gomez" userId="c054c78c-207c-4278-ae44-884dbebca744" providerId="ADAL" clId="{9B871E66-1A30-42FF-AF18-83FDFD9111C9}" dt="2026-06-26T23:52:10.849" v="1086" actId="22"/>
          <ac:spMkLst>
            <pc:docMk/>
            <pc:sldMk cId="3828482411" sldId="281"/>
            <ac:spMk id="7" creationId="{7C363055-1526-176A-B340-C6B659DA0B83}"/>
          </ac:spMkLst>
        </pc:spChg>
        <pc:graphicFrameChg chg="add modGraphic">
          <ac:chgData name="Adriana Miriam Ylizaliturri Gomez" userId="c054c78c-207c-4278-ae44-884dbebca744" providerId="ADAL" clId="{9B871E66-1A30-42FF-AF18-83FDFD9111C9}" dt="2026-06-26T23:52:41.692" v="1114" actId="122"/>
          <ac:graphicFrameMkLst>
            <pc:docMk/>
            <pc:sldMk cId="3828482411" sldId="281"/>
            <ac:graphicFrameMk id="9" creationId="{2C940750-A68B-1885-54AC-F66154F1D120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6T23:52:25.037" v="1111" actId="1036"/>
          <ac:cxnSpMkLst>
            <pc:docMk/>
            <pc:sldMk cId="3828482411" sldId="281"/>
            <ac:cxnSpMk id="4" creationId="{00000000-0000-0000-0000-000000000000}"/>
          </ac:cxnSpMkLst>
        </pc:cxnChg>
      </pc:sldChg>
      <pc:sldChg chg="addSp delSp modSp mod modNotes">
        <pc:chgData name="Adriana Miriam Ylizaliturri Gomez" userId="c054c78c-207c-4278-ae44-884dbebca744" providerId="ADAL" clId="{9B871E66-1A30-42FF-AF18-83FDFD9111C9}" dt="2026-07-03T21:23:12.047" v="3735" actId="14734"/>
        <pc:sldMkLst>
          <pc:docMk/>
          <pc:sldMk cId="364733940" sldId="284"/>
        </pc:sldMkLst>
        <pc:spChg chg="del mod">
          <ac:chgData name="Adriana Miriam Ylizaliturri Gomez" userId="c054c78c-207c-4278-ae44-884dbebca744" providerId="ADAL" clId="{9B871E66-1A30-42FF-AF18-83FDFD9111C9}" dt="2026-07-02T21:40:51.268" v="2438" actId="2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Adriana Miriam Ylizaliturri Gomez" userId="c054c78c-207c-4278-ae44-884dbebca744" providerId="ADAL" clId="{9B871E66-1A30-42FF-AF18-83FDFD9111C9}" dt="2026-07-03T17:37:54.810" v="3075" actId="1035"/>
          <ac:spMkLst>
            <pc:docMk/>
            <pc:sldMk cId="364733940" sldId="284"/>
            <ac:spMk id="5" creationId="{32B14A33-E274-86F6-A1A3-EFA2C11AF5C4}"/>
          </ac:spMkLst>
        </pc:spChg>
        <pc:spChg chg="del mod">
          <ac:chgData name="Adriana Miriam Ylizaliturri Gomez" userId="c054c78c-207c-4278-ae44-884dbebca744" providerId="ADAL" clId="{9B871E66-1A30-42FF-AF18-83FDFD9111C9}" dt="2026-07-02T21:40:51.268" v="2438" actId="21"/>
          <ac:spMkLst>
            <pc:docMk/>
            <pc:sldMk cId="364733940" sldId="284"/>
            <ac:spMk id="6" creationId="{4578A0AA-9DC1-3453-263A-76BE5A8BE282}"/>
          </ac:spMkLst>
        </pc:spChg>
        <pc:spChg chg="del">
          <ac:chgData name="Adriana Miriam Ylizaliturri Gomez" userId="c054c78c-207c-4278-ae44-884dbebca744" providerId="ADAL" clId="{9B871E66-1A30-42FF-AF18-83FDFD9111C9}" dt="2026-07-02T21:40:51.268" v="2438" actId="21"/>
          <ac:spMkLst>
            <pc:docMk/>
            <pc:sldMk cId="364733940" sldId="284"/>
            <ac:spMk id="7" creationId="{8E24F6E5-E3CB-0C93-0587-E21A33C953B7}"/>
          </ac:spMkLst>
        </pc:spChg>
        <pc:spChg chg="add mod">
          <ac:chgData name="Adriana Miriam Ylizaliturri Gomez" userId="c054c78c-207c-4278-ae44-884dbebca744" providerId="ADAL" clId="{9B871E66-1A30-42FF-AF18-83FDFD9111C9}" dt="2026-07-03T17:38:01.228" v="3082" actId="1036"/>
          <ac:spMkLst>
            <pc:docMk/>
            <pc:sldMk cId="364733940" sldId="284"/>
            <ac:spMk id="9" creationId="{80D31687-3398-32C2-1B94-010802C29115}"/>
          </ac:spMkLst>
        </pc:spChg>
        <pc:spChg chg="del mod">
          <ac:chgData name="Adriana Miriam Ylizaliturri Gomez" userId="c054c78c-207c-4278-ae44-884dbebca744" providerId="ADAL" clId="{9B871E66-1A30-42FF-AF18-83FDFD9111C9}" dt="2026-07-02T21:40:51.268" v="2438" actId="21"/>
          <ac:spMkLst>
            <pc:docMk/>
            <pc:sldMk cId="364733940" sldId="284"/>
            <ac:spMk id="9" creationId="{907F7F6F-8FF8-56A0-795F-B2A127C97D4D}"/>
          </ac:spMkLst>
        </pc:spChg>
        <pc:spChg chg="del">
          <ac:chgData name="Adriana Miriam Ylizaliturri Gomez" userId="c054c78c-207c-4278-ae44-884dbebca744" providerId="ADAL" clId="{9B871E66-1A30-42FF-AF18-83FDFD9111C9}" dt="2026-07-02T21:40:51.268" v="2438" actId="21"/>
          <ac:spMkLst>
            <pc:docMk/>
            <pc:sldMk cId="364733940" sldId="284"/>
            <ac:spMk id="14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7-03T17:38:01.228" v="3082" actId="1036"/>
          <ac:spMkLst>
            <pc:docMk/>
            <pc:sldMk cId="364733940" sldId="284"/>
            <ac:spMk id="14" creationId="{8B10014A-16B2-FF1B-623F-AA3E909C3C03}"/>
          </ac:spMkLst>
        </pc:spChg>
        <pc:spChg chg="add mod">
          <ac:chgData name="Adriana Miriam Ylizaliturri Gomez" userId="c054c78c-207c-4278-ae44-884dbebca744" providerId="ADAL" clId="{9B871E66-1A30-42FF-AF18-83FDFD9111C9}" dt="2026-07-03T17:37:33.834" v="2990" actId="1036"/>
          <ac:spMkLst>
            <pc:docMk/>
            <pc:sldMk cId="364733940" sldId="284"/>
            <ac:spMk id="20" creationId="{95816AC1-00F9-9E00-0B92-3900F4F365AD}"/>
          </ac:spMkLst>
        </pc:spChg>
        <pc:spChg chg="add mod">
          <ac:chgData name="Adriana Miriam Ylizaliturri Gomez" userId="c054c78c-207c-4278-ae44-884dbebca744" providerId="ADAL" clId="{9B871E66-1A30-42FF-AF18-83FDFD9111C9}" dt="2026-07-03T17:38:01.228" v="3082" actId="1036"/>
          <ac:spMkLst>
            <pc:docMk/>
            <pc:sldMk cId="364733940" sldId="284"/>
            <ac:spMk id="21" creationId="{FA604C6B-31B5-BBF8-816A-D983F144624C}"/>
          </ac:spMkLst>
        </pc:spChg>
        <pc:spChg chg="add mod">
          <ac:chgData name="Adriana Miriam Ylizaliturri Gomez" userId="c054c78c-207c-4278-ae44-884dbebca744" providerId="ADAL" clId="{9B871E66-1A30-42FF-AF18-83FDFD9111C9}" dt="2026-07-03T17:37:33.834" v="2990" actId="1036"/>
          <ac:spMkLst>
            <pc:docMk/>
            <pc:sldMk cId="364733940" sldId="284"/>
            <ac:spMk id="22" creationId="{9548303F-8217-4133-1485-3FA0D5FED232}"/>
          </ac:spMkLst>
        </pc:spChg>
        <pc:spChg chg="add mod">
          <ac:chgData name="Adriana Miriam Ylizaliturri Gomez" userId="c054c78c-207c-4278-ae44-884dbebca744" providerId="ADAL" clId="{9B871E66-1A30-42FF-AF18-83FDFD9111C9}" dt="2026-07-03T17:37:33.834" v="2990" actId="1036"/>
          <ac:spMkLst>
            <pc:docMk/>
            <pc:sldMk cId="364733940" sldId="284"/>
            <ac:spMk id="24" creationId="{C7BCF47C-369D-7D2D-0A42-C4B674923C73}"/>
          </ac:spMkLst>
        </pc:spChg>
        <pc:spChg chg="add mod">
          <ac:chgData name="Adriana Miriam Ylizaliturri Gomez" userId="c054c78c-207c-4278-ae44-884dbebca744" providerId="ADAL" clId="{9B871E66-1A30-42FF-AF18-83FDFD9111C9}" dt="2026-07-03T17:37:33.834" v="2990" actId="1036"/>
          <ac:spMkLst>
            <pc:docMk/>
            <pc:sldMk cId="364733940" sldId="284"/>
            <ac:spMk id="26" creationId="{32887129-8BBD-D44F-9E15-BF38D14C561C}"/>
          </ac:spMkLst>
        </pc:spChg>
        <pc:spChg chg="add mod">
          <ac:chgData name="Adriana Miriam Ylizaliturri Gomez" userId="c054c78c-207c-4278-ae44-884dbebca744" providerId="ADAL" clId="{9B871E66-1A30-42FF-AF18-83FDFD9111C9}" dt="2026-07-03T17:37:33.834" v="2990" actId="1036"/>
          <ac:spMkLst>
            <pc:docMk/>
            <pc:sldMk cId="364733940" sldId="284"/>
            <ac:spMk id="28" creationId="{C73B8145-B57D-5FB6-21AC-04D663719E7B}"/>
          </ac:spMkLst>
        </pc:spChg>
        <pc:spChg chg="add mod">
          <ac:chgData name="Adriana Miriam Ylizaliturri Gomez" userId="c054c78c-207c-4278-ae44-884dbebca744" providerId="ADAL" clId="{9B871E66-1A30-42FF-AF18-83FDFD9111C9}" dt="2026-07-03T17:37:33.834" v="2990" actId="1036"/>
          <ac:spMkLst>
            <pc:docMk/>
            <pc:sldMk cId="364733940" sldId="284"/>
            <ac:spMk id="32" creationId="{6D9B96AC-5341-CB63-0148-688D34B28610}"/>
          </ac:spMkLst>
        </pc:spChg>
        <pc:spChg chg="add mod">
          <ac:chgData name="Adriana Miriam Ylizaliturri Gomez" userId="c054c78c-207c-4278-ae44-884dbebca744" providerId="ADAL" clId="{9B871E66-1A30-42FF-AF18-83FDFD9111C9}" dt="2026-07-03T17:37:33.834" v="2990" actId="1036"/>
          <ac:spMkLst>
            <pc:docMk/>
            <pc:sldMk cId="364733940" sldId="284"/>
            <ac:spMk id="34" creationId="{98E2F024-2F87-76AC-DB27-1A8337817317}"/>
          </ac:spMkLst>
        </pc:spChg>
        <pc:spChg chg="add mod">
          <ac:chgData name="Adriana Miriam Ylizaliturri Gomez" userId="c054c78c-207c-4278-ae44-884dbebca744" providerId="ADAL" clId="{9B871E66-1A30-42FF-AF18-83FDFD9111C9}" dt="2026-07-03T17:37:54.810" v="3075" actId="1035"/>
          <ac:spMkLst>
            <pc:docMk/>
            <pc:sldMk cId="364733940" sldId="284"/>
            <ac:spMk id="36" creationId="{500357C8-40F5-80FE-7EDA-F91CF8C83BC5}"/>
          </ac:spMkLst>
        </pc:spChg>
        <pc:spChg chg="add mod">
          <ac:chgData name="Adriana Miriam Ylizaliturri Gomez" userId="c054c78c-207c-4278-ae44-884dbebca744" providerId="ADAL" clId="{9B871E66-1A30-42FF-AF18-83FDFD9111C9}" dt="2026-07-03T17:37:25.155" v="2957" actId="207"/>
          <ac:spMkLst>
            <pc:docMk/>
            <pc:sldMk cId="364733940" sldId="284"/>
            <ac:spMk id="38" creationId="{E6ADAADF-8503-4310-DFC6-6087A23BCF8F}"/>
          </ac:spMkLst>
        </pc:spChg>
        <pc:graphicFrameChg chg="add mod">
          <ac:chgData name="Adriana Miriam Ylizaliturri Gomez" userId="c054c78c-207c-4278-ae44-884dbebca744" providerId="ADAL" clId="{9B871E66-1A30-42FF-AF18-83FDFD9111C9}" dt="2026-07-03T17:37:54.810" v="3075" actId="1035"/>
          <ac:graphicFrameMkLst>
            <pc:docMk/>
            <pc:sldMk cId="364733940" sldId="284"/>
            <ac:graphicFrameMk id="3" creationId="{0FF5EBED-F46A-6F84-4F09-912EAC22A7E4}"/>
          </ac:graphicFrameMkLst>
        </pc:graphicFrameChg>
        <pc:graphicFrameChg chg="del">
          <ac:chgData name="Adriana Miriam Ylizaliturri Gomez" userId="c054c78c-207c-4278-ae44-884dbebca744" providerId="ADAL" clId="{9B871E66-1A30-42FF-AF18-83FDFD9111C9}" dt="2026-07-02T21:40:51.268" v="2438" actId="21"/>
          <ac:graphicFrameMkLst>
            <pc:docMk/>
            <pc:sldMk cId="364733940" sldId="284"/>
            <ac:graphicFrameMk id="5" creationId="{B762DBC9-2C5F-4219-04BA-4A2BF2F57E2F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7-02T21:37:01.186" v="2190" actId="14861"/>
          <ac:graphicFrameMkLst>
            <pc:docMk/>
            <pc:sldMk cId="364733940" sldId="284"/>
            <ac:graphicFrameMk id="11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7-02T21:37:33.815" v="2197" actId="1036"/>
          <ac:graphicFrameMkLst>
            <pc:docMk/>
            <pc:sldMk cId="364733940" sldId="284"/>
            <ac:graphicFrameMk id="12" creationId="{00000000-0000-0000-0000-000000000000}"/>
          </ac:graphicFrameMkLst>
        </pc:graphicFrameChg>
        <pc:graphicFrameChg chg="del mod modGraphic">
          <ac:chgData name="Adriana Miriam Ylizaliturri Gomez" userId="c054c78c-207c-4278-ae44-884dbebca744" providerId="ADAL" clId="{9B871E66-1A30-42FF-AF18-83FDFD9111C9}" dt="2026-07-02T21:40:51.268" v="2438" actId="21"/>
          <ac:graphicFrameMkLst>
            <pc:docMk/>
            <pc:sldMk cId="364733940" sldId="284"/>
            <ac:graphicFrameMk id="13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7-03T17:37:37.817" v="3020" actId="1035"/>
          <ac:graphicFrameMkLst>
            <pc:docMk/>
            <pc:sldMk cId="364733940" sldId="284"/>
            <ac:graphicFrameMk id="18" creationId="{8B4030CF-6C11-BF33-80FA-E98DF26ABDCB}"/>
          </ac:graphicFrameMkLst>
        </pc:graphicFrameChg>
        <pc:graphicFrameChg chg="del mod">
          <ac:chgData name="Adriana Miriam Ylizaliturri Gomez" userId="c054c78c-207c-4278-ae44-884dbebca744" providerId="ADAL" clId="{9B871E66-1A30-42FF-AF18-83FDFD9111C9}" dt="2026-07-03T17:40:07.070" v="3099" actId="478"/>
          <ac:graphicFrameMkLst>
            <pc:docMk/>
            <pc:sldMk cId="364733940" sldId="284"/>
            <ac:graphicFrameMk id="25" creationId="{66E3D8DD-B75B-618F-3778-4C3795BE71E4}"/>
          </ac:graphicFrameMkLst>
        </pc:graphicFrameChg>
        <pc:graphicFrameChg chg="add mod modGraphic">
          <ac:chgData name="Adriana Miriam Ylizaliturri Gomez" userId="c054c78c-207c-4278-ae44-884dbebca744" providerId="ADAL" clId="{9B871E66-1A30-42FF-AF18-83FDFD9111C9}" dt="2026-07-03T21:22:57.216" v="3731" actId="14734"/>
          <ac:graphicFrameMkLst>
            <pc:docMk/>
            <pc:sldMk cId="364733940" sldId="284"/>
            <ac:graphicFrameMk id="29" creationId="{C3560D08-4452-AC4E-E3A7-6FB7151CCA8B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7-03T17:37:33.834" v="2990" actId="1036"/>
          <ac:graphicFrameMkLst>
            <pc:docMk/>
            <pc:sldMk cId="364733940" sldId="284"/>
            <ac:graphicFrameMk id="30" creationId="{D74A4153-CAD3-D2B9-CDF2-375CA6377C35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7-03T21:23:04.723" v="3733" actId="14734"/>
          <ac:graphicFrameMkLst>
            <pc:docMk/>
            <pc:sldMk cId="364733940" sldId="284"/>
            <ac:graphicFrameMk id="33" creationId="{41039254-D4DA-0B33-D8CB-EDB82BD05BC4}"/>
          </ac:graphicFrameMkLst>
        </pc:graphicFrameChg>
        <pc:graphicFrameChg chg="add del mod modGraphic">
          <ac:chgData name="Adriana Miriam Ylizaliturri Gomez" userId="c054c78c-207c-4278-ae44-884dbebca744" providerId="ADAL" clId="{9B871E66-1A30-42FF-AF18-83FDFD9111C9}" dt="2026-07-03T17:42:16.690" v="3113" actId="478"/>
          <ac:graphicFrameMkLst>
            <pc:docMk/>
            <pc:sldMk cId="364733940" sldId="284"/>
            <ac:graphicFrameMk id="37" creationId="{91E9FF23-1A59-3939-F71D-E5863D43C8EB}"/>
          </ac:graphicFrameMkLst>
        </pc:graphicFrameChg>
        <pc:graphicFrameChg chg="add del mod modGraphic">
          <ac:chgData name="Adriana Miriam Ylizaliturri Gomez" userId="c054c78c-207c-4278-ae44-884dbebca744" providerId="ADAL" clId="{9B871E66-1A30-42FF-AF18-83FDFD9111C9}" dt="2026-07-03T21:22:28.422" v="3723" actId="478"/>
          <ac:graphicFrameMkLst>
            <pc:docMk/>
            <pc:sldMk cId="364733940" sldId="284"/>
            <ac:graphicFrameMk id="40" creationId="{13A9D9FA-A643-DE5B-0F83-F3697BC53E76}"/>
          </ac:graphicFrameMkLst>
        </pc:graphicFrameChg>
        <pc:graphicFrameChg chg="add del mod">
          <ac:chgData name="Adriana Miriam Ylizaliturri Gomez" userId="c054c78c-207c-4278-ae44-884dbebca744" providerId="ADAL" clId="{9B871E66-1A30-42FF-AF18-83FDFD9111C9}" dt="2026-07-03T21:22:31.928" v="3725" actId="478"/>
          <ac:graphicFrameMkLst>
            <pc:docMk/>
            <pc:sldMk cId="364733940" sldId="284"/>
            <ac:graphicFrameMk id="41" creationId="{A3A83B9B-365D-B5B4-0323-5C46E40E605D}"/>
          </ac:graphicFrameMkLst>
        </pc:graphicFrameChg>
        <pc:graphicFrameChg chg="add mod modGraphic">
          <ac:chgData name="Adriana Miriam Ylizaliturri Gomez" userId="c054c78c-207c-4278-ae44-884dbebca744" providerId="ADAL" clId="{9B871E66-1A30-42FF-AF18-83FDFD9111C9}" dt="2026-07-03T21:23:12.047" v="3735" actId="14734"/>
          <ac:graphicFrameMkLst>
            <pc:docMk/>
            <pc:sldMk cId="364733940" sldId="284"/>
            <ac:graphicFrameMk id="42" creationId="{5D68C149-BB79-11A0-F541-71731A098C27}"/>
          </ac:graphicFrameMkLst>
        </pc:graphicFrameChg>
        <pc:picChg chg="del">
          <ac:chgData name="Adriana Miriam Ylizaliturri Gomez" userId="c054c78c-207c-4278-ae44-884dbebca744" providerId="ADAL" clId="{9B871E66-1A30-42FF-AF18-83FDFD9111C9}" dt="2026-07-02T21:40:51.268" v="2438" actId="21"/>
          <ac:picMkLst>
            <pc:docMk/>
            <pc:sldMk cId="364733940" sldId="284"/>
            <ac:picMk id="2" creationId="{1B5687F4-45A0-92B4-9653-1598AF1BC42E}"/>
          </ac:picMkLst>
        </pc:picChg>
        <pc:picChg chg="del mod">
          <ac:chgData name="Adriana Miriam Ylizaliturri Gomez" userId="c054c78c-207c-4278-ae44-884dbebca744" providerId="ADAL" clId="{9B871E66-1A30-42FF-AF18-83FDFD9111C9}" dt="2026-07-02T21:40:51.268" v="2438" actId="21"/>
          <ac:picMkLst>
            <pc:docMk/>
            <pc:sldMk cId="364733940" sldId="284"/>
            <ac:picMk id="4" creationId="{488C755F-8E2D-8CE1-6C1B-6DBB55EE2CD3}"/>
          </ac:picMkLst>
        </pc:picChg>
        <pc:picChg chg="add mod">
          <ac:chgData name="Adriana Miriam Ylizaliturri Gomez" userId="c054c78c-207c-4278-ae44-884dbebca744" providerId="ADAL" clId="{9B871E66-1A30-42FF-AF18-83FDFD9111C9}" dt="2026-07-03T17:37:54.810" v="3075" actId="1035"/>
          <ac:picMkLst>
            <pc:docMk/>
            <pc:sldMk cId="364733940" sldId="284"/>
            <ac:picMk id="7" creationId="{4FF9AAFF-3E00-6EB8-9379-8561C93982C4}"/>
          </ac:picMkLst>
        </pc:picChg>
        <pc:picChg chg="del mod">
          <ac:chgData name="Adriana Miriam Ylizaliturri Gomez" userId="c054c78c-207c-4278-ae44-884dbebca744" providerId="ADAL" clId="{9B871E66-1A30-42FF-AF18-83FDFD9111C9}" dt="2026-07-02T21:40:51.268" v="2438" actId="21"/>
          <ac:picMkLst>
            <pc:docMk/>
            <pc:sldMk cId="364733940" sldId="284"/>
            <ac:picMk id="8" creationId="{4F2E1097-3694-6090-CBA5-667DCD67E48E}"/>
          </ac:picMkLst>
        </pc:picChg>
        <pc:picChg chg="add mod">
          <ac:chgData name="Adriana Miriam Ylizaliturri Gomez" userId="c054c78c-207c-4278-ae44-884dbebca744" providerId="ADAL" clId="{9B871E66-1A30-42FF-AF18-83FDFD9111C9}" dt="2026-07-03T17:38:01.228" v="3082" actId="1036"/>
          <ac:picMkLst>
            <pc:docMk/>
            <pc:sldMk cId="364733940" sldId="284"/>
            <ac:picMk id="12" creationId="{511ADB60-DE36-2B7E-0235-2E04E83FCEB8}"/>
          </ac:picMkLst>
        </pc:picChg>
        <pc:picChg chg="add mod">
          <ac:chgData name="Adriana Miriam Ylizaliturri Gomez" userId="c054c78c-207c-4278-ae44-884dbebca744" providerId="ADAL" clId="{9B871E66-1A30-42FF-AF18-83FDFD9111C9}" dt="2026-07-03T17:37:33.834" v="2990" actId="1036"/>
          <ac:picMkLst>
            <pc:docMk/>
            <pc:sldMk cId="364733940" sldId="284"/>
            <ac:picMk id="16" creationId="{09E3140D-D35B-20A6-7FC5-3B6F34D70B89}"/>
          </ac:picMkLst>
        </pc:picChg>
        <pc:picChg chg="add mod">
          <ac:chgData name="Adriana Miriam Ylizaliturri Gomez" userId="c054c78c-207c-4278-ae44-884dbebca744" providerId="ADAL" clId="{9B871E66-1A30-42FF-AF18-83FDFD9111C9}" dt="2026-07-03T17:38:01.228" v="3082" actId="1036"/>
          <ac:picMkLst>
            <pc:docMk/>
            <pc:sldMk cId="364733940" sldId="284"/>
            <ac:picMk id="17" creationId="{61438BF2-E171-5FF2-1704-B5FB8002AF9C}"/>
          </ac:picMkLst>
        </pc:picChg>
      </pc:sldChg>
      <pc:sldChg chg="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748044913" sldId="287"/>
        </pc:sldMkLst>
        <pc:graphicFrameChg chg="mod modGraphic">
          <ac:chgData name="Adriana Miriam Ylizaliturri Gomez" userId="c054c78c-207c-4278-ae44-884dbebca744" providerId="ADAL" clId="{9B871E66-1A30-42FF-AF18-83FDFD9111C9}" dt="2026-06-29T19:35:06.856" v="2099" actId="1076"/>
          <ac:graphicFrameMkLst>
            <pc:docMk/>
            <pc:sldMk cId="748044913" sldId="287"/>
            <ac:graphicFrameMk id="2" creationId="{651A6929-CD7B-5C51-A3ED-06568BF99FF1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9T18:46:43.582" v="2036" actId="1036"/>
          <ac:graphicFrameMkLst>
            <pc:docMk/>
            <pc:sldMk cId="748044913" sldId="287"/>
            <ac:graphicFrameMk id="230" creationId="{AC3C5A3E-612D-5067-1D46-BCA5AE81D01D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9T18:46:55.946" v="2070" actId="1035"/>
          <ac:graphicFrameMkLst>
            <pc:docMk/>
            <pc:sldMk cId="748044913" sldId="287"/>
            <ac:graphicFrameMk id="236" creationId="{00000000-0000-0000-0000-000000000000}"/>
          </ac:graphicFrameMkLst>
        </pc:graphicFrameChg>
      </pc:sldChg>
      <pc:sldChg chg="addSp delSp modSp mod modNotes">
        <pc:chgData name="Adriana Miriam Ylizaliturri Gomez" userId="c054c78c-207c-4278-ae44-884dbebca744" providerId="ADAL" clId="{9B871E66-1A30-42FF-AF18-83FDFD9111C9}" dt="2026-07-02T19:06:29.951" v="2100"/>
        <pc:sldMkLst>
          <pc:docMk/>
          <pc:sldMk cId="3805655920" sldId="288"/>
        </pc:sldMkLst>
        <pc:spChg chg="mod">
          <ac:chgData name="Adriana Miriam Ylizaliturri Gomez" userId="c054c78c-207c-4278-ae44-884dbebca744" providerId="ADAL" clId="{9B871E66-1A30-42FF-AF18-83FDFD9111C9}" dt="2026-06-26T23:53:18.444" v="1116" actId="1076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9T17:03:03.313" v="1810" actId="20577"/>
          <ac:spMkLst>
            <pc:docMk/>
            <pc:sldMk cId="3805655920" sldId="288"/>
            <ac:spMk id="9" creationId="{9B9FB952-88F1-8279-123A-5FA3612F8731}"/>
          </ac:spMkLst>
        </pc:spChg>
        <pc:spChg chg="add mod">
          <ac:chgData name="Adriana Miriam Ylizaliturri Gomez" userId="c054c78c-207c-4278-ae44-884dbebca744" providerId="ADAL" clId="{9B871E66-1A30-42FF-AF18-83FDFD9111C9}" dt="2026-06-26T23:03:47.088" v="218" actId="1036"/>
          <ac:spMkLst>
            <pc:docMk/>
            <pc:sldMk cId="3805655920" sldId="288"/>
            <ac:spMk id="25" creationId="{53161B8F-9917-BB5D-5545-6D4697C50172}"/>
          </ac:spMkLst>
        </pc:spChg>
        <pc:spChg chg="add mod">
          <ac:chgData name="Adriana Miriam Ylizaliturri Gomez" userId="c054c78c-207c-4278-ae44-884dbebca744" providerId="ADAL" clId="{9B871E66-1A30-42FF-AF18-83FDFD9111C9}" dt="2026-06-26T23:03:54.498" v="224" actId="1035"/>
          <ac:spMkLst>
            <pc:docMk/>
            <pc:sldMk cId="3805655920" sldId="288"/>
            <ac:spMk id="29" creationId="{8477D66E-175D-4324-1F78-4DB9D2927133}"/>
          </ac:spMkLst>
        </pc:spChg>
        <pc:spChg chg="add mod">
          <ac:chgData name="Adriana Miriam Ylizaliturri Gomez" userId="c054c78c-207c-4278-ae44-884dbebca744" providerId="ADAL" clId="{9B871E66-1A30-42FF-AF18-83FDFD9111C9}" dt="2026-06-26T23:03:54.498" v="224" actId="1035"/>
          <ac:spMkLst>
            <pc:docMk/>
            <pc:sldMk cId="3805655920" sldId="288"/>
            <ac:spMk id="31" creationId="{C11E0D2E-B798-C4B7-9D65-0557D3598343}"/>
          </ac:spMkLst>
        </pc:spChg>
        <pc:spChg chg="add mod">
          <ac:chgData name="Adriana Miriam Ylizaliturri Gomez" userId="c054c78c-207c-4278-ae44-884dbebca744" providerId="ADAL" clId="{9B871E66-1A30-42FF-AF18-83FDFD9111C9}" dt="2026-06-26T23:03:54.498" v="224" actId="1035"/>
          <ac:spMkLst>
            <pc:docMk/>
            <pc:sldMk cId="3805655920" sldId="288"/>
            <ac:spMk id="33" creationId="{A56B1181-D401-BD3D-0D5A-A747B8CBCFF1}"/>
          </ac:spMkLst>
        </pc:spChg>
        <pc:graphicFrameChg chg="mod">
          <ac:chgData name="Adriana Miriam Ylizaliturri Gomez" userId="c054c78c-207c-4278-ae44-884dbebca744" providerId="ADAL" clId="{9B871E66-1A30-42FF-AF18-83FDFD9111C9}" dt="2026-06-26T23:00:27.368" v="72" actId="1035"/>
          <ac:graphicFrameMkLst>
            <pc:docMk/>
            <pc:sldMk cId="3805655920" sldId="288"/>
            <ac:graphicFrameMk id="2" creationId="{F83CAB7C-B4BC-BC9E-DCB7-AC105C6E59C2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6T23:53:24.193" v="1130" actId="1038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00:24.489" v="69" actId="1036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3:03:47.088" v="218" actId="1036"/>
          <ac:graphicFrameMkLst>
            <pc:docMk/>
            <pc:sldMk cId="3805655920" sldId="288"/>
            <ac:graphicFrameMk id="13" creationId="{80C37B39-B06B-E5CC-003E-FFCE8F3C5D6B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3:03:47.088" v="218" actId="1036"/>
          <ac:graphicFrameMkLst>
            <pc:docMk/>
            <pc:sldMk cId="3805655920" sldId="288"/>
            <ac:graphicFrameMk id="21" creationId="{D62E38FD-23CC-C67D-8EA6-901CAEBE39B2}"/>
          </ac:graphicFrameMkLst>
        </pc:graphicFrameChg>
        <pc:picChg chg="add mod">
          <ac:chgData name="Adriana Miriam Ylizaliturri Gomez" userId="c054c78c-207c-4278-ae44-884dbebca744" providerId="ADAL" clId="{9B871E66-1A30-42FF-AF18-83FDFD9111C9}" dt="2026-06-26T23:03:54.498" v="224" actId="1035"/>
          <ac:picMkLst>
            <pc:docMk/>
            <pc:sldMk cId="3805655920" sldId="288"/>
            <ac:picMk id="35" creationId="{DF71A0CB-C307-A3E3-1649-C6722F5731BB}"/>
          </ac:picMkLst>
        </pc:picChg>
        <pc:picChg chg="add mod">
          <ac:chgData name="Adriana Miriam Ylizaliturri Gomez" userId="c054c78c-207c-4278-ae44-884dbebca744" providerId="ADAL" clId="{9B871E66-1A30-42FF-AF18-83FDFD9111C9}" dt="2026-06-26T23:03:54.498" v="224" actId="1035"/>
          <ac:picMkLst>
            <pc:docMk/>
            <pc:sldMk cId="3805655920" sldId="288"/>
            <ac:picMk id="37" creationId="{48345716-CFA5-006C-6167-1DADD6DBBDC6}"/>
          </ac:picMkLst>
        </pc:picChg>
        <pc:picChg chg="add mod">
          <ac:chgData name="Adriana Miriam Ylizaliturri Gomez" userId="c054c78c-207c-4278-ae44-884dbebca744" providerId="ADAL" clId="{9B871E66-1A30-42FF-AF18-83FDFD9111C9}" dt="2026-06-26T23:03:54.498" v="224" actId="1035"/>
          <ac:picMkLst>
            <pc:docMk/>
            <pc:sldMk cId="3805655920" sldId="288"/>
            <ac:picMk id="39" creationId="{4483186E-D234-6BEE-4CB0-A723282A8623}"/>
          </ac:picMkLst>
        </pc:picChg>
      </pc:sldChg>
      <pc:sldChg chg="addSp delSp mod">
        <pc:chgData name="Adriana Miriam Ylizaliturri Gomez" userId="c054c78c-207c-4278-ae44-884dbebca744" providerId="ADAL" clId="{9B871E66-1A30-42FF-AF18-83FDFD9111C9}" dt="2026-06-26T23:10:16.693" v="226" actId="22"/>
        <pc:sldMkLst>
          <pc:docMk/>
          <pc:sldMk cId="3763779569" sldId="289"/>
        </pc:sldMkLst>
        <pc:spChg chg="add">
          <ac:chgData name="Adriana Miriam Ylizaliturri Gomez" userId="c054c78c-207c-4278-ae44-884dbebca744" providerId="ADAL" clId="{9B871E66-1A30-42FF-AF18-83FDFD9111C9}" dt="2026-06-26T23:10:16.693" v="226" actId="22"/>
          <ac:spMkLst>
            <pc:docMk/>
            <pc:sldMk cId="3763779569" sldId="289"/>
            <ac:spMk id="5" creationId="{ACF775F4-EB00-15ED-ECD1-805EAA8CCE92}"/>
          </ac:spMkLst>
        </pc:spChg>
        <pc:spChg chg="add">
          <ac:chgData name="Adriana Miriam Ylizaliturri Gomez" userId="c054c78c-207c-4278-ae44-884dbebca744" providerId="ADAL" clId="{9B871E66-1A30-42FF-AF18-83FDFD9111C9}" dt="2026-06-26T23:10:16.693" v="226" actId="22"/>
          <ac:spMkLst>
            <pc:docMk/>
            <pc:sldMk cId="3763779569" sldId="289"/>
            <ac:spMk id="7" creationId="{BBC3CEC9-AAD7-9F19-5003-EA4CEAE77576}"/>
          </ac:spMkLst>
        </pc:spChg>
        <pc:spChg chg="add">
          <ac:chgData name="Adriana Miriam Ylizaliturri Gomez" userId="c054c78c-207c-4278-ae44-884dbebca744" providerId="ADAL" clId="{9B871E66-1A30-42FF-AF18-83FDFD9111C9}" dt="2026-06-26T23:10:16.693" v="226" actId="22"/>
          <ac:spMkLst>
            <pc:docMk/>
            <pc:sldMk cId="3763779569" sldId="289"/>
            <ac:spMk id="11" creationId="{E50DFAC1-E0BB-D70B-AE62-B0448B3FF77B}"/>
          </ac:spMkLst>
        </pc:spChg>
        <pc:spChg chg="add">
          <ac:chgData name="Adriana Miriam Ylizaliturri Gomez" userId="c054c78c-207c-4278-ae44-884dbebca744" providerId="ADAL" clId="{9B871E66-1A30-42FF-AF18-83FDFD9111C9}" dt="2026-06-26T23:10:16.693" v="226" actId="22"/>
          <ac:spMkLst>
            <pc:docMk/>
            <pc:sldMk cId="3763779569" sldId="289"/>
            <ac:spMk id="13" creationId="{B1AB1C52-6BE0-4382-A2E4-528D03D39B03}"/>
          </ac:spMkLst>
        </pc:spChg>
        <pc:spChg chg="add">
          <ac:chgData name="Adriana Miriam Ylizaliturri Gomez" userId="c054c78c-207c-4278-ae44-884dbebca744" providerId="ADAL" clId="{9B871E66-1A30-42FF-AF18-83FDFD9111C9}" dt="2026-06-26T23:10:16.693" v="226" actId="22"/>
          <ac:spMkLst>
            <pc:docMk/>
            <pc:sldMk cId="3763779569" sldId="289"/>
            <ac:spMk id="15" creationId="{83040DA5-CD35-E0F6-130F-ADAC3666E956}"/>
          </ac:spMkLst>
        </pc:spChg>
        <pc:spChg chg="add">
          <ac:chgData name="Adriana Miriam Ylizaliturri Gomez" userId="c054c78c-207c-4278-ae44-884dbebca744" providerId="ADAL" clId="{9B871E66-1A30-42FF-AF18-83FDFD9111C9}" dt="2026-06-26T23:10:16.693" v="226" actId="22"/>
          <ac:spMkLst>
            <pc:docMk/>
            <pc:sldMk cId="3763779569" sldId="289"/>
            <ac:spMk id="17" creationId="{A24DB3F3-1899-2514-7350-FBF91BF5CB53}"/>
          </ac:spMkLst>
        </pc:spChg>
        <pc:spChg chg="add">
          <ac:chgData name="Adriana Miriam Ylizaliturri Gomez" userId="c054c78c-207c-4278-ae44-884dbebca744" providerId="ADAL" clId="{9B871E66-1A30-42FF-AF18-83FDFD9111C9}" dt="2026-06-26T23:10:16.693" v="226" actId="22"/>
          <ac:spMkLst>
            <pc:docMk/>
            <pc:sldMk cId="3763779569" sldId="289"/>
            <ac:spMk id="19" creationId="{EEACB39E-B78D-20CC-BD34-5549096D01E4}"/>
          </ac:spMkLst>
        </pc:spChg>
        <pc:spChg chg="add">
          <ac:chgData name="Adriana Miriam Ylizaliturri Gomez" userId="c054c78c-207c-4278-ae44-884dbebca744" providerId="ADAL" clId="{9B871E66-1A30-42FF-AF18-83FDFD9111C9}" dt="2026-06-26T23:10:16.693" v="226" actId="22"/>
          <ac:spMkLst>
            <pc:docMk/>
            <pc:sldMk cId="3763779569" sldId="289"/>
            <ac:spMk id="21" creationId="{D1532FF5-E3F1-1468-8014-4EF0E69796CE}"/>
          </ac:spMkLst>
        </pc:spChg>
        <pc:spChg chg="add">
          <ac:chgData name="Adriana Miriam Ylizaliturri Gomez" userId="c054c78c-207c-4278-ae44-884dbebca744" providerId="ADAL" clId="{9B871E66-1A30-42FF-AF18-83FDFD9111C9}" dt="2026-06-26T23:10:16.693" v="226" actId="22"/>
          <ac:spMkLst>
            <pc:docMk/>
            <pc:sldMk cId="3763779569" sldId="289"/>
            <ac:spMk id="23" creationId="{B0C73CF9-CBF1-6A44-0FB8-D2D199D43AE9}"/>
          </ac:spMkLst>
        </pc:spChg>
        <pc:picChg chg="add">
          <ac:chgData name="Adriana Miriam Ylizaliturri Gomez" userId="c054c78c-207c-4278-ae44-884dbebca744" providerId="ADAL" clId="{9B871E66-1A30-42FF-AF18-83FDFD9111C9}" dt="2026-06-26T23:10:16.693" v="226" actId="22"/>
          <ac:picMkLst>
            <pc:docMk/>
            <pc:sldMk cId="3763779569" sldId="289"/>
            <ac:picMk id="27" creationId="{343E97E8-42E1-D8A0-81AF-4B32869D863D}"/>
          </ac:picMkLst>
        </pc:picChg>
      </pc:sldChg>
      <pc:sldChg chg="addSp delSp modSp mod modCm modNotes">
        <pc:chgData name="Adriana Miriam Ylizaliturri Gomez" userId="c054c78c-207c-4278-ae44-884dbebca744" providerId="ADAL" clId="{9B871E66-1A30-42FF-AF18-83FDFD9111C9}" dt="2026-07-03T21:23:46.001" v="3768" actId="14100"/>
        <pc:sldMkLst>
          <pc:docMk/>
          <pc:sldMk cId="3240565764" sldId="297"/>
        </pc:sldMkLst>
        <pc:spChg chg="mod">
          <ac:chgData name="Adriana Miriam Ylizaliturri Gomez" userId="c054c78c-207c-4278-ae44-884dbebca744" providerId="ADAL" clId="{9B871E66-1A30-42FF-AF18-83FDFD9111C9}" dt="2026-07-03T17:23:25.637" v="2797" actId="1076"/>
          <ac:spMkLst>
            <pc:docMk/>
            <pc:sldMk cId="3240565764" sldId="297"/>
            <ac:spMk id="3" creationId="{21AE8FA6-CA77-F761-93C9-BF2570CBBE30}"/>
          </ac:spMkLst>
        </pc:spChg>
        <pc:spChg chg="mod">
          <ac:chgData name="Adriana Miriam Ylizaliturri Gomez" userId="c054c78c-207c-4278-ae44-884dbebca744" providerId="ADAL" clId="{9B871E66-1A30-42FF-AF18-83FDFD9111C9}" dt="2026-07-02T21:41:16.845" v="2507" actId="1035"/>
          <ac:spMkLst>
            <pc:docMk/>
            <pc:sldMk cId="3240565764" sldId="297"/>
            <ac:spMk id="6" creationId="{3C879FA3-8153-8C4E-8B9C-4DF691C41AD2}"/>
          </ac:spMkLst>
        </pc:spChg>
        <pc:spChg chg="mod">
          <ac:chgData name="Adriana Miriam Ylizaliturri Gomez" userId="c054c78c-207c-4278-ae44-884dbebca744" providerId="ADAL" clId="{9B871E66-1A30-42FF-AF18-83FDFD9111C9}" dt="2026-07-03T17:43:36.004" v="3227" actId="1036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Adriana Miriam Ylizaliturri Gomez" userId="c054c78c-207c-4278-ae44-884dbebca744" providerId="ADAL" clId="{9B871E66-1A30-42FF-AF18-83FDFD9111C9}" dt="2026-07-03T17:24:02.357" v="2908" actId="1036"/>
          <ac:spMkLst>
            <pc:docMk/>
            <pc:sldMk cId="3240565764" sldId="297"/>
            <ac:spMk id="12" creationId="{154FB65F-2C9D-B2DA-5C85-50182FAA15F3}"/>
          </ac:spMkLst>
        </pc:spChg>
        <pc:spChg chg="add del mod">
          <ac:chgData name="Adriana Miriam Ylizaliturri Gomez" userId="c054c78c-207c-4278-ae44-884dbebca744" providerId="ADAL" clId="{9B871E66-1A30-42FF-AF18-83FDFD9111C9}" dt="2026-07-03T17:37:46.728" v="3021" actId="21"/>
          <ac:spMkLst>
            <pc:docMk/>
            <pc:sldMk cId="3240565764" sldId="297"/>
            <ac:spMk id="13" creationId="{F34FE3C7-CE3B-69DF-8499-5EE5FB752968}"/>
          </ac:spMkLst>
        </pc:spChg>
        <pc:spChg chg="mod">
          <ac:chgData name="Adriana Miriam Ylizaliturri Gomez" userId="c054c78c-207c-4278-ae44-884dbebca744" providerId="ADAL" clId="{9B871E66-1A30-42FF-AF18-83FDFD9111C9}" dt="2026-07-03T17:24:02.357" v="2908" actId="1036"/>
          <ac:spMkLst>
            <pc:docMk/>
            <pc:sldMk cId="3240565764" sldId="297"/>
            <ac:spMk id="15" creationId="{A0083CC0-370A-999A-F425-0B0E05DEB5CF}"/>
          </ac:spMkLst>
        </pc:spChg>
        <pc:spChg chg="mod">
          <ac:chgData name="Adriana Miriam Ylizaliturri Gomez" userId="c054c78c-207c-4278-ae44-884dbebca744" providerId="ADAL" clId="{9B871E66-1A30-42FF-AF18-83FDFD9111C9}" dt="2026-07-03T21:17:30.960" v="3677" actId="20577"/>
          <ac:spMkLst>
            <pc:docMk/>
            <pc:sldMk cId="3240565764" sldId="297"/>
            <ac:spMk id="21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7-03T17:43:36.004" v="3227" actId="1036"/>
          <ac:spMkLst>
            <pc:docMk/>
            <pc:sldMk cId="3240565764" sldId="297"/>
            <ac:spMk id="24" creationId="{97E83E93-235E-7AFE-C24A-BD327E475C55}"/>
          </ac:spMkLst>
        </pc:spChg>
        <pc:spChg chg="add del mod">
          <ac:chgData name="Adriana Miriam Ylizaliturri Gomez" userId="c054c78c-207c-4278-ae44-884dbebca744" providerId="ADAL" clId="{9B871E66-1A30-42FF-AF18-83FDFD9111C9}" dt="2026-07-03T17:37:46.728" v="3021" actId="21"/>
          <ac:spMkLst>
            <pc:docMk/>
            <pc:sldMk cId="3240565764" sldId="297"/>
            <ac:spMk id="25" creationId="{1B5F8F3B-42BA-0D6B-55D8-EE100F6EDA63}"/>
          </ac:spMkLst>
        </pc:spChg>
        <pc:spChg chg="add del mod">
          <ac:chgData name="Adriana Miriam Ylizaliturri Gomez" userId="c054c78c-207c-4278-ae44-884dbebca744" providerId="ADAL" clId="{9B871E66-1A30-42FF-AF18-83FDFD9111C9}" dt="2026-07-03T17:37:46.728" v="3021" actId="21"/>
          <ac:spMkLst>
            <pc:docMk/>
            <pc:sldMk cId="3240565764" sldId="297"/>
            <ac:spMk id="29" creationId="{BCB6F635-8EAD-077A-8AEB-BDCA8801F4C0}"/>
          </ac:spMkLst>
        </pc:spChg>
        <pc:spChg chg="add del mod">
          <ac:chgData name="Adriana Miriam Ylizaliturri Gomez" userId="c054c78c-207c-4278-ae44-884dbebca744" providerId="ADAL" clId="{9B871E66-1A30-42FF-AF18-83FDFD9111C9}" dt="2026-07-03T21:21:28.639" v="3722" actId="478"/>
          <ac:spMkLst>
            <pc:docMk/>
            <pc:sldMk cId="3240565764" sldId="297"/>
            <ac:spMk id="30" creationId="{49BC27B2-2F62-D5D7-D686-B90429257797}"/>
          </ac:spMkLst>
        </pc:spChg>
        <pc:spChg chg="add del mod">
          <ac:chgData name="Adriana Miriam Ylizaliturri Gomez" userId="c054c78c-207c-4278-ae44-884dbebca744" providerId="ADAL" clId="{9B871E66-1A30-42FF-AF18-83FDFD9111C9}" dt="2026-07-03T17:37:46.728" v="3021" actId="21"/>
          <ac:spMkLst>
            <pc:docMk/>
            <pc:sldMk cId="3240565764" sldId="297"/>
            <ac:spMk id="33" creationId="{50819A7D-90F1-5402-57B1-6FFA9FA0229D}"/>
          </ac:spMkLst>
        </pc:spChg>
        <pc:spChg chg="add del mod">
          <ac:chgData name="Adriana Miriam Ylizaliturri Gomez" userId="c054c78c-207c-4278-ae44-884dbebca744" providerId="ADAL" clId="{9B871E66-1A30-42FF-AF18-83FDFD9111C9}" dt="2026-07-03T17:37:46.728" v="3021" actId="21"/>
          <ac:spMkLst>
            <pc:docMk/>
            <pc:sldMk cId="3240565764" sldId="297"/>
            <ac:spMk id="41" creationId="{9A86A209-4C67-E5F8-BFB2-BD0B732F2B06}"/>
          </ac:spMkLst>
        </pc:spChg>
        <pc:graphicFrameChg chg="mod">
          <ac:chgData name="Adriana Miriam Ylizaliturri Gomez" userId="c054c78c-207c-4278-ae44-884dbebca744" providerId="ADAL" clId="{9B871E66-1A30-42FF-AF18-83FDFD9111C9}" dt="2026-07-02T21:41:23.285" v="2517" actId="1035"/>
          <ac:graphicFrameMkLst>
            <pc:docMk/>
            <pc:sldMk cId="3240565764" sldId="297"/>
            <ac:graphicFrameMk id="2" creationId="{434C3138-4D0E-D6F5-1979-61C724288F5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7-02T21:41:43.302" v="2552" actId="1036"/>
          <ac:graphicFrameMkLst>
            <pc:docMk/>
            <pc:sldMk cId="3240565764" sldId="297"/>
            <ac:graphicFrameMk id="11" creationId="{A20B1F39-E32B-30FE-4662-5916E51AE32C}"/>
          </ac:graphicFrameMkLst>
        </pc:graphicFrameChg>
        <pc:graphicFrameChg chg="del mod modGraphic">
          <ac:chgData name="Adriana Miriam Ylizaliturri Gomez" userId="c054c78c-207c-4278-ae44-884dbebca744" providerId="ADAL" clId="{9B871E66-1A30-42FF-AF18-83FDFD9111C9}" dt="2026-07-03T20:45:18.521" v="3378" actId="478"/>
          <ac:graphicFrameMkLst>
            <pc:docMk/>
            <pc:sldMk cId="3240565764" sldId="297"/>
            <ac:graphicFrameMk id="17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7-03T21:23:38.825" v="3766" actId="14100"/>
          <ac:graphicFrameMkLst>
            <pc:docMk/>
            <pc:sldMk cId="3240565764" sldId="297"/>
            <ac:graphicFrameMk id="18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7-03T21:23:42.429" v="3767" actId="14100"/>
          <ac:graphicFrameMkLst>
            <pc:docMk/>
            <pc:sldMk cId="3240565764" sldId="297"/>
            <ac:graphicFrameMk id="19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7-03T21:23:46.001" v="3768" actId="14100"/>
          <ac:graphicFrameMkLst>
            <pc:docMk/>
            <pc:sldMk cId="3240565764" sldId="297"/>
            <ac:graphicFrameMk id="20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7-03T20:23:16.922" v="3258"/>
          <ac:graphicFrameMkLst>
            <pc:docMk/>
            <pc:sldMk cId="3240565764" sldId="297"/>
            <ac:graphicFrameMk id="26" creationId="{562ADE19-3278-20BD-3FB5-D471D90FA671}"/>
          </ac:graphicFrameMkLst>
        </pc:graphicFrameChg>
        <pc:graphicFrameChg chg="add del mod modGraphic">
          <ac:chgData name="Adriana Miriam Ylizaliturri Gomez" userId="c054c78c-207c-4278-ae44-884dbebca744" providerId="ADAL" clId="{9B871E66-1A30-42FF-AF18-83FDFD9111C9}" dt="2026-07-03T20:44:19.624" v="3370" actId="478"/>
          <ac:graphicFrameMkLst>
            <pc:docMk/>
            <pc:sldMk cId="3240565764" sldId="297"/>
            <ac:graphicFrameMk id="28" creationId="{CDB241C9-548A-653D-CC7B-4AAFE19E2DFB}"/>
          </ac:graphicFrameMkLst>
        </pc:graphicFrameChg>
        <pc:graphicFrameChg chg="add mod modGraphic">
          <ac:chgData name="Adriana Miriam Ylizaliturri Gomez" userId="c054c78c-207c-4278-ae44-884dbebca744" providerId="ADAL" clId="{9B871E66-1A30-42FF-AF18-83FDFD9111C9}" dt="2026-07-03T21:21:26.498" v="3721" actId="20577"/>
          <ac:graphicFrameMkLst>
            <pc:docMk/>
            <pc:sldMk cId="3240565764" sldId="297"/>
            <ac:graphicFrameMk id="32" creationId="{B9D37C0A-6B52-86A8-1221-E23ADCE5E36D}"/>
          </ac:graphicFrameMkLst>
        </pc:graphicFrameChg>
        <pc:graphicFrameChg chg="add del mod">
          <ac:chgData name="Adriana Miriam Ylizaliturri Gomez" userId="c054c78c-207c-4278-ae44-884dbebca744" providerId="ADAL" clId="{9B871E66-1A30-42FF-AF18-83FDFD9111C9}" dt="2026-07-03T17:37:46.728" v="3021" actId="21"/>
          <ac:graphicFrameMkLst>
            <pc:docMk/>
            <pc:sldMk cId="3240565764" sldId="297"/>
            <ac:graphicFrameMk id="35" creationId="{AD211574-D444-08E1-C528-00A754955AAE}"/>
          </ac:graphicFrameMkLst>
        </pc:graphicFrameChg>
        <pc:graphicFrameChg chg="del">
          <ac:chgData name="Adriana Miriam Ylizaliturri Gomez" userId="c054c78c-207c-4278-ae44-884dbebca744" providerId="ADAL" clId="{9B871E66-1A30-42FF-AF18-83FDFD9111C9}" dt="2026-07-03T17:37:46.728" v="3021" actId="21"/>
          <ac:graphicFrameMkLst>
            <pc:docMk/>
            <pc:sldMk cId="3240565764" sldId="297"/>
            <ac:graphicFrameMk id="37" creationId="{34184F17-A0E5-8B86-A12E-3D15E862E045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7-03T17:24:02.357" v="2908" actId="1036"/>
          <ac:picMkLst>
            <pc:docMk/>
            <pc:sldMk cId="3240565764" sldId="297"/>
            <ac:picMk id="4" creationId="{AE9FD96F-084C-5DEE-6966-05F8D1633A42}"/>
          </ac:picMkLst>
        </pc:picChg>
        <pc:picChg chg="mod">
          <ac:chgData name="Adriana Miriam Ylizaliturri Gomez" userId="c054c78c-207c-4278-ae44-884dbebca744" providerId="ADAL" clId="{9B871E66-1A30-42FF-AF18-83FDFD9111C9}" dt="2026-07-02T21:41:16.845" v="2507" actId="1035"/>
          <ac:picMkLst>
            <pc:docMk/>
            <pc:sldMk cId="3240565764" sldId="297"/>
            <ac:picMk id="5" creationId="{4689FF38-8CFA-FB37-4E7B-B5603B7FC116}"/>
          </ac:picMkLst>
        </pc:picChg>
        <pc:picChg chg="del mod">
          <ac:chgData name="Adriana Miriam Ylizaliturri Gomez" userId="c054c78c-207c-4278-ae44-884dbebca744" providerId="ADAL" clId="{9B871E66-1A30-42FF-AF18-83FDFD9111C9}" dt="2026-07-03T17:20:23.242" v="2683" actId="478"/>
          <ac:picMkLst>
            <pc:docMk/>
            <pc:sldMk cId="3240565764" sldId="297"/>
            <ac:picMk id="8" creationId="{BABF2A30-0349-849A-F42C-48F3B779CE34}"/>
          </ac:picMkLst>
        </pc:picChg>
        <pc:picChg chg="add del mod">
          <ac:chgData name="Adriana Miriam Ylizaliturri Gomez" userId="c054c78c-207c-4278-ae44-884dbebca744" providerId="ADAL" clId="{9B871E66-1A30-42FF-AF18-83FDFD9111C9}" dt="2026-07-03T17:24:02.357" v="2908" actId="1036"/>
          <ac:picMkLst>
            <pc:docMk/>
            <pc:sldMk cId="3240565764" sldId="297"/>
            <ac:picMk id="9" creationId="{C254707A-1402-779F-7E93-B56DEDA61057}"/>
          </ac:picMkLst>
        </pc:picChg>
        <pc:picChg chg="mod">
          <ac:chgData name="Adriana Miriam Ylizaliturri Gomez" userId="c054c78c-207c-4278-ae44-884dbebca744" providerId="ADAL" clId="{9B871E66-1A30-42FF-AF18-83FDFD9111C9}" dt="2026-07-03T17:43:36.004" v="3227" actId="1036"/>
          <ac:picMkLst>
            <pc:docMk/>
            <pc:sldMk cId="3240565764" sldId="297"/>
            <ac:picMk id="14" creationId="{C365C7D6-999E-5396-FE1A-9AF265B06DAC}"/>
          </ac:picMkLst>
        </pc:picChg>
        <pc:picChg chg="add del mod">
          <ac:chgData name="Adriana Miriam Ylizaliturri Gomez" userId="c054c78c-207c-4278-ae44-884dbebca744" providerId="ADAL" clId="{9B871E66-1A30-42FF-AF18-83FDFD9111C9}" dt="2026-07-03T17:37:46.728" v="3021" actId="21"/>
          <ac:picMkLst>
            <pc:docMk/>
            <pc:sldMk cId="3240565764" sldId="297"/>
            <ac:picMk id="23" creationId="{36363738-6408-4381-A6D0-8CBDCFE0A28B}"/>
          </ac:picMkLst>
        </pc:picChg>
        <pc:picChg chg="add del mod">
          <ac:chgData name="Adriana Miriam Ylizaliturri Gomez" userId="c054c78c-207c-4278-ae44-884dbebca744" providerId="ADAL" clId="{9B871E66-1A30-42FF-AF18-83FDFD9111C9}" dt="2026-07-03T17:37:46.728" v="3021" actId="21"/>
          <ac:picMkLst>
            <pc:docMk/>
            <pc:sldMk cId="3240565764" sldId="297"/>
            <ac:picMk id="27" creationId="{4BD13388-129A-1E5B-87DA-0B0383334803}"/>
          </ac:picMkLst>
        </pc:picChg>
        <pc:picChg chg="add del mod">
          <ac:chgData name="Adriana Miriam Ylizaliturri Gomez" userId="c054c78c-207c-4278-ae44-884dbebca744" providerId="ADAL" clId="{9B871E66-1A30-42FF-AF18-83FDFD9111C9}" dt="2026-07-03T17:37:46.728" v="3021" actId="21"/>
          <ac:picMkLst>
            <pc:docMk/>
            <pc:sldMk cId="3240565764" sldId="297"/>
            <ac:picMk id="31" creationId="{408127D5-4541-86CA-9922-C502E4647B0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driana Miriam Ylizaliturri Gomez" userId="c054c78c-207c-4278-ae44-884dbebca744" providerId="ADAL" clId="{9B871E66-1A30-42FF-AF18-83FDFD9111C9}" dt="2026-07-02T20:05:58.633" v="2180" actId="6549"/>
              <pc2:cmMkLst xmlns:pc2="http://schemas.microsoft.com/office/powerpoint/2019/9/main/command">
                <pc:docMk/>
                <pc:sldMk cId="3240565764" sldId="297"/>
                <pc2:cmMk id="{85E20D1E-42C1-4638-90D9-EA7A39C575F2}"/>
              </pc2:cmMkLst>
            </pc226:cmChg>
            <pc226:cmChg xmlns:pc226="http://schemas.microsoft.com/office/powerpoint/2022/06/main/command" chg="mod">
              <pc226:chgData name="Adriana Miriam Ylizaliturri Gomez" userId="c054c78c-207c-4278-ae44-884dbebca744" providerId="ADAL" clId="{9B871E66-1A30-42FF-AF18-83FDFD9111C9}" dt="2026-07-02T20:05:58.633" v="2180" actId="6549"/>
              <pc2:cmMkLst xmlns:pc2="http://schemas.microsoft.com/office/powerpoint/2019/9/main/command">
                <pc:docMk/>
                <pc:sldMk cId="3240565764" sldId="297"/>
                <pc2:cmMk id="{5F67A84E-653A-427A-8DDD-BBC8C383DFBF}"/>
              </pc2:cmMkLst>
            </pc226:cmChg>
            <pc226:cmChg xmlns:pc226="http://schemas.microsoft.com/office/powerpoint/2022/06/main/command" chg="mod">
              <pc226:chgData name="Adriana Miriam Ylizaliturri Gomez" userId="c054c78c-207c-4278-ae44-884dbebca744" providerId="ADAL" clId="{9B871E66-1A30-42FF-AF18-83FDFD9111C9}" dt="2026-07-02T20:05:58.633" v="2180" actId="6549"/>
              <pc2:cmMkLst xmlns:pc2="http://schemas.microsoft.com/office/powerpoint/2019/9/main/command">
                <pc:docMk/>
                <pc:sldMk cId="3240565764" sldId="297"/>
                <pc2:cmMk id="{4620AB63-43A1-429D-B529-35B75CEC2A43}"/>
              </pc2:cmMkLst>
            </pc226:cmChg>
            <pc226:cmChg xmlns:pc226="http://schemas.microsoft.com/office/powerpoint/2022/06/main/command" chg="mod">
              <pc226:chgData name="Adriana Miriam Ylizaliturri Gomez" userId="c054c78c-207c-4278-ae44-884dbebca744" providerId="ADAL" clId="{9B871E66-1A30-42FF-AF18-83FDFD9111C9}" dt="2026-07-02T20:05:58.633" v="2180" actId="6549"/>
              <pc2:cmMkLst xmlns:pc2="http://schemas.microsoft.com/office/powerpoint/2019/9/main/command">
                <pc:docMk/>
                <pc:sldMk cId="3240565764" sldId="297"/>
                <pc2:cmMk id="{F3AE3F70-699E-48E4-89E1-66C082D7C49A}"/>
              </pc2:cmMkLst>
            </pc226:cmChg>
            <pc226:cmChg xmlns:pc226="http://schemas.microsoft.com/office/powerpoint/2022/06/main/command" chg="mod">
              <pc226:chgData name="Adriana Miriam Ylizaliturri Gomez" userId="c054c78c-207c-4278-ae44-884dbebca744" providerId="ADAL" clId="{9B871E66-1A30-42FF-AF18-83FDFD9111C9}" dt="2026-07-02T20:05:58.633" v="2180" actId="6549"/>
              <pc2:cmMkLst xmlns:pc2="http://schemas.microsoft.com/office/powerpoint/2019/9/main/command">
                <pc:docMk/>
                <pc:sldMk cId="3240565764" sldId="297"/>
                <pc2:cmMk id="{9D79A88A-43EF-44CC-B16A-C49552085000}"/>
              </pc2:cmMkLst>
            </pc226:cmChg>
            <pc226:cmChg xmlns:pc226="http://schemas.microsoft.com/office/powerpoint/2022/06/main/command" chg="mod">
              <pc226:chgData name="Adriana Miriam Ylizaliturri Gomez" userId="c054c78c-207c-4278-ae44-884dbebca744" providerId="ADAL" clId="{9B871E66-1A30-42FF-AF18-83FDFD9111C9}" dt="2026-07-02T20:05:58.633" v="2180" actId="6549"/>
              <pc2:cmMkLst xmlns:pc2="http://schemas.microsoft.com/office/powerpoint/2019/9/main/command">
                <pc:docMk/>
                <pc:sldMk cId="3240565764" sldId="297"/>
                <pc2:cmMk id="{AB982FDF-6968-4D98-BB67-7BCEA179F424}"/>
              </pc2:cmMkLst>
            </pc226:cmChg>
          </p:ext>
        </pc:extLst>
      </pc:sldChg>
      <pc:sldChg chg="addSp modSp mod">
        <pc:chgData name="Adriana Miriam Ylizaliturri Gomez" userId="c054c78c-207c-4278-ae44-884dbebca744" providerId="ADAL" clId="{9B871E66-1A30-42FF-AF18-83FDFD9111C9}" dt="2026-06-26T23:50:38.483" v="984" actId="404"/>
        <pc:sldMkLst>
          <pc:docMk/>
          <pc:sldMk cId="922190857" sldId="298"/>
        </pc:sldMkLst>
        <pc:spChg chg="mod">
          <ac:chgData name="Adriana Miriam Ylizaliturri Gomez" userId="c054c78c-207c-4278-ae44-884dbebca744" providerId="ADAL" clId="{9B871E66-1A30-42FF-AF18-83FDFD9111C9}" dt="2026-06-26T23:50:38.483" v="984" actId="404"/>
          <ac:spMkLst>
            <pc:docMk/>
            <pc:sldMk cId="922190857" sldId="298"/>
            <ac:spMk id="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8:30.567" v="890" actId="1035"/>
          <ac:spMkLst>
            <pc:docMk/>
            <pc:sldMk cId="922190857" sldId="298"/>
            <ac:spMk id="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48:40.267" v="906" actId="1035"/>
          <ac:spMkLst>
            <pc:docMk/>
            <pc:sldMk cId="922190857" sldId="298"/>
            <ac:spMk id="5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6T23:50:04.226" v="973" actId="1035"/>
          <ac:spMkLst>
            <pc:docMk/>
            <pc:sldMk cId="922190857" sldId="298"/>
            <ac:spMk id="10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6T23:50:04.226" v="973" actId="1035"/>
          <ac:spMkLst>
            <pc:docMk/>
            <pc:sldMk cId="922190857" sldId="298"/>
            <ac:spMk id="13" creationId="{00000000-0000-0000-0000-000000000000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6T23:48:45.147" v="908" actId="14100"/>
          <ac:graphicFrameMkLst>
            <pc:docMk/>
            <pc:sldMk cId="922190857" sldId="298"/>
            <ac:graphicFrameMk id="7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48:40.267" v="906" actId="1035"/>
          <ac:graphicFrameMkLst>
            <pc:docMk/>
            <pc:sldMk cId="922190857" sldId="298"/>
            <ac:graphicFrameMk id="8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48:55.836" v="909" actId="1076"/>
          <ac:graphicFrameMkLst>
            <pc:docMk/>
            <pc:sldMk cId="922190857" sldId="298"/>
            <ac:graphicFrameMk id="9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3:50:04.226" v="973" actId="1035"/>
          <ac:graphicFrameMkLst>
            <pc:docMk/>
            <pc:sldMk cId="922190857" sldId="298"/>
            <ac:graphicFrameMk id="12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3:50:04.226" v="973" actId="1035"/>
          <ac:graphicFrameMkLst>
            <pc:docMk/>
            <pc:sldMk cId="922190857" sldId="298"/>
            <ac:graphicFrameMk id="15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3:50:04.226" v="973" actId="1035"/>
          <ac:graphicFrameMkLst>
            <pc:docMk/>
            <pc:sldMk cId="922190857" sldId="298"/>
            <ac:graphicFrameMk id="16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3:50:04.226" v="973" actId="1035"/>
          <ac:graphicFrameMkLst>
            <pc:docMk/>
            <pc:sldMk cId="922190857" sldId="298"/>
            <ac:graphicFrameMk id="17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3:50:04.226" v="973" actId="1035"/>
          <ac:graphicFrameMkLst>
            <pc:docMk/>
            <pc:sldMk cId="922190857" sldId="298"/>
            <ac:graphicFrameMk id="18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3:50:04.226" v="973" actId="1035"/>
          <ac:graphicFrameMkLst>
            <pc:docMk/>
            <pc:sldMk cId="922190857" sldId="298"/>
            <ac:graphicFrameMk id="19" creationId="{00000000-0000-0000-0000-000000000000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6T23:48:40.267" v="906" actId="1035"/>
          <ac:cxnSpMkLst>
            <pc:docMk/>
            <pc:sldMk cId="922190857" sldId="298"/>
            <ac:cxnSpMk id="6" creationId="{00000000-0000-0000-0000-000000000000}"/>
          </ac:cxnSpMkLst>
        </pc:cxnChg>
        <pc:cxnChg chg="add mod">
          <ac:chgData name="Adriana Miriam Ylizaliturri Gomez" userId="c054c78c-207c-4278-ae44-884dbebca744" providerId="ADAL" clId="{9B871E66-1A30-42FF-AF18-83FDFD9111C9}" dt="2026-06-26T23:50:04.226" v="973" actId="1035"/>
          <ac:cxnSpMkLst>
            <pc:docMk/>
            <pc:sldMk cId="922190857" sldId="298"/>
            <ac:cxnSpMk id="11" creationId="{00000000-0000-0000-0000-000000000000}"/>
          </ac:cxnSpMkLst>
        </pc:cxnChg>
        <pc:cxnChg chg="add mod">
          <ac:chgData name="Adriana Miriam Ylizaliturri Gomez" userId="c054c78c-207c-4278-ae44-884dbebca744" providerId="ADAL" clId="{9B871E66-1A30-42FF-AF18-83FDFD9111C9}" dt="2026-06-26T23:50:04.226" v="973" actId="1035"/>
          <ac:cxnSpMkLst>
            <pc:docMk/>
            <pc:sldMk cId="922190857" sldId="298"/>
            <ac:cxnSpMk id="14" creationId="{00000000-0000-0000-0000-000000000000}"/>
          </ac:cxnSpMkLst>
        </pc:cxnChg>
      </pc:sldChg>
      <pc:sldChg chg="addSp modSp mod">
        <pc:chgData name="Adriana Miriam Ylizaliturri Gomez" userId="c054c78c-207c-4278-ae44-884dbebca744" providerId="ADAL" clId="{9B871E66-1A30-42FF-AF18-83FDFD9111C9}" dt="2026-06-27T00:27:43.838" v="1767" actId="20577"/>
        <pc:sldMkLst>
          <pc:docMk/>
          <pc:sldMk cId="2283600474" sldId="300"/>
        </pc:sldMkLst>
        <pc:spChg chg="mod">
          <ac:chgData name="Adriana Miriam Ylizaliturri Gomez" userId="c054c78c-207c-4278-ae44-884dbebca744" providerId="ADAL" clId="{9B871E66-1A30-42FF-AF18-83FDFD9111C9}" dt="2026-06-27T00:27:06.300" v="1713" actId="1036"/>
          <ac:spMkLst>
            <pc:docMk/>
            <pc:sldMk cId="2283600474" sldId="300"/>
            <ac:spMk id="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7T00:27:06.300" v="1713" actId="1036"/>
          <ac:spMkLst>
            <pc:docMk/>
            <pc:sldMk cId="2283600474" sldId="300"/>
            <ac:spMk id="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7T00:27:10.524" v="1728" actId="1036"/>
          <ac:spMkLst>
            <pc:docMk/>
            <pc:sldMk cId="2283600474" sldId="300"/>
            <ac:spMk id="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7:45.535" v="1239" actId="20577"/>
          <ac:spMkLst>
            <pc:docMk/>
            <pc:sldMk cId="2283600474" sldId="300"/>
            <ac:spMk id="10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7T00:27:43.838" v="1767" actId="20577"/>
          <ac:spMkLst>
            <pc:docMk/>
            <pc:sldMk cId="2283600474" sldId="300"/>
            <ac:spMk id="12" creationId="{B7912A5C-1032-D14D-2D70-74EAAA4922BF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7T00:27:10.524" v="1728" actId="1036"/>
          <ac:graphicFrameMkLst>
            <pc:docMk/>
            <pc:sldMk cId="2283600474" sldId="300"/>
            <ac:graphicFrameMk id="9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7T00:27:06.300" v="1713" actId="1036"/>
          <ac:picMkLst>
            <pc:docMk/>
            <pc:sldMk cId="2283600474" sldId="300"/>
            <ac:picMk id="6" creationId="{00000000-0000-0000-0000-000000000000}"/>
          </ac:picMkLst>
        </pc:picChg>
        <pc:cxnChg chg="mod">
          <ac:chgData name="Adriana Miriam Ylizaliturri Gomez" userId="c054c78c-207c-4278-ae44-884dbebca744" providerId="ADAL" clId="{9B871E66-1A30-42FF-AF18-83FDFD9111C9}" dt="2026-06-27T00:27:06.300" v="1713" actId="1036"/>
          <ac:cxnSpMkLst>
            <pc:docMk/>
            <pc:sldMk cId="2283600474" sldId="300"/>
            <ac:cxnSpMk id="5" creationId="{00000000-0000-0000-0000-000000000000}"/>
          </ac:cxnSpMkLst>
        </pc:cxnChg>
        <pc:cxnChg chg="mod">
          <ac:chgData name="Adriana Miriam Ylizaliturri Gomez" userId="c054c78c-207c-4278-ae44-884dbebca744" providerId="ADAL" clId="{9B871E66-1A30-42FF-AF18-83FDFD9111C9}" dt="2026-06-27T00:27:10.524" v="1728" actId="1036"/>
          <ac:cxnSpMkLst>
            <pc:docMk/>
            <pc:sldMk cId="2283600474" sldId="300"/>
            <ac:cxnSpMk id="8" creationId="{00000000-0000-0000-0000-000000000000}"/>
          </ac:cxnSpMkLst>
        </pc:cxnChg>
      </pc:sldChg>
      <pc:sldChg chg="addSp delSp modSp mod">
        <pc:chgData name="Adriana Miriam Ylizaliturri Gomez" userId="c054c78c-207c-4278-ae44-884dbebca744" providerId="ADAL" clId="{9B871E66-1A30-42FF-AF18-83FDFD9111C9}" dt="2026-06-26T23:51:34.172" v="1054" actId="255"/>
        <pc:sldMkLst>
          <pc:docMk/>
          <pc:sldMk cId="0" sldId="301"/>
        </pc:sldMkLst>
        <pc:spChg chg="mod">
          <ac:chgData name="Adriana Miriam Ylizaliturri Gomez" userId="c054c78c-207c-4278-ae44-884dbebca744" providerId="ADAL" clId="{9B871E66-1A30-42FF-AF18-83FDFD9111C9}" dt="2026-06-26T23:51:17.131" v="1039" actId="1036"/>
          <ac:spMkLst>
            <pc:docMk/>
            <pc:sldMk cId="0" sldId="301"/>
            <ac:spMk id="1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51:34.172" v="1054" actId="255"/>
          <ac:spMkLst>
            <pc:docMk/>
            <pc:sldMk cId="0" sldId="301"/>
            <ac:spMk id="18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6T23:51:20.116" v="1051" actId="1036"/>
          <ac:spMkLst>
            <pc:docMk/>
            <pc:sldMk cId="0" sldId="301"/>
            <ac:spMk id="20" creationId="{DEABBCD9-E1FB-6438-FA49-D28F2C64B842}"/>
          </ac:spMkLst>
        </pc:spChg>
        <pc:graphicFrameChg chg="mod">
          <ac:chgData name="Adriana Miriam Ylizaliturri Gomez" userId="c054c78c-207c-4278-ae44-884dbebca744" providerId="ADAL" clId="{9B871E66-1A30-42FF-AF18-83FDFD9111C9}" dt="2026-06-26T23:51:17.131" v="1039" actId="1036"/>
          <ac:graphicFrameMkLst>
            <pc:docMk/>
            <pc:sldMk cId="0" sldId="301"/>
            <ac:graphicFrameMk id="16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3:51:17.131" v="1039" actId="1036"/>
          <ac:graphicFrameMkLst>
            <pc:docMk/>
            <pc:sldMk cId="0" sldId="301"/>
            <ac:graphicFrameMk id="17" creationId="{00000000-0000-0000-0000-000000000000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6T23:51:17.131" v="1039" actId="1036"/>
          <ac:cxnSpMkLst>
            <pc:docMk/>
            <pc:sldMk cId="0" sldId="301"/>
            <ac:cxnSpMk id="15" creationId="{00000000-0000-0000-0000-000000000000}"/>
          </ac:cxnSpMkLst>
        </pc:cxn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3T21:33:26.526" v="16" actId="1076"/>
      <pc:docMkLst>
        <pc:docMk/>
      </pc:docMkLst>
      <pc:sldChg chg="modSp mod">
        <pc:chgData name="Laura Patricia Galvan Chavez" userId="6b13af50-ce8b-483e-8fc4-f994efaf3289" providerId="ADAL" clId="{655D084B-7DF1-4C24-9447-417D7DC498B8}" dt="2026-07-03T21:30:25.600" v="9" actId="1076"/>
        <pc:sldMkLst>
          <pc:docMk/>
          <pc:sldMk cId="0" sldId="258"/>
        </pc:sldMkLst>
        <pc:spChg chg="mod">
          <ac:chgData name="Laura Patricia Galvan Chavez" userId="6b13af50-ce8b-483e-8fc4-f994efaf3289" providerId="ADAL" clId="{655D084B-7DF1-4C24-9447-417D7DC498B8}" dt="2026-07-03T21:30:20.005" v="7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7-03T21:30:25.600" v="9" actId="1076"/>
          <ac:spMkLst>
            <pc:docMk/>
            <pc:sldMk cId="0" sldId="258"/>
            <ac:spMk id="126" creationId="{00000000-0000-0000-0000-000000000000}"/>
          </ac:spMkLst>
        </pc:spChg>
        <pc:picChg chg="mod">
          <ac:chgData name="Laura Patricia Galvan Chavez" userId="6b13af50-ce8b-483e-8fc4-f994efaf3289" providerId="ADAL" clId="{655D084B-7DF1-4C24-9447-417D7DC498B8}" dt="2026-07-03T21:30:22.323" v="8" actId="1076"/>
          <ac:picMkLst>
            <pc:docMk/>
            <pc:sldMk cId="0" sldId="258"/>
            <ac:picMk id="125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7-03T21:32:19.178" v="14" actId="1076"/>
        <pc:sldMkLst>
          <pc:docMk/>
          <pc:sldMk cId="0" sldId="260"/>
        </pc:sldMkLst>
        <pc:spChg chg="mod">
          <ac:chgData name="Laura Patricia Galvan Chavez" userId="6b13af50-ce8b-483e-8fc4-f994efaf3289" providerId="ADAL" clId="{655D084B-7DF1-4C24-9447-417D7DC498B8}" dt="2026-07-03T21:32:07.376" v="12" actId="1076"/>
          <ac:spMkLst>
            <pc:docMk/>
            <pc:sldMk cId="0" sldId="260"/>
            <ac:spMk id="12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3T21:31:58.964" v="10" actId="1076"/>
          <ac:graphicFrameMkLst>
            <pc:docMk/>
            <pc:sldMk cId="0" sldId="260"/>
            <ac:graphicFrameMk id="11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7-03T21:32:12.157" v="13" actId="1076"/>
          <ac:graphicFrameMkLst>
            <pc:docMk/>
            <pc:sldMk cId="0" sldId="260"/>
            <ac:graphicFrameMk id="15" creationId="{D0EC4C1F-BB7A-C5F2-EE23-D32463E62CCA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7-03T21:32:19.178" v="14" actId="1076"/>
          <ac:graphicFrameMkLst>
            <pc:docMk/>
            <pc:sldMk cId="0" sldId="260"/>
            <ac:graphicFrameMk id="17" creationId="{4080C07B-6F13-6663-C26B-A3CFF0A17E11}"/>
          </ac:graphicFrameMkLst>
        </pc:graphicFrameChg>
        <pc:picChg chg="mod">
          <ac:chgData name="Laura Patricia Galvan Chavez" userId="6b13af50-ce8b-483e-8fc4-f994efaf3289" providerId="ADAL" clId="{655D084B-7DF1-4C24-9447-417D7DC498B8}" dt="2026-07-02T20:40:14.292" v="3" actId="14100"/>
          <ac:picMkLst>
            <pc:docMk/>
            <pc:sldMk cId="0" sldId="260"/>
            <ac:picMk id="4" creationId="{82AFE4E4-256F-46A9-E6DE-7373788D92FC}"/>
          </ac:picMkLst>
        </pc:picChg>
        <pc:picChg chg="mod">
          <ac:chgData name="Laura Patricia Galvan Chavez" userId="6b13af50-ce8b-483e-8fc4-f994efaf3289" providerId="ADAL" clId="{655D084B-7DF1-4C24-9447-417D7DC498B8}" dt="2026-07-03T21:32:01.507" v="11" actId="107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9T18:43:48.276" v="0" actId="1076"/>
        <pc:sldMkLst>
          <pc:docMk/>
          <pc:sldMk cId="0" sldId="262"/>
        </pc:sldMkLst>
        <pc:spChg chg="mod">
          <ac:chgData name="Laura Patricia Galvan Chavez" userId="6b13af50-ce8b-483e-8fc4-f994efaf3289" providerId="ADAL" clId="{655D084B-7DF1-4C24-9447-417D7DC498B8}" dt="2026-06-29T18:43:48.276" v="0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3:48.276" v="0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3:48.276" v="0" actId="1076"/>
          <ac:spMkLst>
            <pc:docMk/>
            <pc:sldMk cId="0" sldId="262"/>
            <ac:spMk id="12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8:43:48.276" v="0" actId="1076"/>
          <ac:graphicFrameMkLst>
            <pc:docMk/>
            <pc:sldMk cId="0" sldId="262"/>
            <ac:graphicFrameMk id="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8:44:08.038" v="2" actId="1076"/>
        <pc:sldMkLst>
          <pc:docMk/>
          <pc:sldMk cId="0" sldId="267"/>
        </pc:sldMkLst>
        <pc:spChg chg="mod">
          <ac:chgData name="Laura Patricia Galvan Chavez" userId="6b13af50-ce8b-483e-8fc4-f994efaf3289" providerId="ADAL" clId="{655D084B-7DF1-4C24-9447-417D7DC498B8}" dt="2026-06-29T18:44:08.038" v="2" actId="1076"/>
          <ac:spMkLst>
            <pc:docMk/>
            <pc:sldMk cId="0" sldId="267"/>
            <ac:spMk id="235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4:08.038" v="2" actId="1076"/>
          <ac:spMkLst>
            <pc:docMk/>
            <pc:sldMk cId="0" sldId="267"/>
            <ac:spMk id="23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4:08.038" v="2" actId="1076"/>
          <ac:spMkLst>
            <pc:docMk/>
            <pc:sldMk cId="0" sldId="267"/>
            <ac:spMk id="237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8:44:08.038" v="2" actId="1076"/>
          <ac:graphicFrameMkLst>
            <pc:docMk/>
            <pc:sldMk cId="0" sldId="267"/>
            <ac:graphicFrameMk id="23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21:33:19.065" v="15" actId="1076"/>
        <pc:sldMkLst>
          <pc:docMk/>
          <pc:sldMk cId="0" sldId="272"/>
        </pc:sldMkLst>
        <pc:spChg chg="mod">
          <ac:chgData name="Laura Patricia Galvan Chavez" userId="6b13af50-ce8b-483e-8fc4-f994efaf3289" providerId="ADAL" clId="{655D084B-7DF1-4C24-9447-417D7DC498B8}" dt="2026-07-03T21:33:19.065" v="15" actId="1076"/>
          <ac:spMkLst>
            <pc:docMk/>
            <pc:sldMk cId="0" sldId="272"/>
            <ac:spMk id="8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3T21:33:19.065" v="15" actId="1076"/>
          <ac:graphicFrameMkLst>
            <pc:docMk/>
            <pc:sldMk cId="0" sldId="272"/>
            <ac:graphicFrameMk id="10" creationId="{00000000-0000-0000-0000-000000000000}"/>
          </ac:graphicFrameMkLst>
        </pc:graphicFrameChg>
        <pc:cxnChg chg="mod">
          <ac:chgData name="Laura Patricia Galvan Chavez" userId="6b13af50-ce8b-483e-8fc4-f994efaf3289" providerId="ADAL" clId="{655D084B-7DF1-4C24-9447-417D7DC498B8}" dt="2026-07-03T21:33:19.065" v="15" actId="1076"/>
          <ac:cxnSpMkLst>
            <pc:docMk/>
            <pc:sldMk cId="0" sldId="272"/>
            <ac:cxnSpMk id="9" creationId="{00000000-0000-0000-0000-000000000000}"/>
          </ac:cxnSpMkLst>
        </pc:cxnChg>
      </pc:sldChg>
      <pc:sldChg chg="modSp mod">
        <pc:chgData name="Laura Patricia Galvan Chavez" userId="6b13af50-ce8b-483e-8fc4-f994efaf3289" providerId="ADAL" clId="{655D084B-7DF1-4C24-9447-417D7DC498B8}" dt="2026-06-29T18:44:00.098" v="1" actId="1076"/>
        <pc:sldMkLst>
          <pc:docMk/>
          <pc:sldMk cId="540716406" sldId="280"/>
        </pc:sldMkLst>
        <pc:spChg chg="mod">
          <ac:chgData name="Laura Patricia Galvan Chavez" userId="6b13af50-ce8b-483e-8fc4-f994efaf3289" providerId="ADAL" clId="{655D084B-7DF1-4C24-9447-417D7DC498B8}" dt="2026-06-29T18:44:00.098" v="1" actId="1076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4:00.098" v="1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8:44:00.098" v="1" actId="1076"/>
          <ac:spMkLst>
            <pc:docMk/>
            <pc:sldMk cId="540716406" sldId="280"/>
            <ac:spMk id="240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8:44:00.098" v="1" actId="1076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21:33:26.526" v="16" actId="1076"/>
        <pc:sldMkLst>
          <pc:docMk/>
          <pc:sldMk cId="2283600474" sldId="300"/>
        </pc:sldMkLst>
        <pc:spChg chg="mod">
          <ac:chgData name="Laura Patricia Galvan Chavez" userId="6b13af50-ce8b-483e-8fc4-f994efaf3289" providerId="ADAL" clId="{655D084B-7DF1-4C24-9447-417D7DC498B8}" dt="2026-07-03T21:33:26.526" v="16" actId="1076"/>
          <ac:spMkLst>
            <pc:docMk/>
            <pc:sldMk cId="2283600474" sldId="300"/>
            <ac:spMk id="7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3T21:33:26.526" v="16" actId="1076"/>
          <ac:graphicFrameMkLst>
            <pc:docMk/>
            <pc:sldMk cId="2283600474" sldId="300"/>
            <ac:graphicFrameMk id="9" creationId="{00000000-0000-0000-0000-000000000000}"/>
          </ac:graphicFrameMkLst>
        </pc:graphicFrameChg>
        <pc:cxnChg chg="mod">
          <ac:chgData name="Laura Patricia Galvan Chavez" userId="6b13af50-ce8b-483e-8fc4-f994efaf3289" providerId="ADAL" clId="{655D084B-7DF1-4C24-9447-417D7DC498B8}" dt="2026-07-03T21:33:26.526" v="16" actId="1076"/>
          <ac:cxnSpMkLst>
            <pc:docMk/>
            <pc:sldMk cId="2283600474" sldId="300"/>
            <ac:cxnSpMk id="8" creationId="{00000000-0000-0000-0000-000000000000}"/>
          </ac:cxnSpMkLst>
        </pc:cxnChg>
      </pc:sldChg>
    </pc:docChg>
  </pc:docChgLst>
  <pc:docChgLst>
    <pc:chgData name="Laura Patricia Galvan Chavez" userId="S::laura.galvan@imss.gob.mx::6b13af50-ce8b-483e-8fc4-f994efaf3289" providerId="AD" clId="Web-{286B5601-7BAD-88F0-ADC2-D9E7AAB1D421}"/>
    <pc:docChg chg="modSld">
      <pc:chgData name="Laura Patricia Galvan Chavez" userId="S::laura.galvan@imss.gob.mx::6b13af50-ce8b-483e-8fc4-f994efaf3289" providerId="AD" clId="Web-{286B5601-7BAD-88F0-ADC2-D9E7AAB1D421}" dt="2026-06-23T20:11:10.020" v="19" actId="1076"/>
      <pc:docMkLst>
        <pc:docMk/>
      </pc:docMkLst>
      <pc:sldChg chg="addSp delSp modSp">
        <pc:chgData name="Laura Patricia Galvan Chavez" userId="S::laura.galvan@imss.gob.mx::6b13af50-ce8b-483e-8fc4-f994efaf3289" providerId="AD" clId="Web-{286B5601-7BAD-88F0-ADC2-D9E7AAB1D421}" dt="2026-06-23T20:11:10.020" v="19" actId="1076"/>
        <pc:sldMkLst>
          <pc:docMk/>
          <pc:sldMk cId="0" sldId="260"/>
        </pc:sldMkLst>
        <pc:picChg chg="mod">
          <ac:chgData name="Laura Patricia Galvan Chavez" userId="S::laura.galvan@imss.gob.mx::6b13af50-ce8b-483e-8fc4-f994efaf3289" providerId="AD" clId="Web-{286B5601-7BAD-88F0-ADC2-D9E7AAB1D421}" dt="2026-06-23T20:10:56.880" v="17" actId="14100"/>
          <ac:picMkLst>
            <pc:docMk/>
            <pc:sldMk cId="0" sldId="260"/>
            <ac:picMk id="3" creationId="{F7A74E6B-C197-C9E7-A7CC-59769F7AB8E6}"/>
          </ac:picMkLst>
        </pc:picChg>
        <pc:picChg chg="mod">
          <ac:chgData name="Laura Patricia Galvan Chavez" userId="S::laura.galvan@imss.gob.mx::6b13af50-ce8b-483e-8fc4-f994efaf3289" providerId="AD" clId="Web-{286B5601-7BAD-88F0-ADC2-D9E7AAB1D421}" dt="2026-06-23T20:11:10.020" v="19" actId="1076"/>
          <ac:picMkLst>
            <pc:docMk/>
            <pc:sldMk cId="0" sldId="260"/>
            <ac:picMk id="4" creationId="{82AFE4E4-256F-46A9-E6DE-7373788D92F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2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8_203AAD76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E_0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6_0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7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C146-41D7-8B47-8A31116C4AE9}"/>
              </c:ext>
            </c:extLst>
          </c:dPt>
          <c:dPt>
            <c:idx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3-C146-41D7-8B47-8A31116C4AE9}"/>
              </c:ext>
            </c:extLst>
          </c:dPt>
          <c:dPt>
            <c:idx val="2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5-C146-41D7-8B47-8A31116C4AE9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C146-41D7-8B47-8A31116C4AE9}"/>
              </c:ext>
            </c:extLst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864662</c:v>
                </c:pt>
                <c:pt idx="1">
                  <c:v>310794</c:v>
                </c:pt>
                <c:pt idx="2">
                  <c:v>880248</c:v>
                </c:pt>
                <c:pt idx="3">
                  <c:v>11768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146-41D7-8B47-8A31116C4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DE1-4063-A038-CB99BB630A0F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DE1-4063-A038-CB99BB630A0F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43.172515925462882</c:v>
                </c:pt>
                <c:pt idx="1">
                  <c:v>56.827484074537118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E1-4063-A038-CB99BB630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F87-4271-BD43-18F3501C5D77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F87-4271-BD43-18F3501C5D77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11.607165996700001</c:v>
                </c:pt>
                <c:pt idx="1">
                  <c:v>88.392834003299996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F87-4271-BD43-18F3501C5D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6EF-4128-85BE-D7B10B49D4B7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6EF-4128-85BE-D7B10B49D4B7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38.387211814806264</c:v>
                </c:pt>
                <c:pt idx="1">
                  <c:v>61.612788185193736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EF-4128-85BE-D7B10B49D4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F71-408D-BEA1-0ADD2412B827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F71-408D-BEA1-0ADD2412B827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44.037494802887707</c:v>
                </c:pt>
                <c:pt idx="1">
                  <c:v>55.962505197112293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F71-408D-BEA1-0ADD2412B8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D497-4BF5-8B91-A9E6390242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44</c:v>
                </c:pt>
                <c:pt idx="2">
                  <c:v>59</c:v>
                </c:pt>
                <c:pt idx="3">
                  <c:v>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497-4BF5-8B91-A9E63902426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Servicios para Empresas, Personas y el Hogar</c:v>
                </c:pt>
                <c:pt idx="4">
                  <c:v>Servicios Sociales y Comunales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296</c:v>
                </c:pt>
                <c:pt idx="1">
                  <c:v>44173</c:v>
                </c:pt>
                <c:pt idx="2">
                  <c:v>10738</c:v>
                </c:pt>
                <c:pt idx="3">
                  <c:v>44672</c:v>
                </c:pt>
                <c:pt idx="4">
                  <c:v>43669</c:v>
                </c:pt>
                <c:pt idx="5">
                  <c:v>1614</c:v>
                </c:pt>
                <c:pt idx="6">
                  <c:v>52695</c:v>
                </c:pt>
                <c:pt idx="7">
                  <c:v>14575</c:v>
                </c:pt>
                <c:pt idx="8">
                  <c:v>7719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09-42A2-A9ED-CC8EEBFB99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Industrias de la Transformación</c:v>
                </c:pt>
                <c:pt idx="2">
                  <c:v>Agricultura, Ganaderia, Silvicultura, Pesca y Caza</c:v>
                </c:pt>
                <c:pt idx="3">
                  <c:v>Servicios para Empresas, Personas y el Hogar</c:v>
                </c:pt>
                <c:pt idx="4">
                  <c:v>Servicios Sociales y Comunales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251</c:v>
                </c:pt>
                <c:pt idx="1">
                  <c:v>39287</c:v>
                </c:pt>
                <c:pt idx="2">
                  <c:v>10285</c:v>
                </c:pt>
                <c:pt idx="3">
                  <c:v>42797</c:v>
                </c:pt>
                <c:pt idx="4">
                  <c:v>43717</c:v>
                </c:pt>
                <c:pt idx="5">
                  <c:v>1654</c:v>
                </c:pt>
                <c:pt idx="6">
                  <c:v>54126</c:v>
                </c:pt>
                <c:pt idx="7">
                  <c:v>15130</c:v>
                </c:pt>
                <c:pt idx="8">
                  <c:v>8207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D09-42A2-A9ED-CC8EEBFB99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208261</c:v>
                </c:pt>
                <c:pt idx="1">
                  <c:v>207856</c:v>
                </c:pt>
                <c:pt idx="2">
                  <c:v>205741</c:v>
                </c:pt>
                <c:pt idx="3">
                  <c:v>204820</c:v>
                </c:pt>
                <c:pt idx="4">
                  <c:v>212927</c:v>
                </c:pt>
                <c:pt idx="5">
                  <c:v>216522</c:v>
                </c:pt>
                <c:pt idx="6">
                  <c:v>221491</c:v>
                </c:pt>
                <c:pt idx="7">
                  <c:v>220151</c:v>
                </c:pt>
                <c:pt idx="8">
                  <c:v>215454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C49-47C6-A57A-145218F46A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3763" y="698500"/>
            <a:ext cx="26971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8" tIns="93308" rIns="93308" bIns="93308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3763" y="698500"/>
            <a:ext cx="26971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8" tIns="93308" rIns="93308" bIns="9330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15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16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 defTabSz="933237">
              <a:buSzPts val="1400"/>
              <a:defRPr/>
            </a:pPr>
            <a:fld id="{00000000-1234-1234-1234-123412341234}" type="slidenum">
              <a:rPr lang="es"/>
              <a:pPr algn="r" defTabSz="933237">
                <a:buSzPts val="1400"/>
                <a:defRPr/>
              </a:pPr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 defTabSz="933237">
              <a:buSzPts val="1400"/>
              <a:defRPr/>
            </a:pPr>
            <a:fld id="{00000000-1234-1234-1234-123412341234}" type="slidenum">
              <a:rPr lang="es"/>
              <a:pPr algn="r" defTabSz="933237">
                <a:buSzPts val="1400"/>
                <a:defRPr/>
              </a:pPr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21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22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chart" Target="../charts/chart6.xml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Morelos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5" name="Google Shape;66;g37670341832_11_0">
            <a:extLst>
              <a:ext uri="{FF2B5EF4-FFF2-40B4-BE49-F238E27FC236}">
                <a16:creationId xmlns:a16="http://schemas.microsoft.com/office/drawing/2014/main" id="{ACF775F4-EB00-15ED-ECD1-805EAA8CCE92}"/>
              </a:ext>
            </a:extLst>
          </p:cNvPr>
          <p:cNvSpPr/>
          <p:nvPr/>
        </p:nvSpPr>
        <p:spPr>
          <a:xfrm>
            <a:off x="0" y="681463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67;g37670341832_11_0">
            <a:extLst>
              <a:ext uri="{FF2B5EF4-FFF2-40B4-BE49-F238E27FC236}">
                <a16:creationId xmlns:a16="http://schemas.microsoft.com/office/drawing/2014/main" id="{BBC3CEC9-AAD7-9F19-5003-EA4CEAE77576}"/>
              </a:ext>
            </a:extLst>
          </p:cNvPr>
          <p:cNvSpPr txBox="1"/>
          <p:nvPr/>
        </p:nvSpPr>
        <p:spPr>
          <a:xfrm>
            <a:off x="2798775" y="854825"/>
            <a:ext cx="45318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Dra. M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ónica Arriaga Arroyo</a:t>
            </a: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Médica Cirujana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Especialista en Ginecología</a:t>
            </a: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 y Obstetricia</a:t>
            </a:r>
            <a:endParaRPr/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16 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de abril de 2026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" name="Google Shape;69;g37670341832_11_0">
            <a:extLst>
              <a:ext uri="{FF2B5EF4-FFF2-40B4-BE49-F238E27FC236}">
                <a16:creationId xmlns:a16="http://schemas.microsoft.com/office/drawing/2014/main" id="{E3B3A1E4-2513-C581-9387-EE6D3573B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789786"/>
              </p:ext>
            </p:extLst>
          </p:nvPr>
        </p:nvGraphicFramePr>
        <p:xfrm>
          <a:off x="437125" y="2507288"/>
          <a:ext cx="6155250" cy="6047562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42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6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M.E. Marco Antonio Adair Liña Amador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Especialista en Epidemiología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 u="none" strike="noStrike" cap="none">
                          <a:highlight>
                            <a:schemeClr val="lt1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</a:t>
                      </a: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mayo de 2026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Angela María Rodríguez Gutiérrez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Salud Pública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septiembre de 2021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Rocío Patricia Hernández Ramírez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septiembre de</a:t>
                      </a: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2023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Ing. Alberto García Mendiola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Ingeniera en Informática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junio de 2023</a:t>
                      </a:r>
                      <a:endParaRPr/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76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Alberto Marquina Platón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Administración de Empresas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junio de 2021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6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Noé Ortíz Lépez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Gerencia y Dirección en Salud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marzo de 2025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Sergio Vallejo Barragán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 de mayo de 2014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de la Sección X</a:t>
                      </a:r>
                      <a:r>
                        <a:rPr lang="es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IX Morelos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Luis Francisco Magdaleno González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Especialista en Traumatología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febrero 2026</a:t>
                      </a:r>
                      <a:endParaRPr/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Google Shape;70;g37670341832_11_0">
            <a:extLst>
              <a:ext uri="{FF2B5EF4-FFF2-40B4-BE49-F238E27FC236}">
                <a16:creationId xmlns:a16="http://schemas.microsoft.com/office/drawing/2014/main" id="{E50DFAC1-E0BB-D70B-AE62-B0448B3FF77B}"/>
              </a:ext>
            </a:extLst>
          </p:cNvPr>
          <p:cNvSpPr txBox="1"/>
          <p:nvPr/>
        </p:nvSpPr>
        <p:spPr>
          <a:xfrm>
            <a:off x="6544491" y="2599509"/>
            <a:ext cx="9351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</a:t>
            </a:r>
            <a:endParaRPr/>
          </a:p>
        </p:txBody>
      </p:sp>
      <p:sp>
        <p:nvSpPr>
          <p:cNvPr id="13" name="Google Shape;71;g37670341832_11_0">
            <a:extLst>
              <a:ext uri="{FF2B5EF4-FFF2-40B4-BE49-F238E27FC236}">
                <a16:creationId xmlns:a16="http://schemas.microsoft.com/office/drawing/2014/main" id="{B1AB1C52-6BE0-4382-A2E4-528D03D39B03}"/>
              </a:ext>
            </a:extLst>
          </p:cNvPr>
          <p:cNvSpPr txBox="1"/>
          <p:nvPr/>
        </p:nvSpPr>
        <p:spPr>
          <a:xfrm>
            <a:off x="6569603" y="4267018"/>
            <a:ext cx="9351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</a:t>
            </a:r>
            <a:endParaRPr/>
          </a:p>
        </p:txBody>
      </p:sp>
      <p:sp>
        <p:nvSpPr>
          <p:cNvPr id="15" name="Google Shape;72;g37670341832_11_0">
            <a:extLst>
              <a:ext uri="{FF2B5EF4-FFF2-40B4-BE49-F238E27FC236}">
                <a16:creationId xmlns:a16="http://schemas.microsoft.com/office/drawing/2014/main" id="{83040DA5-CD35-E0F6-130F-ADAC3666E956}"/>
              </a:ext>
            </a:extLst>
          </p:cNvPr>
          <p:cNvSpPr txBox="1"/>
          <p:nvPr/>
        </p:nvSpPr>
        <p:spPr>
          <a:xfrm>
            <a:off x="6569603" y="5194279"/>
            <a:ext cx="9351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</a:t>
            </a:r>
            <a:endParaRPr/>
          </a:p>
        </p:txBody>
      </p:sp>
      <p:sp>
        <p:nvSpPr>
          <p:cNvPr id="17" name="Google Shape;73;g37670341832_11_0">
            <a:extLst>
              <a:ext uri="{FF2B5EF4-FFF2-40B4-BE49-F238E27FC236}">
                <a16:creationId xmlns:a16="http://schemas.microsoft.com/office/drawing/2014/main" id="{A24DB3F3-1899-2514-7350-FBF91BF5CB53}"/>
              </a:ext>
            </a:extLst>
          </p:cNvPr>
          <p:cNvSpPr txBox="1"/>
          <p:nvPr/>
        </p:nvSpPr>
        <p:spPr>
          <a:xfrm>
            <a:off x="6569603" y="5977849"/>
            <a:ext cx="9351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</a:t>
            </a:r>
            <a:endParaRPr/>
          </a:p>
        </p:txBody>
      </p:sp>
      <p:sp>
        <p:nvSpPr>
          <p:cNvPr id="19" name="Google Shape;76;g37670341832_11_0">
            <a:extLst>
              <a:ext uri="{FF2B5EF4-FFF2-40B4-BE49-F238E27FC236}">
                <a16:creationId xmlns:a16="http://schemas.microsoft.com/office/drawing/2014/main" id="{EEACB39E-B78D-20CC-BD34-5549096D01E4}"/>
              </a:ext>
            </a:extLst>
          </p:cNvPr>
          <p:cNvSpPr txBox="1"/>
          <p:nvPr/>
        </p:nvSpPr>
        <p:spPr>
          <a:xfrm>
            <a:off x="6569604" y="8307978"/>
            <a:ext cx="9351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</a:t>
            </a:r>
            <a:endParaRPr/>
          </a:p>
        </p:txBody>
      </p:sp>
      <p:sp>
        <p:nvSpPr>
          <p:cNvPr id="21" name="Google Shape;77;g37670341832_11_0">
            <a:extLst>
              <a:ext uri="{FF2B5EF4-FFF2-40B4-BE49-F238E27FC236}">
                <a16:creationId xmlns:a16="http://schemas.microsoft.com/office/drawing/2014/main" id="{D1532FF5-E3F1-1468-8014-4EF0E69796CE}"/>
              </a:ext>
            </a:extLst>
          </p:cNvPr>
          <p:cNvSpPr txBox="1"/>
          <p:nvPr/>
        </p:nvSpPr>
        <p:spPr>
          <a:xfrm>
            <a:off x="6569603" y="3381590"/>
            <a:ext cx="9351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</a:t>
            </a:r>
            <a:endParaRPr/>
          </a:p>
        </p:txBody>
      </p:sp>
      <p:sp>
        <p:nvSpPr>
          <p:cNvPr id="23" name="Google Shape;78;g37670341832_11_0">
            <a:extLst>
              <a:ext uri="{FF2B5EF4-FFF2-40B4-BE49-F238E27FC236}">
                <a16:creationId xmlns:a16="http://schemas.microsoft.com/office/drawing/2014/main" id="{B0C73CF9-CBF1-6A44-0FB8-D2D199D43AE9}"/>
              </a:ext>
            </a:extLst>
          </p:cNvPr>
          <p:cNvSpPr txBox="1"/>
          <p:nvPr/>
        </p:nvSpPr>
        <p:spPr>
          <a:xfrm>
            <a:off x="834772" y="1175787"/>
            <a:ext cx="9351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</a:t>
            </a:r>
            <a:endParaRPr/>
          </a:p>
        </p:txBody>
      </p:sp>
      <p:pic>
        <p:nvPicPr>
          <p:cNvPr id="25" name="Google Shape;80;g37670341832_11_0">
            <a:extLst>
              <a:ext uri="{FF2B5EF4-FFF2-40B4-BE49-F238E27FC236}">
                <a16:creationId xmlns:a16="http://schemas.microsoft.com/office/drawing/2014/main" id="{518C769D-A93C-7C7E-BB6B-12F4A7F6648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3904"/>
          <a:stretch/>
        </p:blipFill>
        <p:spPr>
          <a:xfrm>
            <a:off x="934450" y="808512"/>
            <a:ext cx="1298250" cy="151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81;g37670341832_11_0">
            <a:extLst>
              <a:ext uri="{FF2B5EF4-FFF2-40B4-BE49-F238E27FC236}">
                <a16:creationId xmlns:a16="http://schemas.microsoft.com/office/drawing/2014/main" id="{343E97E8-42E1-D8A0-81AF-4B32869D86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355" y="2446641"/>
            <a:ext cx="724225" cy="77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82;g37670341832_11_0">
            <a:extLst>
              <a:ext uri="{FF2B5EF4-FFF2-40B4-BE49-F238E27FC236}">
                <a16:creationId xmlns:a16="http://schemas.microsoft.com/office/drawing/2014/main" id="{B0D9FC2B-8059-E6AD-DFDA-B43CFFDFFF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8525"/>
          <a:stretch/>
        </p:blipFill>
        <p:spPr>
          <a:xfrm>
            <a:off x="6617215" y="3212347"/>
            <a:ext cx="724225" cy="77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83;g37670341832_11_0">
            <a:extLst>
              <a:ext uri="{FF2B5EF4-FFF2-40B4-BE49-F238E27FC236}">
                <a16:creationId xmlns:a16="http://schemas.microsoft.com/office/drawing/2014/main" id="{441AAAD4-96DD-6BD7-549C-F243E442E2C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6033"/>
          <a:stretch/>
        </p:blipFill>
        <p:spPr>
          <a:xfrm>
            <a:off x="6614115" y="3989712"/>
            <a:ext cx="724225" cy="7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84;g37670341832_11_0">
            <a:extLst>
              <a:ext uri="{FF2B5EF4-FFF2-40B4-BE49-F238E27FC236}">
                <a16:creationId xmlns:a16="http://schemas.microsoft.com/office/drawing/2014/main" id="{A245137F-366C-2E8F-37E1-EBD3C00967C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4515" y="4719378"/>
            <a:ext cx="724225" cy="7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85;g37670341832_11_0">
            <a:extLst>
              <a:ext uri="{FF2B5EF4-FFF2-40B4-BE49-F238E27FC236}">
                <a16:creationId xmlns:a16="http://schemas.microsoft.com/office/drawing/2014/main" id="{FBDD863C-15CF-0108-865A-639E34D7297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0780" y="5462962"/>
            <a:ext cx="724225" cy="77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86;g37670341832_11_0">
            <a:extLst>
              <a:ext uri="{FF2B5EF4-FFF2-40B4-BE49-F238E27FC236}">
                <a16:creationId xmlns:a16="http://schemas.microsoft.com/office/drawing/2014/main" id="{E3693A20-2662-B382-D114-20140E17E517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92460" y="6276595"/>
            <a:ext cx="724225" cy="7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87;g37670341832_11_0">
            <a:extLst>
              <a:ext uri="{FF2B5EF4-FFF2-40B4-BE49-F238E27FC236}">
                <a16:creationId xmlns:a16="http://schemas.microsoft.com/office/drawing/2014/main" id="{C6ECEA4E-7A94-64F7-D6E7-993E3E938702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92460" y="7040684"/>
            <a:ext cx="724225" cy="73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88;g37670341832_11_0">
            <a:extLst>
              <a:ext uri="{FF2B5EF4-FFF2-40B4-BE49-F238E27FC236}">
                <a16:creationId xmlns:a16="http://schemas.microsoft.com/office/drawing/2014/main" id="{D278CCB3-75DD-C32C-3CC6-1F6000DF272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t="13585" b="18388"/>
          <a:stretch/>
        </p:blipFill>
        <p:spPr>
          <a:xfrm>
            <a:off x="6592460" y="7796790"/>
            <a:ext cx="724224" cy="729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7266038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598627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7271089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59400" y="5011160"/>
            <a:ext cx="425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</a:t>
            </a:r>
            <a:r>
              <a:rPr err="1"/>
              <a:t>proyección</a:t>
            </a:r>
            <a:r>
              <a:t> a </a:t>
            </a:r>
            <a:r>
              <a:rPr err="1"/>
              <a:t>enero</a:t>
            </a:r>
            <a:r>
              <a:t>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64046"/>
              </p:ext>
            </p:extLst>
          </p:nvPr>
        </p:nvGraphicFramePr>
        <p:xfrm>
          <a:off x="2268000" y="1580226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356136" y="274263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864,662</a:t>
            </a:r>
            <a:br/>
            <a:r>
              <a:t>42%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7736" y="2739038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672136" y="2911839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305000" y="4452174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310,794</a:t>
            </a:r>
            <a:br/>
            <a:r>
              <a:t>15%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4600" y="4495374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695800" y="4675374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6928" y="232144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880,248</a:t>
            </a:r>
            <a:br>
              <a:rPr/>
            </a:br>
            <a:r>
              <a:t>43%</a:t>
            </a:r>
          </a:p>
        </p:txBody>
      </p:sp>
      <p:pic>
        <p:nvPicPr>
          <p:cNvPr id="125" name="Picture 124" descr="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308" y="2316872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142239" y="213515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3106800" y="95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11,768</a:t>
            </a:r>
            <a:br/>
            <a:r>
              <a:t>0.57%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20000" y="9756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3175200" y="10440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224196" y="2761026"/>
            <a:ext cx="1327608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>
              <a:rPr/>
            </a:br>
            <a:r>
              <a:rPr err="1"/>
              <a:t>estatal</a:t>
            </a:r>
            <a:br>
              <a:rPr/>
            </a:br>
            <a:r>
              <a:rPr sz="1800"/>
              <a:t>2,067,472</a:t>
            </a:r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2800" y="9507600"/>
            <a:ext cx="5864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</a:t>
            </a:r>
            <a:r>
              <a:rPr lang="es-MX" err="1"/>
              <a:t>Dirección</a:t>
            </a:r>
            <a:r>
              <a:t> de </a:t>
            </a:r>
            <a:r>
              <a:rPr lang="es-MX" err="1"/>
              <a:t>Incorporación</a:t>
            </a:r>
            <a:r>
              <a:t> y </a:t>
            </a:r>
            <a:r>
              <a:rPr lang="es-MX" err="1"/>
              <a:t>Recaudación</a:t>
            </a:r>
            <a:r>
              <a:t>. Corte mayo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658800"/>
            <a:ext cx="5864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</a:t>
            </a:r>
            <a:r>
              <a:rPr lang="es-MX" err="1"/>
              <a:t>refiere</a:t>
            </a:r>
            <a:r>
              <a:t> a personas </a:t>
            </a:r>
            <a:r>
              <a:rPr lang="es-MX" err="1"/>
              <a:t>derechohabientes</a:t>
            </a:r>
            <a:r>
              <a:t> (</a:t>
            </a:r>
            <a:r>
              <a:rPr lang="es-MX" err="1"/>
              <a:t>titulares</a:t>
            </a:r>
            <a:r>
              <a:t> y </a:t>
            </a:r>
            <a:r>
              <a:rPr lang="es-MX" err="1"/>
              <a:t>familiares</a:t>
            </a:r>
            <a:r>
              <a:t>) </a:t>
            </a:r>
            <a:r>
              <a:rPr lang="es-MX" err="1"/>
              <a:t>adscritas</a:t>
            </a:r>
            <a:r>
              <a:t>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813600"/>
            <a:ext cx="765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</a:t>
            </a:r>
            <a:r>
              <a:rPr lang="es-MX" err="1"/>
              <a:t>afiliación</a:t>
            </a:r>
            <a:r>
              <a:t> al Seguro de Salud de Familia </a:t>
            </a:r>
            <a:r>
              <a:rPr lang="es-MX" err="1"/>
              <a:t>disminuye</a:t>
            </a:r>
            <a:r>
              <a:t> </a:t>
            </a:r>
            <a:r>
              <a:rPr lang="es-MX" err="1"/>
              <a:t>en</a:t>
            </a:r>
            <a:r>
              <a:t> </a:t>
            </a:r>
            <a:r>
              <a:rPr lang="es-MX" err="1"/>
              <a:t>virtud</a:t>
            </a:r>
            <a:r>
              <a:t> del </a:t>
            </a:r>
            <a:r>
              <a:rPr lang="es-MX" err="1"/>
              <a:t>incremento</a:t>
            </a:r>
            <a:r>
              <a:t> </a:t>
            </a:r>
            <a:r>
              <a:rPr lang="es-MX" err="1"/>
              <a:t>en</a:t>
            </a:r>
            <a:r>
              <a:t> </a:t>
            </a:r>
            <a:r>
              <a:rPr lang="es-MX" err="1"/>
              <a:t>los</a:t>
            </a:r>
            <a:r>
              <a:t> </a:t>
            </a:r>
            <a:r>
              <a:rPr lang="es-MX" err="1"/>
              <a:t>nuevos</a:t>
            </a:r>
            <a:r>
              <a:t> </a:t>
            </a:r>
            <a:r>
              <a:rPr lang="es-MX" err="1"/>
              <a:t>esquemas</a:t>
            </a:r>
            <a:r>
              <a:t> de </a:t>
            </a:r>
            <a:r>
              <a:rPr lang="es-MX" err="1"/>
              <a:t>aseguramiento</a:t>
            </a:r>
            <a:r>
              <a:t>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317376"/>
              </p:ext>
            </p:extLst>
          </p:nvPr>
        </p:nvGraphicFramePr>
        <p:xfrm>
          <a:off x="313200" y="5843826"/>
          <a:ext cx="5364000" cy="35279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749,643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864,662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396,813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495,964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212,112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215,454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8,644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108,088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127,532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368,698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130,851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681512"/>
              </p:ext>
            </p:extLst>
          </p:nvPr>
        </p:nvGraphicFramePr>
        <p:xfrm>
          <a:off x="5792400" y="6261426"/>
          <a:ext cx="1944000" cy="90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1,282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1,075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926816"/>
              </p:ext>
            </p:extLst>
          </p:nvPr>
        </p:nvGraphicFramePr>
        <p:xfrm>
          <a:off x="5792400" y="7841826"/>
          <a:ext cx="1944000" cy="90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6,654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8,636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1FC817D-9D71-4718-A38D-2A10BBA0878D}"/>
              </a:ext>
            </a:extLst>
          </p:cNvPr>
          <p:cNvCxnSpPr>
            <a:cxnSpLocks/>
          </p:cNvCxnSpPr>
          <p:nvPr/>
        </p:nvCxnSpPr>
        <p:spPr>
          <a:xfrm flipH="1">
            <a:off x="3888000" y="1597387"/>
            <a:ext cx="21600" cy="326851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526512184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7_m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112" y="1188222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293962"/>
              </p:ext>
            </p:extLst>
          </p:nvPr>
        </p:nvGraphicFramePr>
        <p:xfrm>
          <a:off x="1706400" y="7784293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  <a:r>
                        <a:rPr lang="es-MX" sz="1000">
                          <a:latin typeface="Montserrat"/>
                        </a:rPr>
                        <a:t> </a:t>
                      </a:r>
                      <a:r>
                        <a:rPr lang="es-MX" sz="1000" baseline="30000">
                          <a:latin typeface="Montserrat"/>
                        </a:rPr>
                        <a:t>1</a:t>
                      </a:r>
                      <a:endParaRPr sz="1000" baseline="30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21</a:t>
                      </a:r>
                      <a:endParaRPr sz="700" baseline="30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288847"/>
              </p:ext>
            </p:extLst>
          </p:nvPr>
        </p:nvGraphicFramePr>
        <p:xfrm>
          <a:off x="693000" y="6131562"/>
          <a:ext cx="2026800" cy="107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Unidades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2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9540000"/>
            <a:ext cx="7200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sz="800"/>
              <a:t>¹ Incluye 21 UMF y no incluye 2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37799" y="9745133"/>
            <a:ext cx="2166733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sz="800"/>
              <a:t>Corte de </a:t>
            </a:r>
            <a:r>
              <a:rPr sz="800" err="1"/>
              <a:t>información</a:t>
            </a:r>
            <a:r>
              <a:rPr sz="800"/>
              <a:t>: ma</a:t>
            </a:r>
            <a:r>
              <a:rPr lang="es-MX" sz="800"/>
              <a:t>y</a:t>
            </a:r>
            <a:r>
              <a:rPr sz="800"/>
              <a:t>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79;g3d0b4d3c5c9_0_38">
            <a:extLst>
              <a:ext uri="{FF2B5EF4-FFF2-40B4-BE49-F238E27FC236}">
                <a16:creationId xmlns:a16="http://schemas.microsoft.com/office/drawing/2014/main" id="{3A291D4D-45DB-1D09-1C49-37F4F48A70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2171022"/>
              </p:ext>
            </p:extLst>
          </p:nvPr>
        </p:nvGraphicFramePr>
        <p:xfrm>
          <a:off x="288000" y="943632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Inmueble ubicado sobre el Boulevard Juárez, Morelos</a:t>
                      </a:r>
                      <a:endParaRPr sz="1800" b="1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180;g3d0b4d3c5c9_0_38">
            <a:extLst>
              <a:ext uri="{FF2B5EF4-FFF2-40B4-BE49-F238E27FC236}">
                <a16:creationId xmlns:a16="http://schemas.microsoft.com/office/drawing/2014/main" id="{F7A74E6B-C197-C9E7-A7CC-59769F7AB8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46" y="1548291"/>
            <a:ext cx="2143534" cy="1530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81;g3d0b4d3c5c9_0_38">
            <a:extLst>
              <a:ext uri="{FF2B5EF4-FFF2-40B4-BE49-F238E27FC236}">
                <a16:creationId xmlns:a16="http://schemas.microsoft.com/office/drawing/2014/main" id="{82AFE4E4-256F-46A9-E6DE-7373788D92F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675" y="3135862"/>
            <a:ext cx="2143533" cy="123946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51609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Capacidad</a:t>
            </a:r>
            <a:r>
              <a:t> </a:t>
            </a:r>
            <a:r>
              <a:rPr err="1"/>
              <a:t>médica</a:t>
            </a:r>
            <a:r>
              <a:t> </a:t>
            </a:r>
            <a:r>
              <a:rPr err="1"/>
              <a:t>instalada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46304" y="900144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7_MOREL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448" y="4476314"/>
            <a:ext cx="7411753" cy="727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581881"/>
              </p:ext>
            </p:extLst>
          </p:nvPr>
        </p:nvGraphicFramePr>
        <p:xfrm>
          <a:off x="173949" y="5313252"/>
          <a:ext cx="7474252" cy="156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2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88028" y="6925203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¹Incluye salas de </a:t>
            </a:r>
            <a:r>
              <a:rPr err="1">
                <a:solidFill>
                  <a:schemeClr val="tx1"/>
                </a:solidFill>
              </a:rPr>
              <a:t>quirófano</a:t>
            </a:r>
            <a:r>
              <a:rPr>
                <a:solidFill>
                  <a:schemeClr val="tx1"/>
                </a:solidFill>
              </a:rPr>
              <a:t>, salas </a:t>
            </a:r>
            <a:r>
              <a:rPr err="1">
                <a:solidFill>
                  <a:schemeClr val="tx1"/>
                </a:solidFill>
              </a:rPr>
              <a:t>híbridas</a:t>
            </a:r>
            <a:r>
              <a:rPr>
                <a:solidFill>
                  <a:schemeClr val="tx1"/>
                </a:solidFill>
              </a:rPr>
              <a:t> y salas </a:t>
            </a:r>
            <a:r>
              <a:rPr err="1">
                <a:solidFill>
                  <a:schemeClr val="tx1"/>
                </a:solidFill>
              </a:rPr>
              <a:t>mixtas</a:t>
            </a:r>
            <a:r>
              <a:rPr>
                <a:solidFill>
                  <a:schemeClr val="tx1"/>
                </a:solidFill>
              </a:rPr>
              <a:t>, no </a:t>
            </a:r>
            <a:r>
              <a:rPr err="1">
                <a:solidFill>
                  <a:schemeClr val="tx1"/>
                </a:solidFill>
              </a:rPr>
              <a:t>considera</a:t>
            </a:r>
            <a:r>
              <a:rPr>
                <a:solidFill>
                  <a:schemeClr val="tx1"/>
                </a:solidFill>
              </a:rPr>
              <a:t> salas de </a:t>
            </a:r>
            <a:r>
              <a:rPr err="1">
                <a:solidFill>
                  <a:schemeClr val="tx1"/>
                </a:solidFill>
              </a:rPr>
              <a:t>tococirugía</a:t>
            </a:r>
            <a:r>
              <a:rPr>
                <a:solidFill>
                  <a:schemeClr val="tx1"/>
                </a:solidFill>
              </a:rPr>
              <a:t> y </a:t>
            </a:r>
            <a:r>
              <a:rPr err="1">
                <a:solidFill>
                  <a:schemeClr val="tx1"/>
                </a:solidFill>
              </a:rPr>
              <a:t>expulsión</a:t>
            </a:r>
            <a:r>
              <a:rPr>
                <a:solidFill>
                  <a:schemeClr val="tx1"/>
                </a:solidFill>
              </a:rPr>
              <a:t>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Fuente: Cédula de </a:t>
            </a:r>
            <a:r>
              <a:rPr err="1">
                <a:solidFill>
                  <a:schemeClr val="tx1"/>
                </a:solidFill>
              </a:rPr>
              <a:t>actualización</a:t>
            </a:r>
            <a:r>
              <a:rPr>
                <a:solidFill>
                  <a:schemeClr val="tx1"/>
                </a:solidFill>
              </a:rPr>
              <a:t> de variables </a:t>
            </a:r>
            <a:r>
              <a:rPr err="1">
                <a:solidFill>
                  <a:schemeClr val="tx1"/>
                </a:solidFill>
              </a:rPr>
              <a:t>seleccionados</a:t>
            </a:r>
            <a:r>
              <a:rPr>
                <a:solidFill>
                  <a:schemeClr val="tx1"/>
                </a:solidFill>
              </a:rPr>
              <a:t> del IFU </a:t>
            </a:r>
            <a:r>
              <a:rPr err="1">
                <a:solidFill>
                  <a:schemeClr val="tx1"/>
                </a:solidFill>
              </a:rPr>
              <a:t>enviados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por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el</a:t>
            </a:r>
            <a:r>
              <a:rPr>
                <a:solidFill>
                  <a:schemeClr val="tx1"/>
                </a:solidFill>
              </a:rPr>
              <a:t> OOAD.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ma</a:t>
            </a:r>
            <a:r>
              <a:rPr lang="es-MX">
                <a:solidFill>
                  <a:schemeClr val="tx1"/>
                </a:solidFill>
              </a:rPr>
              <a:t>y</a:t>
            </a:r>
            <a:r>
              <a:rPr>
                <a:solidFill>
                  <a:schemeClr val="tx1"/>
                </a:solidFill>
              </a:rPr>
              <a:t>o de 2026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5DE37F3-8282-5C5D-FD1F-DF69DD726F28}"/>
              </a:ext>
            </a:extLst>
          </p:cNvPr>
          <p:cNvSpPr txBox="1"/>
          <p:nvPr/>
        </p:nvSpPr>
        <p:spPr>
          <a:xfrm>
            <a:off x="2829827" y="1549459"/>
            <a:ext cx="4780573" cy="2716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 de agosto de 1956, se publica en el Diario Oficial de la Federación el inició de los servicios del IMSS.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De inicio las consultas se otorgaban principalmente a través de la Clínica No. 20 en Cuernavaca, y mediante espacios adaptados, con atención de medicina general, prevención y servicios básicos.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Morelos fue el inmueble ubicado sobre el Boulevard Juárez, en Cuernavaca, habilitado en 1956 con 30 a 40 camas, ofreció servicios de hospitalización general, atención de partos, quirófano básico, medicina general, urgencias, farmacia y apoyo de laboratorio.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1963 se aperturó el Hospital General de Zona No. 5 en Zacatepec, como primera unidad formal de segundo nivel en la entidad.</a:t>
            </a:r>
          </a:p>
        </p:txBody>
      </p:sp>
      <p:graphicFrame>
        <p:nvGraphicFramePr>
          <p:cNvPr id="15" name="Google Shape;152;g370e475fb19_0_8">
            <a:extLst>
              <a:ext uri="{FF2B5EF4-FFF2-40B4-BE49-F238E27FC236}">
                <a16:creationId xmlns:a16="http://schemas.microsoft.com/office/drawing/2014/main" id="{D0EC4C1F-BB7A-C5F2-EE23-D32463E62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3969640"/>
              </p:ext>
            </p:extLst>
          </p:nvPr>
        </p:nvGraphicFramePr>
        <p:xfrm>
          <a:off x="146304" y="737926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53">
            <a:extLst>
              <a:ext uri="{FF2B5EF4-FFF2-40B4-BE49-F238E27FC236}">
                <a16:creationId xmlns:a16="http://schemas.microsoft.com/office/drawing/2014/main" id="{4080C07B-6F13-6663-C26B-A3CFF0A17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26712"/>
              </p:ext>
            </p:extLst>
          </p:nvPr>
        </p:nvGraphicFramePr>
        <p:xfrm>
          <a:off x="143675" y="7841756"/>
          <a:ext cx="753479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ectangle 154">
            <a:extLst>
              <a:ext uri="{FF2B5EF4-FFF2-40B4-BE49-F238E27FC236}">
                <a16:creationId xmlns:a16="http://schemas.microsoft.com/office/drawing/2014/main" id="{08957D1B-DAF2-90B8-6782-479D0E751804}"/>
              </a:ext>
            </a:extLst>
          </p:cNvPr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55">
            <a:extLst>
              <a:ext uri="{FF2B5EF4-FFF2-40B4-BE49-F238E27FC236}">
                <a16:creationId xmlns:a16="http://schemas.microsoft.com/office/drawing/2014/main" id="{8C06A9CC-A2F4-F3AE-4500-5AF9CE2117EA}"/>
              </a:ext>
            </a:extLst>
          </p:cNvPr>
          <p:cNvSpPr txBox="1"/>
          <p:nvPr/>
        </p:nvSpPr>
        <p:spPr>
          <a:xfrm>
            <a:off x="406799" y="9501064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/>
              <a:t>Proyectos</a:t>
            </a:r>
            <a:r>
              <a:t> de </a:t>
            </a:r>
            <a:r>
              <a:rPr err="1"/>
              <a:t>implementación</a:t>
            </a:r>
            <a:r>
              <a:t>/</a:t>
            </a:r>
            <a:r>
              <a:rPr err="1"/>
              <a:t>sustitución</a:t>
            </a:r>
            <a:r>
              <a:t> 2019-2025. </a:t>
            </a:r>
            <a:r>
              <a:rPr err="1"/>
              <a:t>Incluye</a:t>
            </a:r>
            <a:r>
              <a:t> </a:t>
            </a:r>
            <a:r>
              <a:rPr err="1"/>
              <a:t>equipo</a:t>
            </a:r>
            <a:r>
              <a:t> de la </a:t>
            </a:r>
            <a:r>
              <a:rPr err="1"/>
              <a:t>compra</a:t>
            </a:r>
            <a:r>
              <a:t> 2025-2026.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seleccionadas</a:t>
            </a:r>
            <a:r>
              <a:t> del IFU, </a:t>
            </a:r>
            <a:r>
              <a:rPr err="1"/>
              <a:t>enviadas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</a:t>
            </a:r>
            <a:r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0938687"/>
              </p:ext>
            </p:extLst>
          </p:nvPr>
        </p:nvGraphicFramePr>
        <p:xfrm>
          <a:off x="143502" y="7973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51A6929-CD7B-5C51-A3ED-06568BF99F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2153761"/>
              </p:ext>
            </p:extLst>
          </p:nvPr>
        </p:nvGraphicFramePr>
        <p:xfrm>
          <a:off x="427982" y="3793800"/>
          <a:ext cx="6189921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6189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E7E4DF7-BA6E-9DFE-8069-61EF3E9D585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E7AD36F-05BB-4E2E-7F96-0F2053FD717E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1999D56-B3F8-8ED2-C70C-B2D58A23E806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CE87D7A0-5A9D-D337-1600-14A45713F466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A7314DD3-50B5-15F9-44B6-9ED529E2A2F1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63BC852C-2AD9-99D9-D769-3B6FFA29309E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err="1"/>
              <a:t>semana</a:t>
            </a:r>
            <a:r>
              <a:t> 24, 7 </a:t>
            </a:r>
            <a:r>
              <a:rPr err="1"/>
              <a:t>junio</a:t>
            </a:r>
            <a:r>
              <a:t> 2026</a:t>
            </a:r>
            <a:br>
              <a:rPr/>
            </a:br>
            <a:r>
              <a:t>¹Las </a:t>
            </a:r>
            <a:r>
              <a:rPr err="1"/>
              <a:t>consultas</a:t>
            </a:r>
            <a:r>
              <a:t> de </a:t>
            </a:r>
            <a:r>
              <a:rPr err="1"/>
              <a:t>medicina</a:t>
            </a:r>
            <a:r>
              <a:t> familiar </a:t>
            </a:r>
            <a:r>
              <a:rPr err="1"/>
              <a:t>incluyen</a:t>
            </a:r>
            <a:r>
              <a:t> </a:t>
            </a:r>
            <a:r>
              <a:rPr err="1"/>
              <a:t>los</a:t>
            </a:r>
            <a:r>
              <a:t> </a:t>
            </a:r>
            <a:r>
              <a:rPr err="1"/>
              <a:t>hospitales</a:t>
            </a:r>
            <a:r>
              <a:t>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+3,350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+115,801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+45,760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665098"/>
              </p:ext>
            </p:extLst>
          </p:nvPr>
        </p:nvGraphicFramePr>
        <p:xfrm>
          <a:off x="144000" y="1325538"/>
          <a:ext cx="7469999" cy="18280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Incremento</a:t>
                      </a:r>
                      <a:r>
                        <a:t> 202</a:t>
                      </a:r>
                      <a:r>
                        <a:rPr lang="es-MX"/>
                        <a:t>5</a:t>
                      </a:r>
                      <a:r>
                        <a:t> vs 202</a:t>
                      </a:r>
                      <a:r>
                        <a:rPr lang="es-MX"/>
                        <a:t>4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Consultas</a:t>
                      </a:r>
                      <a:endParaRPr/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1,638,570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115,801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753,464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1,664,152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Consultas</a:t>
                      </a:r>
                      <a:endParaRPr/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</a:t>
                      </a:r>
                      <a:r>
                        <a:rPr err="1"/>
                        <a:t>Especialidad</a:t>
                      </a:r>
                      <a:endParaRPr/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388,412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45,760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182,988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476,690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Cirugías</a:t>
                      </a:r>
                      <a:endParaRPr/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25,463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3,350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11,651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26,457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823095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1093094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510695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25024"/>
            <a:ext cx="7473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sz="800"/>
              <a:t>En </a:t>
            </a:r>
            <a:r>
              <a:rPr sz="800" err="1"/>
              <a:t>el</a:t>
            </a:r>
            <a:r>
              <a:rPr sz="800"/>
              <a:t> </a:t>
            </a:r>
            <a:r>
              <a:rPr sz="800" err="1"/>
              <a:t>año</a:t>
            </a:r>
            <a:r>
              <a:rPr sz="800"/>
              <a:t> 2025 no </a:t>
            </a:r>
            <a:r>
              <a:rPr sz="800" err="1"/>
              <a:t>incluye</a:t>
            </a:r>
            <a:r>
              <a:rPr sz="800"/>
              <a:t> </a:t>
            </a:r>
            <a:r>
              <a:rPr sz="800" err="1"/>
              <a:t>información</a:t>
            </a:r>
            <a:r>
              <a:rPr sz="800"/>
              <a:t> de HR y UMR</a:t>
            </a:r>
            <a:br>
              <a:rPr sz="800"/>
            </a:br>
            <a:r>
              <a:rPr sz="800"/>
              <a:t>No </a:t>
            </a:r>
            <a:r>
              <a:rPr sz="800" err="1"/>
              <a:t>incluye</a:t>
            </a:r>
            <a:r>
              <a:rPr sz="800"/>
              <a:t> </a:t>
            </a:r>
            <a:r>
              <a:rPr sz="800" err="1"/>
              <a:t>Unidades</a:t>
            </a:r>
            <a:r>
              <a:rPr sz="800"/>
              <a:t> </a:t>
            </a:r>
            <a:r>
              <a:rPr sz="800" err="1"/>
              <a:t>Auxiliares</a:t>
            </a:r>
            <a:r>
              <a:rPr sz="800"/>
              <a:t> de Medicina Familiar, </a:t>
            </a:r>
            <a:r>
              <a:rPr sz="800" err="1"/>
              <a:t>ni</a:t>
            </a:r>
            <a:r>
              <a:rPr sz="800"/>
              <a:t> </a:t>
            </a:r>
            <a:r>
              <a:rPr sz="800" err="1"/>
              <a:t>hospitales</a:t>
            </a:r>
            <a:r>
              <a:rPr sz="800"/>
              <a:t> con </a:t>
            </a:r>
            <a:r>
              <a:rPr sz="800" err="1"/>
              <a:t>servicio</a:t>
            </a:r>
            <a:r>
              <a:rPr sz="800"/>
              <a:t> de </a:t>
            </a:r>
            <a:r>
              <a:rPr sz="800" err="1"/>
              <a:t>medicina</a:t>
            </a:r>
            <a:r>
              <a:rPr sz="800"/>
              <a:t> familiar.</a:t>
            </a:r>
            <a:br>
              <a:rPr sz="800"/>
            </a:br>
            <a:r>
              <a:rPr sz="800"/>
              <a:t>El </a:t>
            </a:r>
            <a:r>
              <a:rPr sz="800" err="1"/>
              <a:t>año</a:t>
            </a:r>
            <a:r>
              <a:rPr sz="800"/>
              <a:t> de </a:t>
            </a:r>
            <a:r>
              <a:rPr sz="800" err="1"/>
              <a:t>proceso</a:t>
            </a:r>
            <a:r>
              <a:rPr sz="800"/>
              <a:t> </a:t>
            </a:r>
            <a:r>
              <a:rPr sz="800" err="1"/>
              <a:t>inicia</a:t>
            </a:r>
            <a:r>
              <a:rPr sz="800"/>
              <a:t> del 26 de </a:t>
            </a:r>
            <a:r>
              <a:rPr sz="800" err="1"/>
              <a:t>diciembre</a:t>
            </a:r>
            <a:r>
              <a:rPr sz="800"/>
              <a:t> del </a:t>
            </a:r>
            <a:r>
              <a:rPr sz="800" err="1"/>
              <a:t>año</a:t>
            </a:r>
            <a:r>
              <a:rPr sz="800"/>
              <a:t> anterior al 25 de </a:t>
            </a:r>
            <a:r>
              <a:rPr sz="800" err="1"/>
              <a:t>diciembre</a:t>
            </a:r>
            <a:r>
              <a:rPr sz="800"/>
              <a:t> del </a:t>
            </a:r>
            <a:r>
              <a:rPr sz="800" err="1"/>
              <a:t>año</a:t>
            </a:r>
            <a:r>
              <a:rPr sz="800"/>
              <a:t> </a:t>
            </a:r>
            <a:r>
              <a:rPr sz="800" err="1"/>
              <a:t>en</a:t>
            </a:r>
            <a:r>
              <a:rPr sz="800"/>
              <a:t> curso:2025 (del 26 de </a:t>
            </a:r>
            <a:r>
              <a:rPr sz="800" err="1"/>
              <a:t>dic</a:t>
            </a:r>
            <a:r>
              <a:rPr sz="800"/>
              <a:t> de 2024 al 25 de </a:t>
            </a:r>
            <a:r>
              <a:rPr sz="800" err="1"/>
              <a:t>dic</a:t>
            </a:r>
            <a:r>
              <a:rPr sz="800"/>
              <a:t> de 2025).</a:t>
            </a:r>
            <a:br>
              <a:rPr sz="800"/>
            </a:br>
            <a:r>
              <a:rPr sz="800"/>
              <a:t>Corte de </a:t>
            </a:r>
            <a:r>
              <a:rPr sz="800" err="1"/>
              <a:t>información</a:t>
            </a:r>
            <a:r>
              <a:rPr sz="800"/>
              <a:t>: Semana 24, 7 </a:t>
            </a:r>
            <a:r>
              <a:rPr sz="800" err="1"/>
              <a:t>junio</a:t>
            </a:r>
            <a:r>
              <a:rPr sz="800"/>
              <a:t>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435095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980145"/>
              </p:ext>
            </p:extLst>
          </p:nvPr>
        </p:nvGraphicFramePr>
        <p:xfrm>
          <a:off x="147601" y="1932824"/>
          <a:ext cx="7473599" cy="2525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Tepoztlán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9,723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Oacalco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3,972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Temixco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26,810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Tepalcingo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Tlaltizapán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21,478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2,724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9,806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Tlaquiltenango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23,613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2,573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10,964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Miacatlán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5,350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Tezoyuca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12,387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Jantetelco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10,465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Casasano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13,645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2,499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Chinameca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2,636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Yecapixtla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69,827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31,348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47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252,288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18,077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116,027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268,752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088137"/>
              </p:ext>
            </p:extLst>
          </p:nvPr>
        </p:nvGraphicFramePr>
        <p:xfrm>
          <a:off x="4752664" y="5600064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52664" y="6242574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2664" y="734808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663" y="5600064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268,752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adroTexto 205">
            <a:extLst>
              <a:ext uri="{FF2B5EF4-FFF2-40B4-BE49-F238E27FC236}">
                <a16:creationId xmlns:a16="http://schemas.microsoft.com/office/drawing/2014/main" id="{28D2ADD3-5CCD-6DFD-4F18-7FE06A203F82}"/>
              </a:ext>
            </a:extLst>
          </p:cNvPr>
          <p:cNvSpPr txBox="1"/>
          <p:nvPr/>
        </p:nvSpPr>
        <p:spPr>
          <a:xfrm>
            <a:off x="4080058" y="548560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3 Nueva UMTC con   4 consultorios</a:t>
            </a:r>
          </a:p>
        </p:txBody>
      </p:sp>
      <p:graphicFrame>
        <p:nvGraphicFramePr>
          <p:cNvPr id="207" name="Tabla 206">
            <a:extLst>
              <a:ext uri="{FF2B5EF4-FFF2-40B4-BE49-F238E27FC236}">
                <a16:creationId xmlns:a16="http://schemas.microsoft.com/office/drawing/2014/main" id="{EC2BBE10-2250-D1EB-7E07-E3C5486E6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31993"/>
              </p:ext>
            </p:extLst>
          </p:nvPr>
        </p:nvGraphicFramePr>
        <p:xfrm>
          <a:off x="4496303" y="6789551"/>
          <a:ext cx="2808830" cy="109537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>
                          <a:effectLst/>
                          <a:latin typeface="Montserrat" panose="00000500000000000000" pitchFamily="2" charset="0"/>
                        </a:rPr>
                        <a:t>UMF 16 Temixco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15 </a:t>
                      </a:r>
                      <a:r>
                        <a:rPr lang="es-MX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Casasano</a:t>
                      </a: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24 Yecapixtla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9 Unidades Médicas de tiempo completo (21 consultorios)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(103,010 consultas)</a:t>
            </a:r>
          </a:p>
        </p:txBody>
      </p:sp>
      <p:graphicFrame>
        <p:nvGraphicFramePr>
          <p:cNvPr id="215" name="Table 2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23876"/>
              </p:ext>
            </p:extLst>
          </p:nvPr>
        </p:nvGraphicFramePr>
        <p:xfrm>
          <a:off x="147601" y="1699199"/>
          <a:ext cx="7473599" cy="2110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Incremento</a:t>
                      </a:r>
                      <a:r>
                        <a:t> 202</a:t>
                      </a:r>
                      <a:r>
                        <a:rPr lang="es-MX"/>
                        <a:t>5</a:t>
                      </a:r>
                      <a:r>
                        <a:t> vs 202</a:t>
                      </a:r>
                      <a:r>
                        <a:rPr lang="es-MX"/>
                        <a:t>4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 Villa Ayala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54,721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26,335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Cuernavaca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293,728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21,205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134,186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289,296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Jiutepec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103,494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Xochitepec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30,763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1,733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15,553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E. Zapata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43,040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19,048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Puente Ixtla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30,558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3,951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15,511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Jojutla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44,338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7,662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22,704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Yautepec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43,367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9,634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21,248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23 Civac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100,935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6,888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744,944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65,212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346,121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769,328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16" name="Chart 2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229596"/>
              </p:ext>
            </p:extLst>
          </p:nvPr>
        </p:nvGraphicFramePr>
        <p:xfrm>
          <a:off x="147600" y="5118100"/>
          <a:ext cx="1792800" cy="181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7" name="TextBox 216"/>
          <p:cNvSpPr txBox="1"/>
          <p:nvPr/>
        </p:nvSpPr>
        <p:spPr>
          <a:xfrm>
            <a:off x="266400" y="596664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11%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4861301"/>
              </p:ext>
            </p:extLst>
          </p:nvPr>
        </p:nvGraphicFramePr>
        <p:xfrm>
          <a:off x="143502" y="87925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87357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125877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38117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081498"/>
              </p:ext>
            </p:extLst>
          </p:nvPr>
        </p:nvGraphicFramePr>
        <p:xfrm>
          <a:off x="143502" y="1835490"/>
          <a:ext cx="6917093" cy="1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270,841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33,901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129,046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72,122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16,140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30,996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86,870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-4,281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22,946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388,412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45,760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182,988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476,690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714899"/>
              </p:ext>
            </p:extLst>
          </p:nvPr>
        </p:nvGraphicFramePr>
        <p:xfrm>
          <a:off x="4766733" y="4887231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66733" y="5543731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66733" y="6583431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16732" y="4887231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476,690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524721354"/>
              </p:ext>
            </p:extLst>
          </p:nvPr>
        </p:nvGraphicFramePr>
        <p:xfrm>
          <a:off x="143502" y="76252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685557"/>
              </p:ext>
            </p:extLst>
          </p:nvPr>
        </p:nvGraphicFramePr>
        <p:xfrm>
          <a:off x="144000" y="1293240"/>
          <a:ext cx="7340399" cy="15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8,378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18,615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1,535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1,738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25,463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3,350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11,651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26,457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428817"/>
              </p:ext>
            </p:extLst>
          </p:nvPr>
        </p:nvGraphicFramePr>
        <p:xfrm>
          <a:off x="4766732" y="4536452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66732" y="5179452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44.0%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66732" y="6214202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16731" y="4536452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26,457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3254" y="606510"/>
            <a:ext cx="72458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sz="1800"/>
              <a:t>136 total </a:t>
            </a:r>
            <a:r>
              <a:rPr sz="1800" err="1"/>
              <a:t>especialistas</a:t>
            </a:r>
            <a:r>
              <a:rPr sz="1800"/>
              <a:t> </a:t>
            </a:r>
            <a:r>
              <a:rPr sz="1800" err="1"/>
              <a:t>contratados</a:t>
            </a:r>
            <a:r>
              <a:rPr sz="1800"/>
              <a:t> </a:t>
            </a:r>
            <a:r>
              <a:rPr sz="1800" err="1"/>
              <a:t>en</a:t>
            </a:r>
            <a:r>
              <a:rPr sz="1800"/>
              <a:t> </a:t>
            </a:r>
            <a:r>
              <a:rPr sz="1800" err="1"/>
              <a:t>el</a:t>
            </a:r>
            <a:r>
              <a:rPr sz="1800"/>
              <a:t> draft 2026</a:t>
            </a:r>
            <a:r>
              <a:rPr lang="es-MX" sz="1800"/>
              <a:t>  (1 de 3)</a:t>
            </a:r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0" y="93050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33 en Hospitales, 2 en sede, 6 en UMF y 95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92032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588032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96821"/>
              </p:ext>
            </p:extLst>
          </p:nvPr>
        </p:nvGraphicFramePr>
        <p:xfrm>
          <a:off x="360000" y="1660032"/>
          <a:ext cx="345600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56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64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0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35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135156"/>
              </p:ext>
            </p:extLst>
          </p:nvPr>
        </p:nvGraphicFramePr>
        <p:xfrm>
          <a:off x="3960000" y="1660032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553921"/>
              </p:ext>
            </p:extLst>
          </p:nvPr>
        </p:nvGraphicFramePr>
        <p:xfrm>
          <a:off x="3960000" y="2999841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3"/>
          <p:cNvSpPr txBox="1"/>
          <p:nvPr/>
        </p:nvSpPr>
        <p:spPr>
          <a:xfrm>
            <a:off x="360000" y="5286142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</a:t>
            </a:r>
            <a:r>
              <a:rPr err="1"/>
              <a:t>Sede</a:t>
            </a:r>
            <a:r>
              <a:t> </a:t>
            </a:r>
            <a:r>
              <a:rPr err="1"/>
              <a:t>delegacional</a:t>
            </a:r>
            <a:endParaRPr/>
          </a:p>
        </p:txBody>
      </p:sp>
      <p:cxnSp>
        <p:nvCxnSpPr>
          <p:cNvPr id="11" name="Connector 4"/>
          <p:cNvCxnSpPr/>
          <p:nvPr/>
        </p:nvCxnSpPr>
        <p:spPr>
          <a:xfrm>
            <a:off x="360000" y="5682142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890773"/>
              </p:ext>
            </p:extLst>
          </p:nvPr>
        </p:nvGraphicFramePr>
        <p:xfrm>
          <a:off x="360000" y="5754142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6"/>
          <p:cNvSpPr txBox="1"/>
          <p:nvPr/>
        </p:nvSpPr>
        <p:spPr>
          <a:xfrm>
            <a:off x="360000" y="6446684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14" name="Connector 7"/>
          <p:cNvCxnSpPr/>
          <p:nvPr/>
        </p:nvCxnSpPr>
        <p:spPr>
          <a:xfrm>
            <a:off x="360000" y="6842684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516169"/>
              </p:ext>
            </p:extLst>
          </p:nvPr>
        </p:nvGraphicFramePr>
        <p:xfrm>
          <a:off x="360000" y="691468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669140"/>
              </p:ext>
            </p:extLst>
          </p:nvPr>
        </p:nvGraphicFramePr>
        <p:xfrm>
          <a:off x="3960000" y="691468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293570"/>
              </p:ext>
            </p:extLst>
          </p:nvPr>
        </p:nvGraphicFramePr>
        <p:xfrm>
          <a:off x="360000" y="7814683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33651"/>
              </p:ext>
            </p:extLst>
          </p:nvPr>
        </p:nvGraphicFramePr>
        <p:xfrm>
          <a:off x="3960000" y="7814683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587503"/>
              </p:ext>
            </p:extLst>
          </p:nvPr>
        </p:nvGraphicFramePr>
        <p:xfrm>
          <a:off x="360000" y="871468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190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1250495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95 </a:t>
            </a:r>
            <a:r>
              <a:rPr err="1"/>
              <a:t>especialistas</a:t>
            </a:r>
            <a:r>
              <a:t> (</a:t>
            </a:r>
            <a:r>
              <a:rPr err="1"/>
              <a:t>sustitutos</a:t>
            </a:r>
            <a:r>
              <a:t>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000" y="1646495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486581"/>
              </p:ext>
            </p:extLst>
          </p:nvPr>
        </p:nvGraphicFramePr>
        <p:xfrm>
          <a:off x="360000" y="1718495"/>
          <a:ext cx="3456000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385358"/>
              </p:ext>
            </p:extLst>
          </p:nvPr>
        </p:nvGraphicFramePr>
        <p:xfrm>
          <a:off x="3960000" y="1718495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80000" y="9464400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sz="800" err="1">
                <a:solidFill>
                  <a:schemeClr val="bg1"/>
                </a:solidFill>
              </a:rPr>
              <a:t>Sustitutos</a:t>
            </a:r>
            <a:r>
              <a:rPr sz="800">
                <a:solidFill>
                  <a:schemeClr val="bg1"/>
                </a:solidFill>
              </a:rPr>
              <a:t> se </a:t>
            </a:r>
            <a:r>
              <a:rPr sz="800" err="1">
                <a:solidFill>
                  <a:schemeClr val="bg1"/>
                </a:solidFill>
              </a:rPr>
              <a:t>integran</a:t>
            </a:r>
            <a:r>
              <a:rPr sz="800">
                <a:solidFill>
                  <a:schemeClr val="bg1"/>
                </a:solidFill>
              </a:rPr>
              <a:t> a </a:t>
            </a:r>
            <a:r>
              <a:rPr sz="800" err="1">
                <a:solidFill>
                  <a:schemeClr val="bg1"/>
                </a:solidFill>
              </a:rPr>
              <a:t>los</a:t>
            </a:r>
            <a:r>
              <a:rPr sz="800">
                <a:solidFill>
                  <a:schemeClr val="bg1"/>
                </a:solidFill>
              </a:rPr>
              <a:t> </a:t>
            </a:r>
            <a:r>
              <a:rPr sz="800" err="1">
                <a:solidFill>
                  <a:schemeClr val="bg1"/>
                </a:solidFill>
              </a:rPr>
              <a:t>Listados</a:t>
            </a:r>
            <a:r>
              <a:rPr sz="800">
                <a:solidFill>
                  <a:schemeClr val="bg1"/>
                </a:solidFill>
              </a:rPr>
              <a:t> de Bolsa de </a:t>
            </a:r>
            <a:r>
              <a:rPr sz="800" err="1">
                <a:solidFill>
                  <a:schemeClr val="bg1"/>
                </a:solidFill>
              </a:rPr>
              <a:t>Trabajo</a:t>
            </a:r>
            <a:r>
              <a:rPr sz="800">
                <a:solidFill>
                  <a:schemeClr val="bg1"/>
                </a:solidFill>
              </a:rPr>
              <a:t>, para </a:t>
            </a:r>
            <a:r>
              <a:rPr sz="800" err="1">
                <a:solidFill>
                  <a:schemeClr val="bg1"/>
                </a:solidFill>
              </a:rPr>
              <a:t>cubrir</a:t>
            </a:r>
            <a:r>
              <a:rPr sz="800">
                <a:solidFill>
                  <a:schemeClr val="bg1"/>
                </a:solidFill>
              </a:rPr>
              <a:t> las </a:t>
            </a:r>
            <a:r>
              <a:rPr sz="800" err="1">
                <a:solidFill>
                  <a:schemeClr val="bg1"/>
                </a:solidFill>
              </a:rPr>
              <a:t>futuras</a:t>
            </a:r>
            <a:r>
              <a:rPr sz="800">
                <a:solidFill>
                  <a:schemeClr val="bg1"/>
                </a:solidFill>
              </a:rPr>
              <a:t> </a:t>
            </a:r>
            <a:r>
              <a:rPr sz="800" err="1">
                <a:solidFill>
                  <a:schemeClr val="bg1"/>
                </a:solidFill>
              </a:rPr>
              <a:t>vacantes</a:t>
            </a:r>
            <a:r>
              <a:rPr sz="800">
                <a:solidFill>
                  <a:schemeClr val="bg1"/>
                </a:solidFill>
              </a:rPr>
              <a:t> </a:t>
            </a:r>
            <a:r>
              <a:rPr sz="800" err="1">
                <a:solidFill>
                  <a:schemeClr val="bg1"/>
                </a:solidFill>
              </a:rPr>
              <a:t>por</a:t>
            </a:r>
            <a:r>
              <a:rPr sz="800">
                <a:solidFill>
                  <a:schemeClr val="bg1"/>
                </a:solidFill>
              </a:rPr>
              <a:t> </a:t>
            </a:r>
            <a:r>
              <a:rPr sz="800" err="1">
                <a:solidFill>
                  <a:schemeClr val="bg1"/>
                </a:solidFill>
              </a:rPr>
              <a:t>jubilación</a:t>
            </a:r>
            <a:r>
              <a:rPr sz="800">
                <a:solidFill>
                  <a:schemeClr val="bg1"/>
                </a:solidFill>
              </a:rPr>
              <a:t>, </a:t>
            </a:r>
            <a:r>
              <a:rPr sz="800" err="1">
                <a:solidFill>
                  <a:schemeClr val="bg1"/>
                </a:solidFill>
              </a:rPr>
              <a:t>renuncia</a:t>
            </a:r>
            <a:r>
              <a:rPr sz="800">
                <a:solidFill>
                  <a:schemeClr val="bg1"/>
                </a:solidFill>
              </a:rPr>
              <a:t>, </a:t>
            </a:r>
            <a:r>
              <a:rPr sz="800" err="1">
                <a:solidFill>
                  <a:schemeClr val="bg1"/>
                </a:solidFill>
              </a:rPr>
              <a:t>fallecimiento</a:t>
            </a:r>
            <a:r>
              <a:rPr sz="800">
                <a:solidFill>
                  <a:schemeClr val="bg1"/>
                </a:solidFill>
              </a:rPr>
              <a:t>, etc., </a:t>
            </a:r>
            <a:r>
              <a:rPr sz="800" err="1">
                <a:solidFill>
                  <a:schemeClr val="bg1"/>
                </a:solidFill>
              </a:rPr>
              <a:t>así</a:t>
            </a:r>
            <a:r>
              <a:rPr sz="800">
                <a:solidFill>
                  <a:schemeClr val="bg1"/>
                </a:solidFill>
              </a:rPr>
              <a:t> </a:t>
            </a:r>
            <a:r>
              <a:rPr sz="800" err="1">
                <a:solidFill>
                  <a:schemeClr val="bg1"/>
                </a:solidFill>
              </a:rPr>
              <a:t>como</a:t>
            </a:r>
            <a:r>
              <a:rPr sz="800">
                <a:solidFill>
                  <a:schemeClr val="bg1"/>
                </a:solidFill>
              </a:rPr>
              <a:t> </a:t>
            </a:r>
            <a:r>
              <a:rPr sz="800" err="1">
                <a:solidFill>
                  <a:schemeClr val="bg1"/>
                </a:solidFill>
              </a:rPr>
              <a:t>ausentismo</a:t>
            </a:r>
            <a:r>
              <a:rPr sz="800">
                <a:solidFill>
                  <a:schemeClr val="bg1"/>
                </a:solidFill>
              </a:rPr>
              <a:t> </a:t>
            </a:r>
            <a:r>
              <a:rPr sz="800" err="1">
                <a:solidFill>
                  <a:schemeClr val="bg1"/>
                </a:solidFill>
              </a:rPr>
              <a:t>programado</a:t>
            </a:r>
            <a:r>
              <a:rPr sz="800">
                <a:solidFill>
                  <a:schemeClr val="bg1"/>
                </a:solidFill>
              </a:rPr>
              <a:t> y no </a:t>
            </a:r>
            <a:r>
              <a:rPr sz="800" err="1">
                <a:solidFill>
                  <a:schemeClr val="bg1"/>
                </a:solidFill>
              </a:rPr>
              <a:t>programado</a:t>
            </a:r>
            <a:r>
              <a:rPr sz="8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DEABBCD9-E1FB-6438-FA49-D28F2C64B842}"/>
              </a:ext>
            </a:extLst>
          </p:cNvPr>
          <p:cNvSpPr txBox="1"/>
          <p:nvPr/>
        </p:nvSpPr>
        <p:spPr>
          <a:xfrm>
            <a:off x="263254" y="839970"/>
            <a:ext cx="72458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sz="1800"/>
              <a:t>136 total </a:t>
            </a:r>
            <a:r>
              <a:rPr sz="1800" err="1"/>
              <a:t>especialistas</a:t>
            </a:r>
            <a:r>
              <a:rPr sz="1800"/>
              <a:t> </a:t>
            </a:r>
            <a:r>
              <a:rPr sz="1800" err="1"/>
              <a:t>contratados</a:t>
            </a:r>
            <a:r>
              <a:rPr sz="1800"/>
              <a:t> </a:t>
            </a:r>
            <a:r>
              <a:rPr sz="1800" err="1"/>
              <a:t>en</a:t>
            </a:r>
            <a:r>
              <a:rPr sz="1800"/>
              <a:t> </a:t>
            </a:r>
            <a:r>
              <a:rPr sz="1800" err="1"/>
              <a:t>el</a:t>
            </a:r>
            <a:r>
              <a:rPr sz="1800"/>
              <a:t> draft 2026</a:t>
            </a:r>
            <a:r>
              <a:rPr lang="es-MX" sz="1800"/>
              <a:t>  (2 de 3)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995977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2">
            <a:extLst>
              <a:ext uri="{FF2B5EF4-FFF2-40B4-BE49-F238E27FC236}">
                <a16:creationId xmlns:a16="http://schemas.microsoft.com/office/drawing/2014/main" id="{7C363055-1526-176A-B340-C6B659DA0B83}"/>
              </a:ext>
            </a:extLst>
          </p:cNvPr>
          <p:cNvSpPr txBox="1"/>
          <p:nvPr/>
        </p:nvSpPr>
        <p:spPr>
          <a:xfrm>
            <a:off x="272871" y="684000"/>
            <a:ext cx="72266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sz="1800"/>
              <a:t>136 total </a:t>
            </a:r>
            <a:r>
              <a:rPr sz="1800" err="1"/>
              <a:t>especialistas</a:t>
            </a:r>
            <a:r>
              <a:rPr sz="1800"/>
              <a:t> </a:t>
            </a:r>
            <a:r>
              <a:rPr sz="1800" err="1"/>
              <a:t>contratados</a:t>
            </a:r>
            <a:r>
              <a:rPr sz="1800"/>
              <a:t> </a:t>
            </a:r>
            <a:r>
              <a:rPr sz="1800" err="1"/>
              <a:t>en</a:t>
            </a:r>
            <a:r>
              <a:rPr sz="1800"/>
              <a:t> </a:t>
            </a:r>
            <a:r>
              <a:rPr sz="1800" err="1"/>
              <a:t>el</a:t>
            </a:r>
            <a:r>
              <a:rPr sz="1800"/>
              <a:t> draft 2026</a:t>
            </a:r>
            <a:r>
              <a:rPr lang="es-MX" sz="1800"/>
              <a:t> (3 de 3)</a:t>
            </a:r>
            <a:endParaRPr sz="180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2C940750-A68B-1885-54AC-F66154F1D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063827"/>
              </p:ext>
            </p:extLst>
          </p:nvPr>
        </p:nvGraphicFramePr>
        <p:xfrm>
          <a:off x="571500" y="1528488"/>
          <a:ext cx="6553200" cy="7805775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118364215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210324737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1153549"/>
                    </a:ext>
                  </a:extLst>
                </a:gridCol>
              </a:tblGrid>
              <a:tr h="29245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Especialidad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Número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% Acumulado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492253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</a:t>
                      </a:r>
                      <a:r>
                        <a:rPr err="1"/>
                        <a:t>Urgencias</a:t>
                      </a:r>
                      <a:endParaRPr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16.1%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215874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930956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560891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621036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55.8%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657557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61.7%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258870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571028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69.8%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36900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73.5%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258668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700603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79.4%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728347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29304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83.8%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443329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818911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146575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818361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080560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91.1%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509603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92.6%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895405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952138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717154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800297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881971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794115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546881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Infectología</a:t>
                      </a:r>
                      <a:endParaRPr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994022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Oncología</a:t>
                      </a:r>
                      <a:r>
                        <a:t> </a:t>
                      </a:r>
                      <a:r>
                        <a:rPr err="1"/>
                        <a:t>Médica</a:t>
                      </a:r>
                      <a:endParaRPr/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895813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319116"/>
                  </a:ext>
                </a:extLst>
              </a:tr>
              <a:tr h="25011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5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204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83CAB7C-B4BC-BC9E-DCB7-AC105C6E59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807491"/>
              </p:ext>
            </p:extLst>
          </p:nvPr>
        </p:nvGraphicFramePr>
        <p:xfrm>
          <a:off x="287050" y="60172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79915" y="4221303"/>
            <a:ext cx="3639599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928219"/>
              </p:ext>
            </p:extLst>
          </p:nvPr>
        </p:nvGraphicFramePr>
        <p:xfrm>
          <a:off x="184800" y="1298636"/>
          <a:ext cx="3639599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Angiología</a:t>
                      </a:r>
                      <a:r>
                        <a:t> y </a:t>
                      </a:r>
                      <a:r>
                        <a:rPr err="1"/>
                        <a:t>Cirugía</a:t>
                      </a:r>
                      <a:r>
                        <a:t>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4,967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874994"/>
              </p:ext>
            </p:extLst>
          </p:nvPr>
        </p:nvGraphicFramePr>
        <p:xfrm>
          <a:off x="3992400" y="1709628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1,384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231">
            <a:extLst>
              <a:ext uri="{FF2B5EF4-FFF2-40B4-BE49-F238E27FC236}">
                <a16:creationId xmlns:a16="http://schemas.microsoft.com/office/drawing/2014/main" id="{9B9FB952-88F1-8279-123A-5FA3612F8731}"/>
              </a:ext>
            </a:extLst>
          </p:cNvPr>
          <p:cNvSpPr txBox="1"/>
          <p:nvPr/>
        </p:nvSpPr>
        <p:spPr>
          <a:xfrm>
            <a:off x="704533" y="6459937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 de</a:t>
            </a:r>
            <a:r>
              <a:t> </a:t>
            </a:r>
            <a:r>
              <a:rPr lang="es-MX"/>
              <a:t>junio de</a:t>
            </a:r>
            <a:r>
              <a:t> 2026</a:t>
            </a:r>
          </a:p>
        </p:txBody>
      </p:sp>
      <p:graphicFrame>
        <p:nvGraphicFramePr>
          <p:cNvPr id="13" name="Google Shape;230;g370e87ffe7a_2_137">
            <a:extLst>
              <a:ext uri="{FF2B5EF4-FFF2-40B4-BE49-F238E27FC236}">
                <a16:creationId xmlns:a16="http://schemas.microsoft.com/office/drawing/2014/main" id="{80C37B39-B06B-E5CC-003E-FFCE8F3C5D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7966247"/>
              </p:ext>
            </p:extLst>
          </p:nvPr>
        </p:nvGraphicFramePr>
        <p:xfrm>
          <a:off x="200058" y="5316844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232">
            <a:extLst>
              <a:ext uri="{FF2B5EF4-FFF2-40B4-BE49-F238E27FC236}">
                <a16:creationId xmlns:a16="http://schemas.microsoft.com/office/drawing/2014/main" id="{5E5509BB-BF78-5A55-0C0E-938CA4E49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976592"/>
              </p:ext>
            </p:extLst>
          </p:nvPr>
        </p:nvGraphicFramePr>
        <p:xfrm>
          <a:off x="659906" y="5762836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870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852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184,575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121,584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1" name="Table 232">
            <a:extLst>
              <a:ext uri="{FF2B5EF4-FFF2-40B4-BE49-F238E27FC236}">
                <a16:creationId xmlns:a16="http://schemas.microsoft.com/office/drawing/2014/main" id="{D62E38FD-23CC-C67D-8EA6-901CAEBE3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348126"/>
              </p:ext>
            </p:extLst>
          </p:nvPr>
        </p:nvGraphicFramePr>
        <p:xfrm>
          <a:off x="1735038" y="6732523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5" name="TextBox 231">
            <a:extLst>
              <a:ext uri="{FF2B5EF4-FFF2-40B4-BE49-F238E27FC236}">
                <a16:creationId xmlns:a16="http://schemas.microsoft.com/office/drawing/2014/main" id="{53161B8F-9917-BB5D-5545-6D4697C50172}"/>
              </a:ext>
            </a:extLst>
          </p:cNvPr>
          <p:cNvSpPr txBox="1"/>
          <p:nvPr/>
        </p:nvSpPr>
        <p:spPr>
          <a:xfrm>
            <a:off x="1735038" y="7450553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477D66E-175D-4324-1F78-4DB9D2927133}"/>
              </a:ext>
            </a:extLst>
          </p:cNvPr>
          <p:cNvSpPr txBox="1"/>
          <p:nvPr/>
        </p:nvSpPr>
        <p:spPr>
          <a:xfrm>
            <a:off x="197428" y="8354622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6,474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11E0D2E-B798-C4B7-9D65-0557D3598343}"/>
              </a:ext>
            </a:extLst>
          </p:cNvPr>
          <p:cNvSpPr txBox="1"/>
          <p:nvPr/>
        </p:nvSpPr>
        <p:spPr>
          <a:xfrm>
            <a:off x="2924003" y="8354622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6,023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56B1181-D401-BD3D-0D5A-A747B8CBCFF1}"/>
              </a:ext>
            </a:extLst>
          </p:cNvPr>
          <p:cNvSpPr txBox="1"/>
          <p:nvPr/>
        </p:nvSpPr>
        <p:spPr>
          <a:xfrm>
            <a:off x="5218315" y="8354622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5,182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35" name="Imagen 34" descr="Icono&#10;&#10;El contenido generado por IA puede ser incorrecto.">
            <a:extLst>
              <a:ext uri="{FF2B5EF4-FFF2-40B4-BE49-F238E27FC236}">
                <a16:creationId xmlns:a16="http://schemas.microsoft.com/office/drawing/2014/main" id="{DF71A0CB-C307-A3E3-1649-C6722F573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944" y="7741559"/>
            <a:ext cx="730135" cy="669175"/>
          </a:xfrm>
          <a:prstGeom prst="rect">
            <a:avLst/>
          </a:prstGeom>
        </p:spPr>
      </p:pic>
      <p:pic>
        <p:nvPicPr>
          <p:cNvPr id="37" name="Imagen 36" descr="Icono&#10;&#10;El contenido generado por IA puede ser incorrecto.">
            <a:extLst>
              <a:ext uri="{FF2B5EF4-FFF2-40B4-BE49-F238E27FC236}">
                <a16:creationId xmlns:a16="http://schemas.microsoft.com/office/drawing/2014/main" id="{48345716-CFA5-006C-6167-1DADD6DBB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945" y="7888590"/>
            <a:ext cx="924445" cy="491944"/>
          </a:xfrm>
          <a:prstGeom prst="rect">
            <a:avLst/>
          </a:prstGeom>
        </p:spPr>
      </p:pic>
      <p:pic>
        <p:nvPicPr>
          <p:cNvPr id="39" name="Imagen 38" descr="Icono&#10;&#10;El contenido generado por IA puede ser incorrecto.">
            <a:extLst>
              <a:ext uri="{FF2B5EF4-FFF2-40B4-BE49-F238E27FC236}">
                <a16:creationId xmlns:a16="http://schemas.microsoft.com/office/drawing/2014/main" id="{4483186E-D234-6BEE-4CB0-A723282A86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79" y="7723548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8,018	 Personal de Salud: 4,797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+68.1%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1,133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1,564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984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1,185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+143.6%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568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6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2578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3591896355"/>
              </p:ext>
            </p:extLst>
          </p:nvPr>
        </p:nvGraphicFramePr>
        <p:xfrm>
          <a:off x="218088" y="57057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2040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5097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5190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2730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5021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2040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3369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2040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5878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2730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4598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2730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5021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2040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4827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6,912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4827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4827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4827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5375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1,612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5375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1,093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5375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182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9,982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475092"/>
              </p:ext>
            </p:extLst>
          </p:nvPr>
        </p:nvGraphicFramePr>
        <p:xfrm>
          <a:off x="219600" y="1548000"/>
          <a:ext cx="7567200" cy="3415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(98,784)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(7,448)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(2,087)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(83,680)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(6,964)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(1,534)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(27,409)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(5,357)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(440)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(14,577)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(5,317)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(596)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(10,167)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(5,316)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(567)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Insuficiencia</a:t>
                      </a:r>
                      <a:r>
                        <a:rPr sz="900" b="0">
                          <a:latin typeface="Montserrat"/>
                        </a:rPr>
                        <a:t> renal
(51)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011900"/>
            <a:ext cx="5331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rPr sz="800"/>
              <a:t>El </a:t>
            </a:r>
            <a:r>
              <a:rPr sz="800" err="1"/>
              <a:t>número</a:t>
            </a:r>
            <a:r>
              <a:rPr sz="800"/>
              <a:t> de </a:t>
            </a:r>
            <a:r>
              <a:rPr sz="800" err="1"/>
              <a:t>casos</a:t>
            </a:r>
            <a:r>
              <a:rPr sz="800"/>
              <a:t> se </a:t>
            </a:r>
            <a:r>
              <a:rPr sz="800" err="1"/>
              <a:t>presentan</a:t>
            </a:r>
            <a:r>
              <a:rPr sz="800"/>
              <a:t> entre </a:t>
            </a:r>
            <a:r>
              <a:rPr sz="800" err="1"/>
              <a:t>paréntesis</a:t>
            </a:r>
            <a:r>
              <a:rPr sz="800"/>
              <a:t>.</a:t>
            </a:r>
            <a:br>
              <a:rPr sz="800"/>
            </a:br>
            <a:r>
              <a:rPr sz="800"/>
              <a:t>Fuente: IMSS/DPM/División de </a:t>
            </a:r>
            <a:r>
              <a:rPr sz="800" err="1"/>
              <a:t>Información</a:t>
            </a:r>
            <a:r>
              <a:rPr sz="800"/>
              <a:t> </a:t>
            </a:r>
            <a:r>
              <a:rPr sz="800" err="1"/>
              <a:t>en</a:t>
            </a:r>
            <a:r>
              <a:rPr sz="800"/>
              <a:t> Salud/</a:t>
            </a:r>
            <a:r>
              <a:rPr sz="800" err="1"/>
              <a:t>Motivos</a:t>
            </a:r>
            <a:r>
              <a:rPr sz="800"/>
              <a:t> de Consulta Externa (SUI27).</a:t>
            </a:r>
            <a:br>
              <a:rPr sz="800"/>
            </a:br>
            <a:r>
              <a:rPr sz="800"/>
              <a:t>Sistema de </a:t>
            </a:r>
            <a:r>
              <a:rPr sz="800" err="1"/>
              <a:t>información</a:t>
            </a:r>
            <a:r>
              <a:rPr sz="800"/>
              <a:t> Médico </a:t>
            </a:r>
            <a:r>
              <a:rPr sz="800" err="1"/>
              <a:t>Operativo</a:t>
            </a:r>
            <a:r>
              <a:rPr sz="800"/>
              <a:t> Central (SIMOC).</a:t>
            </a:r>
            <a:br>
              <a:rPr sz="800"/>
            </a:br>
            <a:r>
              <a:rPr sz="800" err="1"/>
              <a:t>Periodo</a:t>
            </a:r>
            <a:r>
              <a:rPr sz="800"/>
              <a:t>: </a:t>
            </a:r>
            <a:r>
              <a:rPr sz="800" err="1"/>
              <a:t>enero-diciembre</a:t>
            </a:r>
            <a:r>
              <a:rPr sz="800"/>
              <a:t>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1190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err="1"/>
              <a:t>marzo</a:t>
            </a:r>
            <a:r>
              <a:t>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Fuente: Portal de Control de Abasto. En 2026, se </a:t>
            </a:r>
            <a:r>
              <a:rPr err="1">
                <a:solidFill>
                  <a:schemeClr val="tx1"/>
                </a:solidFill>
              </a:rPr>
              <a:t>muestra</a:t>
            </a:r>
            <a:r>
              <a:rPr>
                <a:solidFill>
                  <a:schemeClr val="tx1"/>
                </a:solidFill>
              </a:rPr>
              <a:t> lo </a:t>
            </a:r>
            <a:r>
              <a:rPr err="1">
                <a:solidFill>
                  <a:schemeClr val="tx1"/>
                </a:solidFill>
              </a:rPr>
              <a:t>correspondiente</a:t>
            </a:r>
            <a:r>
              <a:rPr>
                <a:solidFill>
                  <a:schemeClr val="tx1"/>
                </a:solidFill>
              </a:rPr>
              <a:t> al </a:t>
            </a:r>
            <a:r>
              <a:rPr err="1">
                <a:solidFill>
                  <a:schemeClr val="tx1"/>
                </a:solidFill>
              </a:rPr>
              <a:t>periodo</a:t>
            </a:r>
            <a:r>
              <a:rPr>
                <a:solidFill>
                  <a:schemeClr val="tx1"/>
                </a:solidFill>
              </a:rPr>
              <a:t> del 1 de </a:t>
            </a:r>
            <a:r>
              <a:rPr err="1">
                <a:solidFill>
                  <a:schemeClr val="tx1"/>
                </a:solidFill>
              </a:rPr>
              <a:t>enero</a:t>
            </a:r>
            <a:r>
              <a:rPr>
                <a:solidFill>
                  <a:schemeClr val="tx1"/>
                </a:solidFill>
              </a:rPr>
              <a:t>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03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896139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310872"/>
              </p:ext>
            </p:extLst>
          </p:nvPr>
        </p:nvGraphicFramePr>
        <p:xfrm>
          <a:off x="457200" y="7170459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141,493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1,334,495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91,030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1,468,789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ADE2A-FF97-0CEC-17A1-6AAF5020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137292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</a:t>
            </a:r>
            <a:r>
              <a:rPr err="1"/>
              <a:t>Medicamentos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1443291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713292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886092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5749508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6019508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855170"/>
              </p:ext>
            </p:extLst>
          </p:nvPr>
        </p:nvGraphicFramePr>
        <p:xfrm>
          <a:off x="180000" y="6199508"/>
          <a:ext cx="7200000" cy="2145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317,424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288,703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223,178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190,892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166,036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124,916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121,889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105,300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104,059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95,185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</a:t>
            </a:r>
            <a:r>
              <a:rPr lang="es-MX"/>
              <a:t>1</a:t>
            </a:r>
            <a:r>
              <a:t> de </a:t>
            </a:r>
            <a:r>
              <a:rPr lang="es-MX"/>
              <a:t>mayo</a:t>
            </a:r>
            <a:r>
              <a:t> de 2026.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7912A5C-1032-D14D-2D70-74EAAA4922BF}"/>
              </a:ext>
            </a:extLst>
          </p:cNvPr>
          <p:cNvSpPr txBox="1"/>
          <p:nvPr/>
        </p:nvSpPr>
        <p:spPr>
          <a:xfrm>
            <a:off x="92949" y="4120162"/>
            <a:ext cx="40479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</a:t>
            </a:r>
            <a:r>
              <a:rPr lang="es-MX"/>
              <a:t>P</a:t>
            </a:r>
            <a:r>
              <a:rPr err="1"/>
              <a:t>eriodo</a:t>
            </a:r>
            <a:r>
              <a:t> de</a:t>
            </a:r>
            <a:r>
              <a:rPr lang="es-MX"/>
              <a:t> </a:t>
            </a:r>
            <a:r>
              <a:rPr err="1"/>
              <a:t>enero</a:t>
            </a:r>
            <a:r>
              <a:t> a</a:t>
            </a:r>
            <a:r>
              <a:rPr lang="es-MX"/>
              <a:t> mayo</a:t>
            </a:r>
            <a:r>
              <a:t> de </a:t>
            </a:r>
            <a:r>
              <a:rPr lang="es-MX"/>
              <a:t>cada año</a:t>
            </a:r>
            <a: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3600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99675"/>
              </p:ext>
            </p:extLst>
          </p:nvPr>
        </p:nvGraphicFramePr>
        <p:xfrm>
          <a:off x="287700" y="9116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593531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880355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2" y="1355518"/>
            <a:ext cx="1785601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01524" y="2717810"/>
            <a:ext cx="1000497" cy="976956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378105" y="5209218"/>
            <a:ext cx="1024567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Piezas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equipo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médico</a:t>
            </a:r>
            <a:endParaRPr lang="en-US"/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78105" y="5135338"/>
            <a:ext cx="1024567" cy="950702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455464" y="2789159"/>
            <a:ext cx="916686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</a:t>
            </a: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Residencias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Médicas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254707A-1402-779F-7E93-B56DEDA610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50" y="1660685"/>
            <a:ext cx="1000497" cy="9822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369369"/>
              </p:ext>
            </p:extLst>
          </p:nvPr>
        </p:nvGraphicFramePr>
        <p:xfrm>
          <a:off x="1785598" y="3163912"/>
          <a:ext cx="5342023" cy="147904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21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81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Conservación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25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$168.4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38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terapia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intensiva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HGRMF No.1 Cuernavaca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$8.0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2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3 unidades (HGRMF No.1 Cuernavaca, HGZMF No.5 Zacatepec, HGZMF No. 7 Cuáutla)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5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$178.9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723394"/>
              </p:ext>
            </p:extLst>
          </p:nvPr>
        </p:nvGraphicFramePr>
        <p:xfrm>
          <a:off x="1785599" y="4888683"/>
          <a:ext cx="5342022" cy="86737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212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9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3 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1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horizontal de </a:t>
                      </a:r>
                      <a:r>
                        <a:rPr sz="1000" err="1">
                          <a:latin typeface="Montserrat"/>
                        </a:rPr>
                        <a:t>refrigerantes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Refrigerador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Refrigerador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.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692840"/>
              </p:ext>
            </p:extLst>
          </p:nvPr>
        </p:nvGraphicFramePr>
        <p:xfrm>
          <a:off x="1785598" y="5942800"/>
          <a:ext cx="5342021" cy="59252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212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52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$6.6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105436" y="703305"/>
            <a:ext cx="6447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/>
              <a:t>194.3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  <p:sp>
        <p:nvSpPr>
          <p:cNvPr id="12" name="CuadroTexto 12">
            <a:extLst>
              <a:ext uri="{FF2B5EF4-FFF2-40B4-BE49-F238E27FC236}">
                <a16:creationId xmlns:a16="http://schemas.microsoft.com/office/drawing/2014/main" id="{154FB65F-2C9D-B2DA-5C85-50182FAA15F3}"/>
              </a:ext>
            </a:extLst>
          </p:cNvPr>
          <p:cNvSpPr txBox="1"/>
          <p:nvPr/>
        </p:nvSpPr>
        <p:spPr>
          <a:xfrm>
            <a:off x="458940" y="1730904"/>
            <a:ext cx="885663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/>
          </a:p>
        </p:txBody>
      </p:sp>
      <p:sp>
        <p:nvSpPr>
          <p:cNvPr id="24" name="CuadroTexto 10">
            <a:extLst>
              <a:ext uri="{FF2B5EF4-FFF2-40B4-BE49-F238E27FC236}">
                <a16:creationId xmlns:a16="http://schemas.microsoft.com/office/drawing/2014/main" id="{97E83E93-235E-7AFE-C24A-BD327E475C55}"/>
              </a:ext>
            </a:extLst>
          </p:cNvPr>
          <p:cNvSpPr txBox="1"/>
          <p:nvPr/>
        </p:nvSpPr>
        <p:spPr>
          <a:xfrm>
            <a:off x="8021" y="4833713"/>
            <a:ext cx="1785601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B9D37C0A-6B52-86A8-1221-E23ADCE5E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845994"/>
              </p:ext>
            </p:extLst>
          </p:nvPr>
        </p:nvGraphicFramePr>
        <p:xfrm>
          <a:off x="1793622" y="1617598"/>
          <a:ext cx="5334000" cy="130082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75378">
                  <a:extLst>
                    <a:ext uri="{9D8B030D-6E8A-4147-A177-3AD203B41FA5}">
                      <a16:colId xmlns:a16="http://schemas.microsoft.com/office/drawing/2014/main" val="1034664207"/>
                    </a:ext>
                  </a:extLst>
                </a:gridCol>
                <a:gridCol w="1158622">
                  <a:extLst>
                    <a:ext uri="{9D8B030D-6E8A-4147-A177-3AD203B41FA5}">
                      <a16:colId xmlns:a16="http://schemas.microsoft.com/office/drawing/2014/main" val="3448074417"/>
                    </a:ext>
                  </a:extLst>
                </a:gridCol>
              </a:tblGrid>
              <a:tr h="33820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Obras de Infraestructura 2025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Monto (mdp)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702612"/>
                  </a:ext>
                </a:extLst>
              </a:tr>
              <a:tr h="3403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Trabajos</a:t>
                      </a:r>
                      <a:r>
                        <a:rPr lang="es-MX" sz="1000">
                          <a:latin typeface="Montserrat" panose="00000500000000000000" pitchFamily="2" charset="0"/>
                        </a:rPr>
                        <a:t> de cambio de tuberías, filtros y sistema de cloración </a:t>
                      </a: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en la alberca olímpica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$6.6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74412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Remodelación de baños de 3 Centros de Seguridad Social (Tlaltizapán, Tlaquiltenango y Yautepec)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$2.1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8688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BC955C"/>
                          </a:solidFill>
                          <a:effectLst/>
                          <a:latin typeface="Montserrat" panose="00000500000000000000" pitchFamily="2" charset="0"/>
                        </a:rPr>
                        <a:t>Subtotal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BC955C"/>
                          </a:solidFill>
                          <a:effectLst/>
                          <a:latin typeface="Montserrat" panose="00000500000000000000" pitchFamily="2" charset="0"/>
                        </a:rPr>
                        <a:t>$8.7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132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pic>
        <p:nvPicPr>
          <p:cNvPr id="16" name="Google Shape;551;g3d0ffe769cd_0_0">
            <a:extLst>
              <a:ext uri="{FF2B5EF4-FFF2-40B4-BE49-F238E27FC236}">
                <a16:creationId xmlns:a16="http://schemas.microsoft.com/office/drawing/2014/main" id="{09E3140D-D35B-20A6-7FC5-3B6F34D70B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6349181"/>
            <a:ext cx="7368300" cy="29464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" name="Google Shape;559;g3d0ffe769cd_0_0">
            <a:extLst>
              <a:ext uri="{FF2B5EF4-FFF2-40B4-BE49-F238E27FC236}">
                <a16:creationId xmlns:a16="http://schemas.microsoft.com/office/drawing/2014/main" id="{8B4030CF-6C11-BF33-80FA-E98DF26ABD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6317361"/>
              </p:ext>
            </p:extLst>
          </p:nvPr>
        </p:nvGraphicFramePr>
        <p:xfrm>
          <a:off x="147600" y="5782012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Google Shape;552;g3d0ffe769cd_0_0">
            <a:extLst>
              <a:ext uri="{FF2B5EF4-FFF2-40B4-BE49-F238E27FC236}">
                <a16:creationId xmlns:a16="http://schemas.microsoft.com/office/drawing/2014/main" id="{95816AC1-00F9-9E00-0B92-3900F4F365AD}"/>
              </a:ext>
            </a:extLst>
          </p:cNvPr>
          <p:cNvSpPr/>
          <p:nvPr/>
        </p:nvSpPr>
        <p:spPr>
          <a:xfrm>
            <a:off x="234692" y="6349181"/>
            <a:ext cx="7338300" cy="2946401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556;g3d0ffe769cd_0_0">
            <a:extLst>
              <a:ext uri="{FF2B5EF4-FFF2-40B4-BE49-F238E27FC236}">
                <a16:creationId xmlns:a16="http://schemas.microsoft.com/office/drawing/2014/main" id="{9548303F-8217-4133-1485-3FA0D5FED232}"/>
              </a:ext>
            </a:extLst>
          </p:cNvPr>
          <p:cNvSpPr/>
          <p:nvPr/>
        </p:nvSpPr>
        <p:spPr>
          <a:xfrm>
            <a:off x="852084" y="6662966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553;g3d0ffe769cd_0_0">
            <a:extLst>
              <a:ext uri="{FF2B5EF4-FFF2-40B4-BE49-F238E27FC236}">
                <a16:creationId xmlns:a16="http://schemas.microsoft.com/office/drawing/2014/main" id="{C7BCF47C-369D-7D2D-0A42-C4B674923C73}"/>
              </a:ext>
            </a:extLst>
          </p:cNvPr>
          <p:cNvSpPr/>
          <p:nvPr/>
        </p:nvSpPr>
        <p:spPr>
          <a:xfrm>
            <a:off x="290798" y="7429613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Google Shape;554;g3d0ffe769cd_0_0">
            <a:extLst>
              <a:ext uri="{FF2B5EF4-FFF2-40B4-BE49-F238E27FC236}">
                <a16:creationId xmlns:a16="http://schemas.microsoft.com/office/drawing/2014/main" id="{32887129-8BBD-D44F-9E15-BF38D14C561C}"/>
              </a:ext>
            </a:extLst>
          </p:cNvPr>
          <p:cNvSpPr txBox="1"/>
          <p:nvPr/>
        </p:nvSpPr>
        <p:spPr>
          <a:xfrm>
            <a:off x="276701" y="8020600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562;g3d0ffe769cd_0_0">
            <a:extLst>
              <a:ext uri="{FF2B5EF4-FFF2-40B4-BE49-F238E27FC236}">
                <a16:creationId xmlns:a16="http://schemas.microsoft.com/office/drawing/2014/main" id="{C73B8145-B57D-5FB6-21AC-04D663719E7B}"/>
              </a:ext>
            </a:extLst>
          </p:cNvPr>
          <p:cNvSpPr txBox="1"/>
          <p:nvPr/>
        </p:nvSpPr>
        <p:spPr>
          <a:xfrm rot="16200000">
            <a:off x="1958850" y="7809035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0" name="Table 19">
            <a:extLst>
              <a:ext uri="{FF2B5EF4-FFF2-40B4-BE49-F238E27FC236}">
                <a16:creationId xmlns:a16="http://schemas.microsoft.com/office/drawing/2014/main" id="{D74A4153-CAD3-D2B9-CDF2-375CA6377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288683"/>
              </p:ext>
            </p:extLst>
          </p:nvPr>
        </p:nvGraphicFramePr>
        <p:xfrm>
          <a:off x="2552400" y="6664235"/>
          <a:ext cx="4928400" cy="221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0</a:t>
                      </a:r>
                      <a:r>
                        <a:t> </a:t>
                      </a:r>
                      <a:r>
                        <a:rPr err="1"/>
                        <a:t>Predios</a:t>
                      </a:r>
                      <a:r>
                        <a:t> </a:t>
                      </a:r>
                      <a:r>
                        <a:rPr err="1"/>
                        <a:t>en</a:t>
                      </a:r>
                      <a:r>
                        <a:t> rut</a:t>
                      </a:r>
                      <a:r>
                        <a:rPr lang="es-MX"/>
                        <a:t>a</a:t>
                      </a:r>
                      <a:endParaRPr/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</a:t>
                      </a:r>
                      <a:r>
                        <a:rPr err="1"/>
                        <a:t>Reserva</a:t>
                      </a:r>
                      <a:r>
                        <a:t>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Yecapixtla</a:t>
                      </a:r>
                      <a:r>
                        <a:t>, Cuautla</a:t>
                      </a:r>
                      <a:r>
                        <a:rPr lang="es-MX"/>
                        <a:t> y</a:t>
                      </a:r>
                      <a:r>
                        <a:t> </a:t>
                      </a:r>
                      <a:r>
                        <a:rPr err="1"/>
                        <a:t>Yautepec</a:t>
                      </a:r>
                      <a:endParaRPr/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7</a:t>
                      </a:r>
                      <a:r>
                        <a:t> </a:t>
                      </a:r>
                      <a:r>
                        <a:rPr err="1"/>
                        <a:t>Donación</a:t>
                      </a:r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Jojutla</a:t>
                      </a:r>
                      <a:r>
                        <a:t>, </a:t>
                      </a:r>
                      <a:r>
                        <a:rPr err="1"/>
                        <a:t>Miacatlán</a:t>
                      </a:r>
                      <a:r>
                        <a:t>, Emiliano Zapata, </a:t>
                      </a:r>
                      <a:r>
                        <a:rPr err="1"/>
                        <a:t>Xochitepec</a:t>
                      </a:r>
                      <a:r>
                        <a:t>, </a:t>
                      </a:r>
                      <a:r>
                        <a:rPr err="1"/>
                        <a:t>Tepalcingo</a:t>
                      </a:r>
                      <a:r>
                        <a:t>, </a:t>
                      </a:r>
                      <a:r>
                        <a:rPr err="1"/>
                        <a:t>Tlaquiltenango</a:t>
                      </a:r>
                      <a:r>
                        <a:rPr lang="es-MX"/>
                        <a:t> y </a:t>
                      </a:r>
                      <a:r>
                        <a:rPr err="1"/>
                        <a:t>Jonacatepec</a:t>
                      </a:r>
                      <a:r>
                        <a:t> de Leandro Valle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Oval 20">
            <a:extLst>
              <a:ext uri="{FF2B5EF4-FFF2-40B4-BE49-F238E27FC236}">
                <a16:creationId xmlns:a16="http://schemas.microsoft.com/office/drawing/2014/main" id="{6D9B96AC-5341-CB63-0148-688D34B28610}"/>
              </a:ext>
            </a:extLst>
          </p:cNvPr>
          <p:cNvSpPr/>
          <p:nvPr/>
        </p:nvSpPr>
        <p:spPr>
          <a:xfrm>
            <a:off x="885600" y="6685835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34" name="Rectangle 21">
            <a:extLst>
              <a:ext uri="{FF2B5EF4-FFF2-40B4-BE49-F238E27FC236}">
                <a16:creationId xmlns:a16="http://schemas.microsoft.com/office/drawing/2014/main" id="{98E2F024-2F87-76AC-DB27-1A8337817317}"/>
              </a:ext>
            </a:extLst>
          </p:cNvPr>
          <p:cNvSpPr/>
          <p:nvPr/>
        </p:nvSpPr>
        <p:spPr>
          <a:xfrm>
            <a:off x="363600" y="7470635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38" name="TextBox 26">
            <a:extLst>
              <a:ext uri="{FF2B5EF4-FFF2-40B4-BE49-F238E27FC236}">
                <a16:creationId xmlns:a16="http://schemas.microsoft.com/office/drawing/2014/main" id="{E6ADAADF-8503-4310-DFC6-6087A23BCF8F}"/>
              </a:ext>
            </a:extLst>
          </p:cNvPr>
          <p:cNvSpPr txBox="1"/>
          <p:nvPr/>
        </p:nvSpPr>
        <p:spPr>
          <a:xfrm>
            <a:off x="230902" y="9540532"/>
            <a:ext cx="7222979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¹ </a:t>
            </a:r>
            <a:r>
              <a:rPr err="1">
                <a:solidFill>
                  <a:schemeClr val="bg1"/>
                </a:solidFill>
              </a:rPr>
              <a:t>Terrenos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validados</a:t>
            </a:r>
            <a:r>
              <a:rPr>
                <a:solidFill>
                  <a:schemeClr val="bg1"/>
                </a:solidFill>
              </a:rPr>
              <a:t>. </a:t>
            </a:r>
            <a:r>
              <a:rPr lang="es-MX" b="1">
                <a:solidFill>
                  <a:schemeClr val="bg1"/>
                </a:solidFill>
              </a:rPr>
              <a:t>2 p</a:t>
            </a:r>
            <a:r>
              <a:rPr b="1" err="1">
                <a:solidFill>
                  <a:schemeClr val="bg1"/>
                </a:solidFill>
              </a:rPr>
              <a:t>ara</a:t>
            </a:r>
            <a:r>
              <a:rPr b="1">
                <a:solidFill>
                  <a:schemeClr val="bg1"/>
                </a:solidFill>
              </a:rPr>
              <a:t> </a:t>
            </a:r>
            <a:r>
              <a:rPr b="1" err="1">
                <a:solidFill>
                  <a:schemeClr val="bg1"/>
                </a:solidFill>
              </a:rPr>
              <a:t>entregar</a:t>
            </a:r>
            <a:r>
              <a:rPr b="1">
                <a:solidFill>
                  <a:schemeClr val="bg1"/>
                </a:solidFill>
              </a:rPr>
              <a:t> a SICT</a:t>
            </a:r>
            <a:r>
              <a:rPr lang="es-MX" b="1">
                <a:solidFill>
                  <a:schemeClr val="bg1"/>
                </a:solidFill>
              </a:rPr>
              <a:t>: </a:t>
            </a:r>
            <a:r>
              <a:rPr err="1">
                <a:solidFill>
                  <a:schemeClr val="bg1"/>
                </a:solidFill>
              </a:rPr>
              <a:t>Yecapixtla</a:t>
            </a:r>
            <a:r>
              <a:rPr>
                <a:solidFill>
                  <a:schemeClr val="bg1"/>
                </a:solidFill>
              </a:rPr>
              <a:t> y Cuautla</a:t>
            </a:r>
            <a:r>
              <a:rPr lang="es-MX">
                <a:solidFill>
                  <a:schemeClr val="bg1"/>
                </a:solidFill>
              </a:rPr>
              <a:t> y </a:t>
            </a:r>
            <a:r>
              <a:rPr lang="es-MX" b="1">
                <a:solidFill>
                  <a:schemeClr val="bg1"/>
                </a:solidFill>
              </a:rPr>
              <a:t>6 e</a:t>
            </a:r>
            <a:r>
              <a:rPr b="1">
                <a:solidFill>
                  <a:schemeClr val="bg1"/>
                </a:solidFill>
              </a:rPr>
              <a:t>n </a:t>
            </a:r>
            <a:r>
              <a:rPr b="1" err="1">
                <a:solidFill>
                  <a:schemeClr val="bg1"/>
                </a:solidFill>
              </a:rPr>
              <a:t>integración</a:t>
            </a:r>
            <a:r>
              <a:rPr b="1">
                <a:solidFill>
                  <a:schemeClr val="bg1"/>
                </a:solidFill>
              </a:rPr>
              <a:t> de </a:t>
            </a:r>
            <a:r>
              <a:rPr b="1" err="1">
                <a:solidFill>
                  <a:schemeClr val="bg1"/>
                </a:solidFill>
              </a:rPr>
              <a:t>expediente</a:t>
            </a:r>
            <a:r>
              <a:rPr b="1">
                <a:solidFill>
                  <a:schemeClr val="bg1"/>
                </a:solidFill>
              </a:rPr>
              <a:t> para </a:t>
            </a:r>
            <a:r>
              <a:rPr b="1" err="1">
                <a:solidFill>
                  <a:schemeClr val="bg1"/>
                </a:solidFill>
              </a:rPr>
              <a:t>donación</a:t>
            </a:r>
            <a:r>
              <a:rPr lang="es-MX">
                <a:solidFill>
                  <a:schemeClr val="bg1"/>
                </a:solidFill>
              </a:rPr>
              <a:t>: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Jojutla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Xochitepec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Jonacatepec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Yecapixtla</a:t>
            </a:r>
            <a:r>
              <a:rPr>
                <a:solidFill>
                  <a:schemeClr val="bg1"/>
                </a:solidFill>
              </a:rPr>
              <a:t>, Cuautla y </a:t>
            </a:r>
            <a:r>
              <a:rPr err="1">
                <a:solidFill>
                  <a:schemeClr val="bg1"/>
                </a:solidFill>
              </a:rPr>
              <a:t>Yautepec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3" name="Google Shape;394;p15">
            <a:extLst>
              <a:ext uri="{FF2B5EF4-FFF2-40B4-BE49-F238E27FC236}">
                <a16:creationId xmlns:a16="http://schemas.microsoft.com/office/drawing/2014/main" id="{0FF5EBED-F46A-6F84-4F09-912EAC22A7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1634005"/>
              </p:ext>
            </p:extLst>
          </p:nvPr>
        </p:nvGraphicFramePr>
        <p:xfrm>
          <a:off x="287700" y="1105209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396;p15">
            <a:extLst>
              <a:ext uri="{FF2B5EF4-FFF2-40B4-BE49-F238E27FC236}">
                <a16:creationId xmlns:a16="http://schemas.microsoft.com/office/drawing/2014/main" id="{32B14A33-E274-86F6-A1A3-EFA2C11AF5C4}"/>
              </a:ext>
            </a:extLst>
          </p:cNvPr>
          <p:cNvSpPr txBox="1"/>
          <p:nvPr/>
        </p:nvSpPr>
        <p:spPr>
          <a:xfrm>
            <a:off x="4031556" y="1055466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95;p15">
            <a:extLst>
              <a:ext uri="{FF2B5EF4-FFF2-40B4-BE49-F238E27FC236}">
                <a16:creationId xmlns:a16="http://schemas.microsoft.com/office/drawing/2014/main" id="{4FF9AAFF-3E00-6EB8-9379-8561C93982C4}"/>
              </a:ext>
            </a:extLst>
          </p:cNvPr>
          <p:cNvPicPr preferRelativeResize="0"/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83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9">
            <a:extLst>
              <a:ext uri="{FF2B5EF4-FFF2-40B4-BE49-F238E27FC236}">
                <a16:creationId xmlns:a16="http://schemas.microsoft.com/office/drawing/2014/main" id="{80D31687-3398-32C2-1B94-010802C29115}"/>
              </a:ext>
            </a:extLst>
          </p:cNvPr>
          <p:cNvSpPr txBox="1"/>
          <p:nvPr/>
        </p:nvSpPr>
        <p:spPr>
          <a:xfrm>
            <a:off x="0" y="1918464"/>
            <a:ext cx="17856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2" name="Imagen 11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511ADB60-DE36-2B7E-0235-2E04E83FC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750" y="2279682"/>
            <a:ext cx="872667" cy="849944"/>
          </a:xfrm>
          <a:prstGeom prst="rect">
            <a:avLst/>
          </a:prstGeom>
        </p:spPr>
      </p:pic>
      <p:sp>
        <p:nvSpPr>
          <p:cNvPr id="14" name="CuadroTexto 11">
            <a:extLst>
              <a:ext uri="{FF2B5EF4-FFF2-40B4-BE49-F238E27FC236}">
                <a16:creationId xmlns:a16="http://schemas.microsoft.com/office/drawing/2014/main" id="{8B10014A-16B2-FF1B-623F-AA3E909C3C03}"/>
              </a:ext>
            </a:extLst>
          </p:cNvPr>
          <p:cNvSpPr txBox="1"/>
          <p:nvPr/>
        </p:nvSpPr>
        <p:spPr>
          <a:xfrm>
            <a:off x="0" y="2406816"/>
            <a:ext cx="17856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7" name="Imagen 16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61438BF2-E171-5FF2-1704-B5FB8002A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343" y="3190703"/>
            <a:ext cx="872667" cy="849944"/>
          </a:xfrm>
          <a:prstGeom prst="rect">
            <a:avLst/>
          </a:prstGeom>
        </p:spPr>
      </p:pic>
      <p:sp>
        <p:nvSpPr>
          <p:cNvPr id="21" name="CuadroTexto 11">
            <a:extLst>
              <a:ext uri="{FF2B5EF4-FFF2-40B4-BE49-F238E27FC236}">
                <a16:creationId xmlns:a16="http://schemas.microsoft.com/office/drawing/2014/main" id="{FA604C6B-31B5-BBF8-816A-D983F144624C}"/>
              </a:ext>
            </a:extLst>
          </p:cNvPr>
          <p:cNvSpPr txBox="1"/>
          <p:nvPr/>
        </p:nvSpPr>
        <p:spPr>
          <a:xfrm>
            <a:off x="0" y="3317837"/>
            <a:ext cx="17856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CECI</a:t>
            </a:r>
          </a:p>
        </p:txBody>
      </p:sp>
      <p:graphicFrame>
        <p:nvGraphicFramePr>
          <p:cNvPr id="29" name="Table 11">
            <a:extLst>
              <a:ext uri="{FF2B5EF4-FFF2-40B4-BE49-F238E27FC236}">
                <a16:creationId xmlns:a16="http://schemas.microsoft.com/office/drawing/2014/main" id="{C3560D08-4452-AC4E-E3A7-6FB7151CC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704364"/>
              </p:ext>
            </p:extLst>
          </p:nvPr>
        </p:nvGraphicFramePr>
        <p:xfrm>
          <a:off x="1793400" y="3149731"/>
          <a:ext cx="5396400" cy="63921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21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$116.2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Table 12">
            <a:extLst>
              <a:ext uri="{FF2B5EF4-FFF2-40B4-BE49-F238E27FC236}">
                <a16:creationId xmlns:a16="http://schemas.microsoft.com/office/drawing/2014/main" id="{41039254-D4DA-0B33-D8CB-EDB82BD05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83230"/>
              </p:ext>
            </p:extLst>
          </p:nvPr>
        </p:nvGraphicFramePr>
        <p:xfrm>
          <a:off x="1793400" y="3960549"/>
          <a:ext cx="5396400" cy="75149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30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2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; 2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secadora</a:t>
                      </a:r>
                      <a:r>
                        <a:rPr sz="1000">
                          <a:latin typeface="Montserrat"/>
                        </a:rPr>
                        <a:t> y 2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aire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TextBox 13">
            <a:extLst>
              <a:ext uri="{FF2B5EF4-FFF2-40B4-BE49-F238E27FC236}">
                <a16:creationId xmlns:a16="http://schemas.microsoft.com/office/drawing/2014/main" id="{500357C8-40F5-80FE-7EDA-F91CF8C83BC5}"/>
              </a:ext>
            </a:extLst>
          </p:cNvPr>
          <p:cNvSpPr txBox="1"/>
          <p:nvPr/>
        </p:nvSpPr>
        <p:spPr>
          <a:xfrm>
            <a:off x="5781600" y="878409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2,605.8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  <p:graphicFrame>
        <p:nvGraphicFramePr>
          <p:cNvPr id="42" name="Tabla 41">
            <a:extLst>
              <a:ext uri="{FF2B5EF4-FFF2-40B4-BE49-F238E27FC236}">
                <a16:creationId xmlns:a16="http://schemas.microsoft.com/office/drawing/2014/main" id="{5D68C149-BB79-11A0-F541-71731A098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493431"/>
              </p:ext>
            </p:extLst>
          </p:nvPr>
        </p:nvGraphicFramePr>
        <p:xfrm>
          <a:off x="1785600" y="1952647"/>
          <a:ext cx="5396400" cy="1063603"/>
        </p:xfrm>
        <a:graphic>
          <a:graphicData uri="http://schemas.openxmlformats.org/drawingml/2006/table">
            <a:tbl>
              <a:tblPr/>
              <a:tblGrid>
                <a:gridCol w="4221500">
                  <a:extLst>
                    <a:ext uri="{9D8B030D-6E8A-4147-A177-3AD203B41FA5}">
                      <a16:colId xmlns:a16="http://schemas.microsoft.com/office/drawing/2014/main" val="2889947662"/>
                    </a:ext>
                  </a:extLst>
                </a:gridCol>
                <a:gridCol w="1174900">
                  <a:extLst>
                    <a:ext uri="{9D8B030D-6E8A-4147-A177-3AD203B41FA5}">
                      <a16:colId xmlns:a16="http://schemas.microsoft.com/office/drawing/2014/main" val="634250375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Obras de Infraestructura 2026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Monto (mdp)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17635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HGZ Yecapixtla 90 camas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$2,354.80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00771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 CECI: Yecapixtla (200 niños) y Cuautla (110 niños)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$104.60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683219"/>
                  </a:ext>
                </a:extLst>
              </a:tr>
              <a:tr h="2762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Subtotal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$2,459.40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383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>
            <p:extLst>
              <p:ext uri="{D42A27DB-BD31-4B8C-83A1-F6EECF244321}">
                <p14:modId xmlns:p14="http://schemas.microsoft.com/office/powerpoint/2010/main" val="1889122843"/>
              </p:ext>
            </p:extLst>
          </p:nvPr>
        </p:nvGraphicFramePr>
        <p:xfrm>
          <a:off x="287700" y="717452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2229117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3864635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216888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6B4AD6-7E08-37A4-21E2-44DFDA92F892}"/>
              </a:ext>
            </a:extLst>
          </p:cNvPr>
          <p:cNvSpPr txBox="1"/>
          <p:nvPr/>
        </p:nvSpPr>
        <p:spPr>
          <a:xfrm>
            <a:off x="2311200" y="4721550"/>
            <a:ext cx="5472655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Montserrat"/>
              </a:defRPr>
            </a:pPr>
            <a:r>
              <a:rPr lang="en-US" sz="900"/>
              <a:t>*</a:t>
            </a:r>
            <a:r>
              <a:rPr lang="en-US" sz="900" err="1"/>
              <a:t>Actualmente</a:t>
            </a:r>
            <a:r>
              <a:rPr lang="en-US" sz="900"/>
              <a:t> la Tienda IMSS-SNTSS se </a:t>
            </a:r>
            <a:r>
              <a:rPr lang="en-US" sz="900" err="1"/>
              <a:t>encuentra</a:t>
            </a:r>
            <a:r>
              <a:rPr lang="en-US" sz="900"/>
              <a:t> fuera de </a:t>
            </a:r>
            <a:r>
              <a:rPr lang="en-US" sz="900" err="1"/>
              <a:t>servicio</a:t>
            </a:r>
            <a:endParaRPr/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206399"/>
              </p:ext>
            </p:extLst>
          </p:nvPr>
        </p:nvGraphicFramePr>
        <p:xfrm>
          <a:off x="2311200" y="1205452"/>
          <a:ext cx="5032800" cy="881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27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3,574 </a:t>
                      </a:r>
                      <a:r>
                        <a:rPr sz="1000" b="1" err="1">
                          <a:latin typeface="Montserrat"/>
                        </a:rPr>
                        <a:t>inscritos</a:t>
                      </a:r>
                      <a:endParaRPr sz="1000" b="1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240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espera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284313"/>
              </p:ext>
            </p:extLst>
          </p:nvPr>
        </p:nvGraphicFramePr>
        <p:xfrm>
          <a:off x="2311200" y="2194352"/>
          <a:ext cx="5032800" cy="14886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548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9 Centros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 F. Velázquez, </a:t>
                      </a:r>
                      <a:r>
                        <a:rPr err="1"/>
                        <a:t>Jiutepec</a:t>
                      </a:r>
                      <a:r>
                        <a:t>, </a:t>
                      </a:r>
                      <a:r>
                        <a:rPr err="1"/>
                        <a:t>Yautepec</a:t>
                      </a:r>
                      <a:r>
                        <a:t>, </a:t>
                      </a:r>
                      <a:r>
                        <a:rPr err="1"/>
                        <a:t>Tlaltizapán</a:t>
                      </a:r>
                      <a:r>
                        <a:t>, Villa de Ayala, </a:t>
                      </a:r>
                      <a:r>
                        <a:rPr err="1"/>
                        <a:t>Tlaquiltenango</a:t>
                      </a:r>
                      <a:r>
                        <a:t>, Puente de Ixtla, </a:t>
                      </a:r>
                      <a:r>
                        <a:rPr err="1"/>
                        <a:t>Zacatepec</a:t>
                      </a:r>
                      <a:r>
                        <a:t> y </a:t>
                      </a:r>
                      <a:r>
                        <a:rPr err="1"/>
                        <a:t>Jojutla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Unidades Deportivas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 y Fidel Velázquez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311470"/>
              </p:ext>
            </p:extLst>
          </p:nvPr>
        </p:nvGraphicFramePr>
        <p:xfrm>
          <a:off x="2311200" y="3759652"/>
          <a:ext cx="5032800" cy="817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Vacacional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err="1"/>
                        <a:t>Oaxtepec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  <a:r>
                        <a:rPr lang="es-MX"/>
                        <a:t> *</a:t>
                      </a:r>
                      <a:endParaRPr/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29 Cuernavaca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70" name="Picture 469" descr="map_tipo2_17_m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2503" y="5065328"/>
            <a:ext cx="4258800" cy="4172130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27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279875" y="96264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</a:t>
            </a:r>
            <a:r>
              <a:rPr err="1"/>
              <a:t>Dirección</a:t>
            </a:r>
            <a:r>
              <a:t> de </a:t>
            </a:r>
            <a:r>
              <a:rPr err="1"/>
              <a:t>Prestaciones</a:t>
            </a:r>
            <a:r>
              <a:t> </a:t>
            </a:r>
            <a:r>
              <a:rPr err="1"/>
              <a:t>Económicas</a:t>
            </a:r>
            <a:r>
              <a:t> y </a:t>
            </a:r>
            <a:r>
              <a:rPr err="1"/>
              <a:t>Sociales</a:t>
            </a:r>
            <a:r>
              <a:t>, mayo de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062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Saint-Gobain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3,273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Morelos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7,959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2,962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del Estado de Morelos Licenciatura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-15.20%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-11.06%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-4.22%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-4.20%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+0.11%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+2.48%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+2.72%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+3.81%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+6.32%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188,011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25,659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185,098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24,361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215,454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1" y="2983275"/>
            <a:ext cx="1157162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C19A8202-565C-FBCD-162A-E62DCB62C714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463600" y="31915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$598.95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$338.43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$598.95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25.1%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$17,968.5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005810"/>
              </p:ext>
            </p:extLst>
          </p:nvPr>
        </p:nvGraphicFramePr>
        <p:xfrm>
          <a:off x="3007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419238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061703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721102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405902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031433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3699299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367165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026564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5685963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905228"/>
              </p:ext>
            </p:extLst>
          </p:nvPr>
        </p:nvGraphicFramePr>
        <p:xfrm>
          <a:off x="320400" y="6649200"/>
          <a:ext cx="7038000" cy="2569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del Estado de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$541.78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de Agua Potable y Saneamiento de Cuernavaca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$70.70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Operador de Agua Potable y Saneamiento del Municipio de Cuautla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Protector 53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$21.32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Holiday Labs México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Equipos</a:t>
                      </a:r>
                      <a:r>
                        <a:t> </a:t>
                      </a:r>
                      <a:r>
                        <a:rPr err="1"/>
                        <a:t>Médicos</a:t>
                      </a:r>
                      <a:r>
                        <a:t> Vizcarra SA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$10.94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  <p:sp>
        <p:nvSpPr>
          <p:cNvPr id="4" name="TextBox 514">
            <a:extLst>
              <a:ext uri="{FF2B5EF4-FFF2-40B4-BE49-F238E27FC236}">
                <a16:creationId xmlns:a16="http://schemas.microsoft.com/office/drawing/2014/main" id="{CDA2D4F7-1852-CCF4-1F08-87D4403FA13D}"/>
              </a:ext>
            </a:extLst>
          </p:cNvPr>
          <p:cNvSpPr txBox="1"/>
          <p:nvPr/>
        </p:nvSpPr>
        <p:spPr>
          <a:xfrm>
            <a:off x="447804" y="2232349"/>
            <a:ext cx="6638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 lang="es-MX">
                <a:solidFill>
                  <a:schemeClr val="tx1"/>
                </a:solidFill>
              </a:rPr>
              <a:t>: se utilizó como deflactor del salario el cociente del INPC entre diciembre 2018 (103.02) y preliminar de mayo  2026 (145.714) de 0.7069998.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23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revision>1</cp:revision>
  <cp:lastPrinted>2026-07-02T19:06:32Z</cp:lastPrinted>
  <dcterms:modified xsi:type="dcterms:W3CDTF">2026-07-03T21:33:36Z</dcterms:modified>
</cp:coreProperties>
</file>