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7.xml" ContentType="application/vnd.openxmlformats-officedocument.drawingml.chart+xml"/>
  <Override PartName="/ppt/notesSlides/notesSlide21.xml" ContentType="application/vnd.openxmlformats-officedocument.presentationml.notesSlide+xml"/>
  <Override PartName="/ppt/charts/chart8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89" r:id="rId3"/>
    <p:sldId id="258" r:id="rId4"/>
    <p:sldId id="259" r:id="rId5"/>
    <p:sldId id="260" r:id="rId6"/>
    <p:sldId id="303" r:id="rId7"/>
    <p:sldId id="261" r:id="rId8"/>
    <p:sldId id="304" r:id="rId9"/>
    <p:sldId id="287" r:id="rId10"/>
    <p:sldId id="262" r:id="rId11"/>
    <p:sldId id="305" r:id="rId12"/>
    <p:sldId id="306" r:id="rId13"/>
    <p:sldId id="301" r:id="rId14"/>
    <p:sldId id="280" r:id="rId15"/>
    <p:sldId id="308" r:id="rId16"/>
    <p:sldId id="267" r:id="rId17"/>
    <p:sldId id="298" r:id="rId18"/>
    <p:sldId id="311" r:id="rId19"/>
    <p:sldId id="312" r:id="rId20"/>
    <p:sldId id="313" r:id="rId21"/>
    <p:sldId id="314" r:id="rId22"/>
    <p:sldId id="315" r:id="rId23"/>
    <p:sldId id="316" r:id="rId24"/>
    <p:sldId id="281" r:id="rId25"/>
    <p:sldId id="317" r:id="rId26"/>
    <p:sldId id="318" r:id="rId27"/>
    <p:sldId id="288" r:id="rId28"/>
    <p:sldId id="270" r:id="rId29"/>
    <p:sldId id="271" r:id="rId30"/>
    <p:sldId id="272" r:id="rId31"/>
    <p:sldId id="302" r:id="rId32"/>
    <p:sldId id="297" r:id="rId33"/>
    <p:sldId id="284" r:id="rId34"/>
    <p:sldId id="299" r:id="rId35"/>
    <p:sldId id="277" r:id="rId36"/>
    <p:sldId id="278" r:id="rId37"/>
    <p:sldId id="279" r:id="rId38"/>
  </p:sldIdLst>
  <p:sldSz cx="7772400" cy="10058400"/>
  <p:notesSz cx="6858000" cy="9144000"/>
  <p:embeddedFontLs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Noto Sans" panose="020B0502040504020204" pitchFamily="34" charset="0"/>
      <p:regular r:id="rId44"/>
      <p:bold r:id="rId45"/>
      <p:italic r:id="rId46"/>
      <p:boldItalic r:id="rId47"/>
    </p:embeddedFont>
    <p:embeddedFont>
      <p:font typeface="Noto Sans Black" panose="020B0604020202020204" charset="0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194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274" y="-174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Sales Armendariz" userId="184e57a0-798c-4631-a9c3-d4f65b615685" providerId="ADAL" clId="{DF796C4C-B7E6-49EF-A623-003113919E54}"/>
    <pc:docChg chg="undo custSel delSld modSld">
      <pc:chgData name="Daniela Sales Armendariz" userId="184e57a0-798c-4631-a9c3-d4f65b615685" providerId="ADAL" clId="{DF796C4C-B7E6-49EF-A623-003113919E54}" dt="2026-07-06T18:55:13.779" v="2295" actId="20577"/>
      <pc:docMkLst>
        <pc:docMk/>
      </pc:docMkLst>
      <pc:sldChg chg="modSp mod">
        <pc:chgData name="Daniela Sales Armendariz" userId="184e57a0-798c-4631-a9c3-d4f65b615685" providerId="ADAL" clId="{DF796C4C-B7E6-49EF-A623-003113919E54}" dt="2026-06-29T16:07:55.155" v="14" actId="1076"/>
        <pc:sldMkLst>
          <pc:docMk/>
          <pc:sldMk cId="0" sldId="258"/>
        </pc:sldMkLst>
        <pc:spChg chg="mod">
          <ac:chgData name="Daniela Sales Armendariz" userId="184e57a0-798c-4631-a9c3-d4f65b615685" providerId="ADAL" clId="{DF796C4C-B7E6-49EF-A623-003113919E54}" dt="2026-06-29T16:07:12.743" v="3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07:31.438" v="8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07:24.430" v="6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07:48.912" v="12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07:55.155" v="14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07:08.645" v="2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07:00.470" v="0" actId="1076"/>
          <ac:spMkLst>
            <pc:docMk/>
            <pc:sldMk cId="0" sldId="258"/>
            <ac:spMk id="129" creationId="{00000000-0000-0000-0000-000000000000}"/>
          </ac:spMkLst>
        </pc:spChg>
        <pc:picChg chg="mod">
          <ac:chgData name="Daniela Sales Armendariz" userId="184e57a0-798c-4631-a9c3-d4f65b615685" providerId="ADAL" clId="{DF796C4C-B7E6-49EF-A623-003113919E54}" dt="2026-06-29T16:07:27.564" v="7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9T16:07:52.164" v="13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aniela Sales Armendariz" userId="184e57a0-798c-4631-a9c3-d4f65b615685" providerId="ADAL" clId="{DF796C4C-B7E6-49EF-A623-003113919E54}" dt="2026-06-29T16:07:04.253" v="1" actId="1076"/>
          <ac:picMkLst>
            <pc:docMk/>
            <pc:sldMk cId="0" sldId="258"/>
            <ac:picMk id="128" creationId="{00000000-0000-0000-0000-000000000000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7:43:58.754" v="1893" actId="20577"/>
        <pc:sldMkLst>
          <pc:docMk/>
          <pc:sldMk cId="0" sldId="259"/>
        </pc:sldMkLst>
        <pc:spChg chg="mod">
          <ac:chgData name="Daniela Sales Armendariz" userId="184e57a0-798c-4631-a9c3-d4f65b615685" providerId="ADAL" clId="{DF796C4C-B7E6-49EF-A623-003113919E54}" dt="2026-06-29T16:44:00.540" v="1890" actId="20577"/>
          <ac:spMkLst>
            <pc:docMk/>
            <pc:sldMk cId="0" sldId="259"/>
            <ac:spMk id="138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6-29T17:43:58.754" v="1893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9T16:09:20.342" v="70" actId="14100"/>
          <ac:picMkLst>
            <pc:docMk/>
            <pc:sldMk cId="0" sldId="259"/>
            <ac:picMk id="134" creationId="{00000000-0000-0000-0000-000000000000}"/>
          </ac:picMkLst>
        </pc:picChg>
      </pc:sldChg>
      <pc:sldChg chg="modSp mod">
        <pc:chgData name="Daniela Sales Armendariz" userId="184e57a0-798c-4631-a9c3-d4f65b615685" providerId="ADAL" clId="{DF796C4C-B7E6-49EF-A623-003113919E54}" dt="2026-07-01T23:44:23.302" v="1900" actId="20577"/>
        <pc:sldMkLst>
          <pc:docMk/>
          <pc:sldMk cId="0" sldId="260"/>
        </pc:sldMkLst>
        <pc:spChg chg="mod">
          <ac:chgData name="Daniela Sales Armendariz" userId="184e57a0-798c-4631-a9c3-d4f65b615685" providerId="ADAL" clId="{DF796C4C-B7E6-49EF-A623-003113919E54}" dt="2026-07-01T23:44:23.302" v="1900" actId="20577"/>
          <ac:spMkLst>
            <pc:docMk/>
            <pc:sldMk cId="0" sldId="260"/>
            <ac:spMk id="9" creationId="{CB94C34A-F5BD-16FB-C523-148B92639C40}"/>
          </ac:spMkLst>
        </pc:spChg>
        <pc:spChg chg="mod">
          <ac:chgData name="Daniela Sales Armendariz" userId="184e57a0-798c-4631-a9c3-d4f65b615685" providerId="ADAL" clId="{DF796C4C-B7E6-49EF-A623-003113919E54}" dt="2026-06-29T16:09:53.471" v="79" actId="20577"/>
          <ac:spMkLst>
            <pc:docMk/>
            <pc:sldMk cId="0" sldId="260"/>
            <ac:spMk id="15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9T17:40:21.018" v="1891" actId="20577"/>
        <pc:sldMkLst>
          <pc:docMk/>
          <pc:sldMk cId="0" sldId="261"/>
        </pc:sldMkLst>
        <pc:spChg chg="mod">
          <ac:chgData name="Daniela Sales Armendariz" userId="184e57a0-798c-4631-a9c3-d4f65b615685" providerId="ADAL" clId="{DF796C4C-B7E6-49EF-A623-003113919E54}" dt="2026-06-29T17:40:21.018" v="1891" actId="20577"/>
          <ac:spMkLst>
            <pc:docMk/>
            <pc:sldMk cId="0" sldId="261"/>
            <ac:spMk id="156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6-29T16:13:26.488" v="130" actId="20577"/>
          <ac:graphicFrameMkLst>
            <pc:docMk/>
            <pc:sldMk cId="0" sldId="261"/>
            <ac:graphicFrameMk id="152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6:14:35.990" v="152" actId="20577"/>
        <pc:sldMkLst>
          <pc:docMk/>
          <pc:sldMk cId="0" sldId="262"/>
        </pc:sldMkLst>
        <pc:spChg chg="mod">
          <ac:chgData name="Daniela Sales Armendariz" userId="184e57a0-798c-4631-a9c3-d4f65b615685" providerId="ADAL" clId="{DF796C4C-B7E6-49EF-A623-003113919E54}" dt="2026-06-29T16:14:35.990" v="152" actId="20577"/>
          <ac:spMkLst>
            <pc:docMk/>
            <pc:sldMk cId="0" sldId="262"/>
            <ac:spMk id="4" creationId="{00000000-0000-0000-0000-000000000000}"/>
          </ac:spMkLst>
        </pc:spChg>
        <pc:cxnChg chg="mod">
          <ac:chgData name="Daniela Sales Armendariz" userId="184e57a0-798c-4631-a9c3-d4f65b615685" providerId="ADAL" clId="{DF796C4C-B7E6-49EF-A623-003113919E54}" dt="2026-06-29T16:14:29.187" v="143" actId="1076"/>
          <ac:cxnSpMkLst>
            <pc:docMk/>
            <pc:sldMk cId="0" sldId="262"/>
            <ac:cxnSpMk id="7" creationId="{00000000-0000-0000-0000-000000000000}"/>
          </ac:cxnSpMkLst>
        </pc:cxnChg>
      </pc:sldChg>
      <pc:sldChg chg="addSp modSp mod">
        <pc:chgData name="Daniela Sales Armendariz" userId="184e57a0-798c-4631-a9c3-d4f65b615685" providerId="ADAL" clId="{DF796C4C-B7E6-49EF-A623-003113919E54}" dt="2026-06-29T16:20:30.782" v="409" actId="1076"/>
        <pc:sldMkLst>
          <pc:docMk/>
          <pc:sldMk cId="0" sldId="267"/>
        </pc:sldMkLst>
        <pc:spChg chg="add mod">
          <ac:chgData name="Daniela Sales Armendariz" userId="184e57a0-798c-4631-a9c3-d4f65b615685" providerId="ADAL" clId="{DF796C4C-B7E6-49EF-A623-003113919E54}" dt="2026-06-29T16:19:46.937" v="403" actId="1076"/>
          <ac:spMkLst>
            <pc:docMk/>
            <pc:sldMk cId="0" sldId="267"/>
            <ac:spMk id="6" creationId="{A6B6376F-E360-6487-D402-A7E298FF8C1E}"/>
          </ac:spMkLst>
        </pc:spChg>
        <pc:spChg chg="add mod">
          <ac:chgData name="Daniela Sales Armendariz" userId="184e57a0-798c-4631-a9c3-d4f65b615685" providerId="ADAL" clId="{DF796C4C-B7E6-49EF-A623-003113919E54}" dt="2026-06-29T16:20:14.360" v="407" actId="1076"/>
          <ac:spMkLst>
            <pc:docMk/>
            <pc:sldMk cId="0" sldId="267"/>
            <ac:spMk id="10" creationId="{EA3751C6-6818-CE37-D1BA-BC97E63DC92D}"/>
          </ac:spMkLst>
        </pc:spChg>
        <pc:spChg chg="add mod">
          <ac:chgData name="Daniela Sales Armendariz" userId="184e57a0-798c-4631-a9c3-d4f65b615685" providerId="ADAL" clId="{DF796C4C-B7E6-49EF-A623-003113919E54}" dt="2026-06-29T16:20:30.782" v="409" actId="1076"/>
          <ac:spMkLst>
            <pc:docMk/>
            <pc:sldMk cId="0" sldId="267"/>
            <ac:spMk id="12" creationId="{665CB1C3-1EC4-37CF-7321-7A798986E583}"/>
          </ac:spMkLst>
        </pc:spChg>
        <pc:graphicFrameChg chg="mod modGraphic">
          <ac:chgData name="Daniela Sales Armendariz" userId="184e57a0-798c-4631-a9c3-d4f65b615685" providerId="ADAL" clId="{DF796C4C-B7E6-49EF-A623-003113919E54}" dt="2026-06-29T16:19:05.008" v="396" actId="1037"/>
          <ac:graphicFrameMkLst>
            <pc:docMk/>
            <pc:sldMk cId="0" sldId="267"/>
            <ac:graphicFrameMk id="2" creationId="{8F6EB33F-E309-1A34-28D2-5561B9784DD6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9T16:19:31.179" v="401" actId="1076"/>
          <ac:graphicFrameMkLst>
            <pc:docMk/>
            <pc:sldMk cId="0" sldId="267"/>
            <ac:graphicFrameMk id="4" creationId="{E0220B9B-1315-43E0-C353-B809C0474A90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9T16:20:04.678" v="405" actId="1076"/>
          <ac:graphicFrameMkLst>
            <pc:docMk/>
            <pc:sldMk cId="0" sldId="267"/>
            <ac:graphicFrameMk id="8" creationId="{5AA3CB0D-F81A-5665-A684-9488DADB00A2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9T16:18:51.596" v="348" actId="1036"/>
          <ac:graphicFrameMkLst>
            <pc:docMk/>
            <pc:sldMk cId="0" sldId="267"/>
            <ac:graphicFrameMk id="233" creationId="{00000000-0000-0000-0000-000000000000}"/>
          </ac:graphicFrameMkLst>
        </pc:graphicFrameChg>
      </pc:sldChg>
      <pc:sldChg chg="addSp delSp modSp mod">
        <pc:chgData name="Daniela Sales Armendariz" userId="184e57a0-798c-4631-a9c3-d4f65b615685" providerId="ADAL" clId="{DF796C4C-B7E6-49EF-A623-003113919E54}" dt="2026-07-02T17:02:07.345" v="2103" actId="1036"/>
        <pc:sldMkLst>
          <pc:docMk/>
          <pc:sldMk cId="0" sldId="277"/>
        </pc:sldMkLst>
        <pc:graphicFrameChg chg="mod modGraphic">
          <ac:chgData name="Daniela Sales Armendariz" userId="184e57a0-798c-4631-a9c3-d4f65b615685" providerId="ADAL" clId="{DF796C4C-B7E6-49EF-A623-003113919E54}" dt="2026-07-02T17:01:59.621" v="2093" actId="1035"/>
          <ac:graphicFrameMkLst>
            <pc:docMk/>
            <pc:sldMk cId="0" sldId="277"/>
            <ac:graphicFrameMk id="467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7-02T17:02:07.345" v="2103" actId="1036"/>
          <ac:graphicFrameMkLst>
            <pc:docMk/>
            <pc:sldMk cId="0" sldId="277"/>
            <ac:graphicFrameMk id="468" creationId="{00000000-0000-0000-0000-000000000000}"/>
          </ac:graphicFrameMkLst>
        </pc:graphicFrameChg>
        <pc:picChg chg="add mod">
          <ac:chgData name="Daniela Sales Armendariz" userId="184e57a0-798c-4631-a9c3-d4f65b615685" providerId="ADAL" clId="{DF796C4C-B7E6-49EF-A623-003113919E54}" dt="2026-06-29T16:39:14.832" v="1862" actId="1036"/>
          <ac:picMkLst>
            <pc:docMk/>
            <pc:sldMk cId="0" sldId="277"/>
            <ac:picMk id="3" creationId="{11EF2C35-70D5-2C3E-5AA4-12BB2E2A7DF4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6:40:18.692" v="1885" actId="207"/>
        <pc:sldMkLst>
          <pc:docMk/>
          <pc:sldMk cId="0" sldId="279"/>
        </pc:sldMkLst>
        <pc:spChg chg="mod">
          <ac:chgData name="Daniela Sales Armendariz" userId="184e57a0-798c-4631-a9c3-d4f65b615685" providerId="ADAL" clId="{DF796C4C-B7E6-49EF-A623-003113919E54}" dt="2026-06-29T16:40:18.692" v="1885" actId="207"/>
          <ac:spMkLst>
            <pc:docMk/>
            <pc:sldMk cId="0" sldId="279"/>
            <ac:spMk id="515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9T16:40:04.510" v="1884" actId="1036"/>
          <ac:graphicFrameMkLst>
            <pc:docMk/>
            <pc:sldMk cId="0" sldId="279"/>
            <ac:graphicFrameMk id="503" creationId="{00000000-0000-0000-0000-000000000000}"/>
          </ac:graphicFrameMkLst>
        </pc:graphicFrameChg>
      </pc:sldChg>
      <pc:sldChg chg="addSp delSp modSp mod">
        <pc:chgData name="Daniela Sales Armendariz" userId="184e57a0-798c-4631-a9c3-d4f65b615685" providerId="ADAL" clId="{DF796C4C-B7E6-49EF-A623-003113919E54}" dt="2026-06-29T16:18:12.811" v="325" actId="20577"/>
        <pc:sldMkLst>
          <pc:docMk/>
          <pc:sldMk cId="540716406" sldId="280"/>
        </pc:sldMkLst>
        <pc:spChg chg="add mod">
          <ac:chgData name="Daniela Sales Armendariz" userId="184e57a0-798c-4631-a9c3-d4f65b615685" providerId="ADAL" clId="{DF796C4C-B7E6-49EF-A623-003113919E54}" dt="2026-06-29T16:18:12.811" v="325" actId="20577"/>
          <ac:spMkLst>
            <pc:docMk/>
            <pc:sldMk cId="540716406" sldId="280"/>
            <ac:spMk id="6" creationId="{824AB30F-AA7A-E791-FA3B-78467F2F142F}"/>
          </ac:spMkLst>
        </pc:spChg>
        <pc:spChg chg="mod">
          <ac:chgData name="Daniela Sales Armendariz" userId="184e57a0-798c-4631-a9c3-d4f65b615685" providerId="ADAL" clId="{DF796C4C-B7E6-49EF-A623-003113919E54}" dt="2026-06-29T16:16:51.197" v="298" actId="1035"/>
          <ac:spMkLst>
            <pc:docMk/>
            <pc:sldMk cId="540716406" sldId="280"/>
            <ac:spMk id="234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9T16:16:49.044" v="294" actId="1035"/>
          <ac:graphicFrameMkLst>
            <pc:docMk/>
            <pc:sldMk cId="540716406" sldId="280"/>
            <ac:graphicFrameMk id="2" creationId="{87E7CA8D-3E2D-9B89-A1CE-90FE5B577518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9T16:17:17.213" v="305" actId="14734"/>
          <ac:graphicFrameMkLst>
            <pc:docMk/>
            <pc:sldMk cId="540716406" sldId="280"/>
            <ac:graphicFrameMk id="236" creationId="{00000000-0000-0000-0000-000000000000}"/>
          </ac:graphicFrameMkLst>
        </pc:graphicFrameChg>
        <pc:cxnChg chg="mod">
          <ac:chgData name="Daniela Sales Armendariz" userId="184e57a0-798c-4631-a9c3-d4f65b615685" providerId="ADAL" clId="{DF796C4C-B7E6-49EF-A623-003113919E54}" dt="2026-06-29T16:17:22.301" v="306" actId="1076"/>
          <ac:cxnSpMkLst>
            <pc:docMk/>
            <pc:sldMk cId="540716406" sldId="280"/>
            <ac:cxnSpMk id="233" creationId="{00000000-0000-0000-0000-000000000000}"/>
          </ac:cxnSpMkLst>
        </pc:cxnChg>
      </pc:sldChg>
      <pc:sldChg chg="modSp mod">
        <pc:chgData name="Daniela Sales Armendariz" userId="184e57a0-798c-4631-a9c3-d4f65b615685" providerId="ADAL" clId="{DF796C4C-B7E6-49EF-A623-003113919E54}" dt="2026-06-29T16:23:18.462" v="587" actId="20577"/>
        <pc:sldMkLst>
          <pc:docMk/>
          <pc:sldMk cId="3828482411" sldId="281"/>
        </pc:sldMkLst>
        <pc:spChg chg="mod">
          <ac:chgData name="Daniela Sales Armendariz" userId="184e57a0-798c-4631-a9c3-d4f65b615685" providerId="ADAL" clId="{DF796C4C-B7E6-49EF-A623-003113919E54}" dt="2026-06-29T16:23:18.462" v="587" actId="20577"/>
          <ac:spMkLst>
            <pc:docMk/>
            <pc:sldMk cId="3828482411" sldId="281"/>
            <ac:spMk id="3" creationId="{00000000-0000-0000-0000-000000000000}"/>
          </ac:spMkLst>
        </pc:spChg>
      </pc:sldChg>
      <pc:sldChg chg="addSp modSp mod">
        <pc:chgData name="Daniela Sales Armendariz" userId="184e57a0-798c-4631-a9c3-d4f65b615685" providerId="ADAL" clId="{DF796C4C-B7E6-49EF-A623-003113919E54}" dt="2026-06-29T16:32:03.820" v="1466" actId="1036"/>
        <pc:sldMkLst>
          <pc:docMk/>
          <pc:sldMk cId="364733940" sldId="284"/>
        </pc:sldMkLst>
        <pc:graphicFrameChg chg="add mod">
          <ac:chgData name="Daniela Sales Armendariz" userId="184e57a0-798c-4631-a9c3-d4f65b615685" providerId="ADAL" clId="{DF796C4C-B7E6-49EF-A623-003113919E54}" dt="2026-06-29T16:31:45.120" v="1402" actId="1036"/>
          <ac:graphicFrameMkLst>
            <pc:docMk/>
            <pc:sldMk cId="364733940" sldId="284"/>
            <ac:graphicFrameMk id="6" creationId="{8890985C-8D0E-781A-A98E-B968FEB3B6FE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9T16:31:01.646" v="1249" actId="1035"/>
          <ac:graphicFrameMkLst>
            <pc:docMk/>
            <pc:sldMk cId="364733940" sldId="284"/>
            <ac:graphicFrameMk id="9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9T16:31:08.257" v="1272" actId="1035"/>
          <ac:graphicFrameMkLst>
            <pc:docMk/>
            <pc:sldMk cId="364733940" sldId="284"/>
            <ac:graphicFrameMk id="10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9T16:31:15.211" v="1291" actId="1035"/>
          <ac:graphicFrameMkLst>
            <pc:docMk/>
            <pc:sldMk cId="364733940" sldId="284"/>
            <ac:graphicFrameMk id="11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9T16:31:21.380" v="1310" actId="1035"/>
          <ac:graphicFrameMkLst>
            <pc:docMk/>
            <pc:sldMk cId="364733940" sldId="284"/>
            <ac:graphicFrameMk id="12" creationId="{00000000-0000-0000-0000-000000000000}"/>
          </ac:graphicFrameMkLst>
        </pc:graphicFrameChg>
        <pc:graphicFrameChg chg="add mod">
          <ac:chgData name="Daniela Sales Armendariz" userId="184e57a0-798c-4631-a9c3-d4f65b615685" providerId="ADAL" clId="{DF796C4C-B7E6-49EF-A623-003113919E54}" dt="2026-06-29T16:32:03.820" v="1466" actId="1036"/>
          <ac:graphicFrameMkLst>
            <pc:docMk/>
            <pc:sldMk cId="364733940" sldId="284"/>
            <ac:graphicFrameMk id="15" creationId="{5264D9E1-671A-847F-134C-5420C9E01844}"/>
          </ac:graphicFrameMkLst>
        </pc:graphicFrameChg>
        <pc:picChg chg="mod">
          <ac:chgData name="Daniela Sales Armendariz" userId="184e57a0-798c-4631-a9c3-d4f65b615685" providerId="ADAL" clId="{DF796C4C-B7E6-49EF-A623-003113919E54}" dt="2026-06-29T16:31:32.375" v="1342" actId="14100"/>
          <ac:picMkLst>
            <pc:docMk/>
            <pc:sldMk cId="364733940" sldId="284"/>
            <ac:picMk id="4" creationId="{FE9F19A0-5DD1-96D0-3C1E-78B566D11B39}"/>
          </ac:picMkLst>
        </pc:picChg>
      </pc:sldChg>
      <pc:sldChg chg="modSp mod">
        <pc:chgData name="Daniela Sales Armendariz" userId="184e57a0-798c-4631-a9c3-d4f65b615685" providerId="ADAL" clId="{DF796C4C-B7E6-49EF-A623-003113919E54}" dt="2026-06-29T16:25:45.589" v="738" actId="1038"/>
        <pc:sldMkLst>
          <pc:docMk/>
          <pc:sldMk cId="3805655920" sldId="288"/>
        </pc:sldMkLst>
        <pc:spChg chg="mod">
          <ac:chgData name="Daniela Sales Armendariz" userId="184e57a0-798c-4631-a9c3-d4f65b615685" providerId="ADAL" clId="{DF796C4C-B7E6-49EF-A623-003113919E54}" dt="2026-06-29T16:24:36.896" v="639" actId="1037"/>
          <ac:spMkLst>
            <pc:docMk/>
            <pc:sldMk cId="3805655920" sldId="288"/>
            <ac:spMk id="7" creationId="{94DD9A03-B71B-E027-ED63-59A73B7B1E33}"/>
          </ac:spMkLst>
        </pc:spChg>
        <pc:spChg chg="mod">
          <ac:chgData name="Daniela Sales Armendariz" userId="184e57a0-798c-4631-a9c3-d4f65b615685" providerId="ADAL" clId="{DF796C4C-B7E6-49EF-A623-003113919E54}" dt="2026-06-29T16:25:45.589" v="738" actId="1038"/>
          <ac:spMkLst>
            <pc:docMk/>
            <pc:sldMk cId="3805655920" sldId="288"/>
            <ac:spMk id="8" creationId="{7BCA1985-A027-2793-3598-1AE3AB077DFF}"/>
          </ac:spMkLst>
        </pc:spChg>
        <pc:spChg chg="mod">
          <ac:chgData name="Daniela Sales Armendariz" userId="184e57a0-798c-4631-a9c3-d4f65b615685" providerId="ADAL" clId="{DF796C4C-B7E6-49EF-A623-003113919E54}" dt="2026-06-29T16:25:31.395" v="707" actId="1038"/>
          <ac:spMkLst>
            <pc:docMk/>
            <pc:sldMk cId="3805655920" sldId="288"/>
            <ac:spMk id="9" creationId="{07DE558E-4843-0AA7-A575-D0CEC30F6304}"/>
          </ac:spMkLst>
        </pc:spChg>
        <pc:spChg chg="mod">
          <ac:chgData name="Daniela Sales Armendariz" userId="184e57a0-798c-4631-a9c3-d4f65b615685" providerId="ADAL" clId="{DF796C4C-B7E6-49EF-A623-003113919E54}" dt="2026-06-29T16:25:01.935" v="668" actId="1036"/>
          <ac:spMkLst>
            <pc:docMk/>
            <pc:sldMk cId="3805655920" sldId="288"/>
            <ac:spMk id="11" creationId="{73F8B87D-22F3-A21D-1835-7702996934B5}"/>
          </ac:spMkLst>
        </pc:spChg>
        <pc:graphicFrameChg chg="mod modGraphic">
          <ac:chgData name="Daniela Sales Armendariz" userId="184e57a0-798c-4631-a9c3-d4f65b615685" providerId="ADAL" clId="{DF796C4C-B7E6-49EF-A623-003113919E54}" dt="2026-06-29T16:24:28.071" v="623" actId="14734"/>
          <ac:graphicFrameMkLst>
            <pc:docMk/>
            <pc:sldMk cId="3805655920" sldId="288"/>
            <ac:graphicFrameMk id="16" creationId="{5BC2AA5C-1018-0C1A-1CFD-C50A6372187D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6-29T16:25:39.789" v="720" actId="1037"/>
          <ac:graphicFrameMkLst>
            <pc:docMk/>
            <pc:sldMk cId="3805655920" sldId="288"/>
            <ac:graphicFrameMk id="17" creationId="{F08077AF-2E75-750F-4590-FDEDF31AB29A}"/>
          </ac:graphicFrameMkLst>
        </pc:graphicFrameChg>
        <pc:picChg chg="mod">
          <ac:chgData name="Daniela Sales Armendariz" userId="184e57a0-798c-4631-a9c3-d4f65b615685" providerId="ADAL" clId="{DF796C4C-B7E6-49EF-A623-003113919E54}" dt="2026-06-29T16:25:25.623" v="697" actId="1038"/>
          <ac:picMkLst>
            <pc:docMk/>
            <pc:sldMk cId="3805655920" sldId="288"/>
            <ac:picMk id="14" creationId="{78FC2929-50B6-F71C-CD23-9EFEF0D268F7}"/>
          </ac:picMkLst>
        </pc:picChg>
      </pc:sldChg>
      <pc:sldChg chg="modSp mod">
        <pc:chgData name="Daniela Sales Armendariz" userId="184e57a0-798c-4631-a9c3-d4f65b615685" providerId="ADAL" clId="{DF796C4C-B7E6-49EF-A623-003113919E54}" dt="2026-07-06T18:55:13.779" v="2295" actId="20577"/>
        <pc:sldMkLst>
          <pc:docMk/>
          <pc:sldMk cId="3240565764" sldId="297"/>
        </pc:sldMkLst>
        <pc:spChg chg="mod">
          <ac:chgData name="Daniela Sales Armendariz" userId="184e57a0-798c-4631-a9c3-d4f65b615685" providerId="ADAL" clId="{DF796C4C-B7E6-49EF-A623-003113919E54}" dt="2026-07-02T19:07:30.611" v="2135" actId="20577"/>
          <ac:spMkLst>
            <pc:docMk/>
            <pc:sldMk cId="3240565764" sldId="297"/>
            <ac:spMk id="12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7-02T16:30:25.759" v="2069" actId="14100"/>
          <ac:graphicFrameMkLst>
            <pc:docMk/>
            <pc:sldMk cId="3240565764" sldId="297"/>
            <ac:graphicFrameMk id="8" creationId="{00000000-0000-0000-0000-000000000000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6T18:55:13.779" v="2295" actId="20577"/>
          <ac:graphicFrameMkLst>
            <pc:docMk/>
            <pc:sldMk cId="3240565764" sldId="297"/>
            <ac:graphicFrameMk id="9" creationId="{00000000-0000-0000-0000-000000000000}"/>
          </ac:graphicFrameMkLst>
        </pc:graphicFrameChg>
        <pc:graphicFrameChg chg="modGraphic">
          <ac:chgData name="Daniela Sales Armendariz" userId="184e57a0-798c-4631-a9c3-d4f65b615685" providerId="ADAL" clId="{DF796C4C-B7E6-49EF-A623-003113919E54}" dt="2026-07-02T16:27:21.827" v="1990" actId="14734"/>
          <ac:graphicFrameMkLst>
            <pc:docMk/>
            <pc:sldMk cId="3240565764" sldId="297"/>
            <ac:graphicFrameMk id="10" creationId="{00000000-0000-0000-0000-000000000000}"/>
          </ac:graphicFrameMkLst>
        </pc:graphicFrameChg>
      </pc:sldChg>
      <pc:sldChg chg="delSp modSp mod">
        <pc:chgData name="Daniela Sales Armendariz" userId="184e57a0-798c-4631-a9c3-d4f65b615685" providerId="ADAL" clId="{DF796C4C-B7E6-49EF-A623-003113919E54}" dt="2026-07-02T00:18:28.750" v="1921" actId="20577"/>
        <pc:sldMkLst>
          <pc:docMk/>
          <pc:sldMk cId="30077326" sldId="299"/>
        </pc:sldMkLst>
        <pc:spChg chg="mod">
          <ac:chgData name="Daniela Sales Armendariz" userId="184e57a0-798c-4631-a9c3-d4f65b615685" providerId="ADAL" clId="{DF796C4C-B7E6-49EF-A623-003113919E54}" dt="2026-06-29T16:32:20.950" v="1545" actId="1035"/>
          <ac:spMkLst>
            <pc:docMk/>
            <pc:sldMk cId="30077326" sldId="299"/>
            <ac:spMk id="6" creationId="{1CFCE444-12DD-D109-A796-7924C33A5D14}"/>
          </ac:spMkLst>
        </pc:spChg>
        <pc:spChg chg="mod">
          <ac:chgData name="Daniela Sales Armendariz" userId="184e57a0-798c-4631-a9c3-d4f65b615685" providerId="ADAL" clId="{DF796C4C-B7E6-49EF-A623-003113919E54}" dt="2026-06-29T16:32:38.695" v="1683" actId="1036"/>
          <ac:spMkLst>
            <pc:docMk/>
            <pc:sldMk cId="30077326" sldId="299"/>
            <ac:spMk id="9" creationId="{7A6658D4-29D8-8663-D2C5-74863CD96596}"/>
          </ac:spMkLst>
        </pc:spChg>
        <pc:spChg chg="mod">
          <ac:chgData name="Daniela Sales Armendariz" userId="184e57a0-798c-4631-a9c3-d4f65b615685" providerId="ADAL" clId="{DF796C4C-B7E6-49EF-A623-003113919E54}" dt="2026-06-29T16:32:45.541" v="1747" actId="1035"/>
          <ac:spMkLst>
            <pc:docMk/>
            <pc:sldMk cId="30077326" sldId="299"/>
            <ac:spMk id="11" creationId="{C2E1F9A0-4911-B1FF-D485-66518A66B9A6}"/>
          </ac:spMkLst>
        </pc:spChg>
        <pc:spChg chg="mod">
          <ac:chgData name="Daniela Sales Armendariz" userId="184e57a0-798c-4631-a9c3-d4f65b615685" providerId="ADAL" clId="{DF796C4C-B7E6-49EF-A623-003113919E54}" dt="2026-06-29T16:36:47.508" v="1846" actId="1035"/>
          <ac:spMkLst>
            <pc:docMk/>
            <pc:sldMk cId="30077326" sldId="299"/>
            <ac:spMk id="12" creationId="{6C0AF4EA-FBE1-4238-8146-A4C96C7D760B}"/>
          </ac:spMkLst>
        </pc:spChg>
        <pc:spChg chg="mod">
          <ac:chgData name="Daniela Sales Armendariz" userId="184e57a0-798c-4631-a9c3-d4f65b615685" providerId="ADAL" clId="{DF796C4C-B7E6-49EF-A623-003113919E54}" dt="2026-06-29T16:32:33.451" v="1640" actId="1035"/>
          <ac:spMkLst>
            <pc:docMk/>
            <pc:sldMk cId="30077326" sldId="299"/>
            <ac:spMk id="2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32:43.083" v="1715" actId="1035"/>
          <ac:spMkLst>
            <pc:docMk/>
            <pc:sldMk cId="30077326" sldId="299"/>
            <ac:spMk id="2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35:23.730" v="1789" actId="20577"/>
          <ac:spMkLst>
            <pc:docMk/>
            <pc:sldMk cId="30077326" sldId="299"/>
            <ac:spMk id="25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9T16:32:16.920" v="1509" actId="1035"/>
          <ac:graphicFrameMkLst>
            <pc:docMk/>
            <pc:sldMk cId="30077326" sldId="299"/>
            <ac:graphicFrameMk id="4" creationId="{74EA239F-AD11-6BB6-2B07-15FDA93930A1}"/>
          </ac:graphicFrameMkLst>
        </pc:graphicFrameChg>
        <pc:graphicFrameChg chg="mod modGraphic">
          <ac:chgData name="Daniela Sales Armendariz" userId="184e57a0-798c-4631-a9c3-d4f65b615685" providerId="ADAL" clId="{DF796C4C-B7E6-49EF-A623-003113919E54}" dt="2026-07-02T00:18:28.750" v="1921" actId="20577"/>
          <ac:graphicFrameMkLst>
            <pc:docMk/>
            <pc:sldMk cId="30077326" sldId="299"/>
            <ac:graphicFrameMk id="22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9T16:32:29.450" v="1598" actId="1035"/>
          <ac:picMkLst>
            <pc:docMk/>
            <pc:sldMk cId="30077326" sldId="299"/>
            <ac:picMk id="7" creationId="{5BD5C9B2-AB8A-FA14-D2D6-EBEB470169FF}"/>
          </ac:picMkLst>
        </pc:picChg>
      </pc:sldChg>
      <pc:sldChg chg="modSp mod">
        <pc:chgData name="Daniela Sales Armendariz" userId="184e57a0-798c-4631-a9c3-d4f65b615685" providerId="ADAL" clId="{DF796C4C-B7E6-49EF-A623-003113919E54}" dt="2026-07-02T19:50:32.171" v="2293" actId="20577"/>
        <pc:sldMkLst>
          <pc:docMk/>
          <pc:sldMk cId="1993487481" sldId="302"/>
        </pc:sldMkLst>
        <pc:spChg chg="mod">
          <ac:chgData name="Daniela Sales Armendariz" userId="184e57a0-798c-4631-a9c3-d4f65b615685" providerId="ADAL" clId="{DF796C4C-B7E6-49EF-A623-003113919E54}" dt="2026-06-29T16:27:13.219" v="914" actId="1036"/>
          <ac:spMkLst>
            <pc:docMk/>
            <pc:sldMk cId="1993487481" sldId="302"/>
            <ac:spMk id="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27:06.747" v="902" actId="1036"/>
          <ac:spMkLst>
            <pc:docMk/>
            <pc:sldMk cId="1993487481" sldId="302"/>
            <ac:spMk id="4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26:51.624" v="848" actId="1036"/>
          <ac:spMkLst>
            <pc:docMk/>
            <pc:sldMk cId="1993487481" sldId="302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26:29.840" v="747" actId="20577"/>
          <ac:spMkLst>
            <pc:docMk/>
            <pc:sldMk cId="1993487481" sldId="302"/>
            <ac:spMk id="10" creationId="{00000000-0000-0000-0000-000000000000}"/>
          </ac:spMkLst>
        </pc:spChg>
        <pc:graphicFrameChg chg="mod modGraphic">
          <ac:chgData name="Daniela Sales Armendariz" userId="184e57a0-798c-4631-a9c3-d4f65b615685" providerId="ADAL" clId="{DF796C4C-B7E6-49EF-A623-003113919E54}" dt="2026-07-02T19:50:32.171" v="2293" actId="20577"/>
          <ac:graphicFrameMkLst>
            <pc:docMk/>
            <pc:sldMk cId="1993487481" sldId="302"/>
            <ac:graphicFrameMk id="9" creationId="{00000000-0000-0000-0000-000000000000}"/>
          </ac:graphicFrameMkLst>
        </pc:graphicFrameChg>
        <pc:picChg chg="mod">
          <ac:chgData name="Daniela Sales Armendariz" userId="184e57a0-798c-4631-a9c3-d4f65b615685" providerId="ADAL" clId="{DF796C4C-B7E6-49EF-A623-003113919E54}" dt="2026-06-29T16:26:55.230" v="867" actId="1036"/>
          <ac:picMkLst>
            <pc:docMk/>
            <pc:sldMk cId="1993487481" sldId="302"/>
            <ac:picMk id="6" creationId="{00000000-0000-0000-0000-000000000000}"/>
          </ac:picMkLst>
        </pc:picChg>
        <pc:cxnChg chg="mod">
          <ac:chgData name="Daniela Sales Armendariz" userId="184e57a0-798c-4631-a9c3-d4f65b615685" providerId="ADAL" clId="{DF796C4C-B7E6-49EF-A623-003113919E54}" dt="2026-06-29T16:26:59.390" v="882" actId="1036"/>
          <ac:cxnSpMkLst>
            <pc:docMk/>
            <pc:sldMk cId="1993487481" sldId="302"/>
            <ac:cxnSpMk id="5" creationId="{00000000-0000-0000-0000-000000000000}"/>
          </ac:cxnSpMkLst>
        </pc:cxnChg>
        <pc:cxnChg chg="mod">
          <ac:chgData name="Daniela Sales Armendariz" userId="184e57a0-798c-4631-a9c3-d4f65b615685" providerId="ADAL" clId="{DF796C4C-B7E6-49EF-A623-003113919E54}" dt="2026-06-29T16:26:45.408" v="807" actId="1036"/>
          <ac:cxnSpMkLst>
            <pc:docMk/>
            <pc:sldMk cId="1993487481" sldId="302"/>
            <ac:cxnSpMk id="8" creationId="{00000000-0000-0000-0000-000000000000}"/>
          </ac:cxnSpMkLst>
        </pc:cxnChg>
      </pc:sldChg>
      <pc:sldChg chg="modSp mod">
        <pc:chgData name="Daniela Sales Armendariz" userId="184e57a0-798c-4631-a9c3-d4f65b615685" providerId="ADAL" clId="{DF796C4C-B7E6-49EF-A623-003113919E54}" dt="2026-06-29T18:07:25.305" v="1899" actId="20577"/>
        <pc:sldMkLst>
          <pc:docMk/>
          <pc:sldMk cId="0" sldId="303"/>
        </pc:sldMkLst>
        <pc:spChg chg="mod">
          <ac:chgData name="Daniela Sales Armendariz" userId="184e57a0-798c-4631-a9c3-d4f65b615685" providerId="ADAL" clId="{DF796C4C-B7E6-49EF-A623-003113919E54}" dt="2026-06-29T16:10:02.074" v="84" actId="20577"/>
          <ac:spMkLst>
            <pc:docMk/>
            <pc:sldMk cId="0" sldId="303"/>
            <ac:spMk id="7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6-29T18:07:25.305" v="1899" actId="20577"/>
          <ac:graphicFrameMkLst>
            <pc:docMk/>
            <pc:sldMk cId="0" sldId="303"/>
            <ac:graphicFrameMk id="5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6:13:34.674" v="139" actId="20577"/>
        <pc:sldMkLst>
          <pc:docMk/>
          <pc:sldMk cId="0" sldId="304"/>
        </pc:sldMkLst>
        <pc:spChg chg="mod">
          <ac:chgData name="Daniela Sales Armendariz" userId="184e57a0-798c-4631-a9c3-d4f65b615685" providerId="ADAL" clId="{DF796C4C-B7E6-49EF-A623-003113919E54}" dt="2026-06-29T16:13:34.674" v="139" actId="20577"/>
          <ac:spMkLst>
            <pc:docMk/>
            <pc:sldMk cId="0" sldId="304"/>
            <ac:spMk id="3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13:07.785" v="121" actId="20577"/>
          <ac:spMkLst>
            <pc:docMk/>
            <pc:sldMk cId="0" sldId="304"/>
            <ac:spMk id="7" creationId="{00000000-0000-0000-0000-000000000000}"/>
          </ac:spMkLst>
        </pc:spChg>
        <pc:spChg chg="mod">
          <ac:chgData name="Daniela Sales Armendariz" userId="184e57a0-798c-4631-a9c3-d4f65b615685" providerId="ADAL" clId="{DF796C4C-B7E6-49EF-A623-003113919E54}" dt="2026-06-29T16:13:00.565" v="114" actId="20577"/>
          <ac:spMkLst>
            <pc:docMk/>
            <pc:sldMk cId="0" sldId="304"/>
            <ac:spMk id="21" creationId="{87505E72-02DE-D5F1-2AF3-0D555DD1EAB3}"/>
          </ac:spMkLst>
        </pc:spChg>
      </pc:sldChg>
      <pc:sldChg chg="modSp mod">
        <pc:chgData name="Daniela Sales Armendariz" userId="184e57a0-798c-4631-a9c3-d4f65b615685" providerId="ADAL" clId="{DF796C4C-B7E6-49EF-A623-003113919E54}" dt="2026-06-29T16:14:43.700" v="161" actId="20577"/>
        <pc:sldMkLst>
          <pc:docMk/>
          <pc:sldMk cId="0" sldId="305"/>
        </pc:sldMkLst>
        <pc:spChg chg="mod">
          <ac:chgData name="Daniela Sales Armendariz" userId="184e57a0-798c-4631-a9c3-d4f65b615685" providerId="ADAL" clId="{DF796C4C-B7E6-49EF-A623-003113919E54}" dt="2026-06-29T16:14:43.700" v="161" actId="20577"/>
          <ac:spMkLst>
            <pc:docMk/>
            <pc:sldMk cId="0" sldId="305"/>
            <ac:spMk id="4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9T16:14:51.955" v="170" actId="20577"/>
        <pc:sldMkLst>
          <pc:docMk/>
          <pc:sldMk cId="0" sldId="306"/>
        </pc:sldMkLst>
        <pc:spChg chg="mod">
          <ac:chgData name="Daniela Sales Armendariz" userId="184e57a0-798c-4631-a9c3-d4f65b615685" providerId="ADAL" clId="{DF796C4C-B7E6-49EF-A623-003113919E54}" dt="2026-06-29T16:14:51.955" v="170" actId="20577"/>
          <ac:spMkLst>
            <pc:docMk/>
            <pc:sldMk cId="0" sldId="306"/>
            <ac:spMk id="4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9T16:17:59.850" v="319" actId="1036"/>
        <pc:sldMkLst>
          <pc:docMk/>
          <pc:sldMk cId="0" sldId="308"/>
        </pc:sldMkLst>
        <pc:spChg chg="mod">
          <ac:chgData name="Daniela Sales Armendariz" userId="184e57a0-798c-4631-a9c3-d4f65b615685" providerId="ADAL" clId="{DF796C4C-B7E6-49EF-A623-003113919E54}" dt="2026-06-29T16:17:59.850" v="319" actId="1036"/>
          <ac:spMkLst>
            <pc:docMk/>
            <pc:sldMk cId="0" sldId="308"/>
            <ac:spMk id="3" creationId="{00000000-0000-0000-0000-000000000000}"/>
          </ac:spMkLst>
        </pc:spChg>
        <pc:graphicFrameChg chg="modGraphic">
          <ac:chgData name="Daniela Sales Armendariz" userId="184e57a0-798c-4631-a9c3-d4f65b615685" providerId="ADAL" clId="{DF796C4C-B7E6-49EF-A623-003113919E54}" dt="2026-06-29T16:16:47.142" v="292" actId="14100"/>
          <ac:graphicFrameMkLst>
            <pc:docMk/>
            <pc:sldMk cId="0" sldId="308"/>
            <ac:graphicFrameMk id="7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6:21:44.823" v="511" actId="1036"/>
        <pc:sldMkLst>
          <pc:docMk/>
          <pc:sldMk cId="0" sldId="312"/>
        </pc:sldMkLst>
        <pc:graphicFrameChg chg="mod">
          <ac:chgData name="Daniela Sales Armendariz" userId="184e57a0-798c-4631-a9c3-d4f65b615685" providerId="ADAL" clId="{DF796C4C-B7E6-49EF-A623-003113919E54}" dt="2026-06-29T16:21:44.823" v="511" actId="1036"/>
          <ac:graphicFrameMkLst>
            <pc:docMk/>
            <pc:sldMk cId="0" sldId="312"/>
            <ac:graphicFrameMk id="7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9T16:21:38.021" v="504" actId="1036"/>
          <ac:graphicFrameMkLst>
            <pc:docMk/>
            <pc:sldMk cId="0" sldId="312"/>
            <ac:graphicFrameMk id="10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6:22:46.390" v="578" actId="1035"/>
        <pc:sldMkLst>
          <pc:docMk/>
          <pc:sldMk cId="0" sldId="316"/>
        </pc:sldMkLst>
        <pc:spChg chg="mod">
          <ac:chgData name="Daniela Sales Armendariz" userId="184e57a0-798c-4631-a9c3-d4f65b615685" providerId="ADAL" clId="{DF796C4C-B7E6-49EF-A623-003113919E54}" dt="2026-06-29T16:22:21.748" v="513" actId="1076"/>
          <ac:spMkLst>
            <pc:docMk/>
            <pc:sldMk cId="0" sldId="316"/>
            <ac:spMk id="9" creationId="{00000000-0000-0000-0000-000000000000}"/>
          </ac:spMkLst>
        </pc:spChg>
        <pc:graphicFrameChg chg="mod">
          <ac:chgData name="Daniela Sales Armendariz" userId="184e57a0-798c-4631-a9c3-d4f65b615685" providerId="ADAL" clId="{DF796C4C-B7E6-49EF-A623-003113919E54}" dt="2026-06-29T16:22:28.780" v="534" actId="1036"/>
          <ac:graphicFrameMkLst>
            <pc:docMk/>
            <pc:sldMk cId="0" sldId="316"/>
            <ac:graphicFrameMk id="7" creationId="{00000000-0000-0000-0000-000000000000}"/>
          </ac:graphicFrameMkLst>
        </pc:graphicFrameChg>
        <pc:graphicFrameChg chg="mod">
          <ac:chgData name="Daniela Sales Armendariz" userId="184e57a0-798c-4631-a9c3-d4f65b615685" providerId="ADAL" clId="{DF796C4C-B7E6-49EF-A623-003113919E54}" dt="2026-06-29T16:22:46.390" v="578" actId="1035"/>
          <ac:graphicFrameMkLst>
            <pc:docMk/>
            <pc:sldMk cId="0" sldId="316"/>
            <ac:graphicFrameMk id="8" creationId="{00000000-0000-0000-0000-000000000000}"/>
          </ac:graphicFrameMkLst>
        </pc:graphicFrameChg>
      </pc:sldChg>
      <pc:sldChg chg="modSp mod">
        <pc:chgData name="Daniela Sales Armendariz" userId="184e57a0-798c-4631-a9c3-d4f65b615685" providerId="ADAL" clId="{DF796C4C-B7E6-49EF-A623-003113919E54}" dt="2026-06-29T16:23:26.577" v="596" actId="20577"/>
        <pc:sldMkLst>
          <pc:docMk/>
          <pc:sldMk cId="0" sldId="317"/>
        </pc:sldMkLst>
        <pc:spChg chg="mod">
          <ac:chgData name="Daniela Sales Armendariz" userId="184e57a0-798c-4631-a9c3-d4f65b615685" providerId="ADAL" clId="{DF796C4C-B7E6-49EF-A623-003113919E54}" dt="2026-06-29T16:23:26.577" v="596" actId="20577"/>
          <ac:spMkLst>
            <pc:docMk/>
            <pc:sldMk cId="0" sldId="317"/>
            <ac:spMk id="3" creationId="{00000000-0000-0000-0000-000000000000}"/>
          </ac:spMkLst>
        </pc:spChg>
      </pc:sldChg>
      <pc:sldChg chg="modSp mod">
        <pc:chgData name="Daniela Sales Armendariz" userId="184e57a0-798c-4631-a9c3-d4f65b615685" providerId="ADAL" clId="{DF796C4C-B7E6-49EF-A623-003113919E54}" dt="2026-06-29T16:23:34.230" v="605" actId="20577"/>
        <pc:sldMkLst>
          <pc:docMk/>
          <pc:sldMk cId="0" sldId="318"/>
        </pc:sldMkLst>
        <pc:spChg chg="mod">
          <ac:chgData name="Daniela Sales Armendariz" userId="184e57a0-798c-4631-a9c3-d4f65b615685" providerId="ADAL" clId="{DF796C4C-B7E6-49EF-A623-003113919E54}" dt="2026-06-29T16:23:34.230" v="605" actId="20577"/>
          <ac:spMkLst>
            <pc:docMk/>
            <pc:sldMk cId="0" sldId="318"/>
            <ac:spMk id="3" creationId="{00000000-0000-0000-0000-000000000000}"/>
          </ac:spMkLst>
        </pc:spChg>
      </pc:sldChg>
    </pc:docChg>
  </pc:docChgLst>
  <pc:docChgLst>
    <pc:chgData name="Laura Patricia Galvan Chavez" userId="S::laura.galvan@imss.gob.mx::6b13af50-ce8b-483e-8fc4-f994efaf3289" providerId="AD" clId="Web-{4B437D18-B3A4-9711-D756-04416C196165}"/>
    <pc:docChg chg="modSld">
      <pc:chgData name="Laura Patricia Galvan Chavez" userId="S::laura.galvan@imss.gob.mx::6b13af50-ce8b-483e-8fc4-f994efaf3289" providerId="AD" clId="Web-{4B437D18-B3A4-9711-D756-04416C196165}" dt="2026-06-23T20:03:13.537" v="29" actId="20577"/>
      <pc:docMkLst>
        <pc:docMk/>
      </pc:docMkLst>
      <pc:sldChg chg="modSp">
        <pc:chgData name="Laura Patricia Galvan Chavez" userId="S::laura.galvan@imss.gob.mx::6b13af50-ce8b-483e-8fc4-f994efaf3289" providerId="AD" clId="Web-{4B437D18-B3A4-9711-D756-04416C196165}" dt="2026-06-23T20:03:13.537" v="29" actId="20577"/>
        <pc:sldMkLst>
          <pc:docMk/>
          <pc:sldMk cId="0" sldId="260"/>
        </pc:sldMkLst>
        <pc:spChg chg="mod">
          <ac:chgData name="Laura Patricia Galvan Chavez" userId="S::laura.galvan@imss.gob.mx::6b13af50-ce8b-483e-8fc4-f994efaf3289" providerId="AD" clId="Web-{4B437D18-B3A4-9711-D756-04416C196165}" dt="2026-06-23T20:03:13.537" v="29" actId="20577"/>
          <ac:spMkLst>
            <pc:docMk/>
            <pc:sldMk cId="0" sldId="260"/>
            <ac:spMk id="9" creationId="{CB94C34A-F5BD-16FB-C523-148B92639C40}"/>
          </ac:spMkLst>
        </pc:spChg>
        <pc:graphicFrameChg chg="mod modGraphic">
          <ac:chgData name="Laura Patricia Galvan Chavez" userId="S::laura.galvan@imss.gob.mx::6b13af50-ce8b-483e-8fc4-f994efaf3289" providerId="AD" clId="Web-{4B437D18-B3A4-9711-D756-04416C196165}" dt="2026-06-23T20:01:45.974" v="23"/>
          <ac:graphicFrameMkLst>
            <pc:docMk/>
            <pc:sldMk cId="0" sldId="260"/>
            <ac:graphicFrameMk id="6" creationId="{A75A6BA6-1AD0-365F-2E99-8B28F7AD55A2}"/>
          </ac:graphicFrameMkLst>
        </pc:graphicFrameChg>
      </pc:sldChg>
    </pc:docChg>
  </pc:docChgLst>
  <pc:docChgLst>
    <pc:chgData name="Laura Patricia Galvan Chavez" userId="S::laura.galvan@imss.gob.mx::6b13af50-ce8b-483e-8fc4-f994efaf3289" providerId="AD" clId="Web-{46722595-1B52-C3ED-CCD3-CD100E3BBE59}"/>
    <pc:docChg chg="modSld">
      <pc:chgData name="Laura Patricia Galvan Chavez" userId="S::laura.galvan@imss.gob.mx::6b13af50-ce8b-483e-8fc4-f994efaf3289" providerId="AD" clId="Web-{46722595-1B52-C3ED-CCD3-CD100E3BBE59}" dt="2026-06-23T22:56:12.029" v="8" actId="1076"/>
      <pc:docMkLst>
        <pc:docMk/>
      </pc:docMkLst>
      <pc:sldChg chg="addSp delSp modSp">
        <pc:chgData name="Laura Patricia Galvan Chavez" userId="S::laura.galvan@imss.gob.mx::6b13af50-ce8b-483e-8fc4-f994efaf3289" providerId="AD" clId="Web-{46722595-1B52-C3ED-CCD3-CD100E3BBE59}" dt="2026-06-23T22:56:12.029" v="8" actId="1076"/>
        <pc:sldMkLst>
          <pc:docMk/>
          <pc:sldMk cId="364733940" sldId="284"/>
        </pc:sldMkLst>
        <pc:picChg chg="add mod">
          <ac:chgData name="Laura Patricia Galvan Chavez" userId="S::laura.galvan@imss.gob.mx::6b13af50-ce8b-483e-8fc4-f994efaf3289" providerId="AD" clId="Web-{46722595-1B52-C3ED-CCD3-CD100E3BBE59}" dt="2026-06-23T22:56:12.029" v="8" actId="1076"/>
          <ac:picMkLst>
            <pc:docMk/>
            <pc:sldMk cId="364733940" sldId="284"/>
            <ac:picMk id="4" creationId="{FE9F19A0-5DD1-96D0-3C1E-78B566D11B39}"/>
          </ac:picMkLst>
        </pc:picChg>
      </pc:sldChg>
      <pc:sldChg chg="modSp">
        <pc:chgData name="Laura Patricia Galvan Chavez" userId="S::laura.galvan@imss.gob.mx::6b13af50-ce8b-483e-8fc4-f994efaf3289" providerId="AD" clId="Web-{46722595-1B52-C3ED-CCD3-CD100E3BBE59}" dt="2026-06-23T22:55:10.997" v="3" actId="1076"/>
        <pc:sldMkLst>
          <pc:docMk/>
          <pc:sldMk cId="3240565764" sldId="297"/>
        </pc:sldMkLst>
        <pc:picChg chg="mod modCrop">
          <ac:chgData name="Laura Patricia Galvan Chavez" userId="S::laura.galvan@imss.gob.mx::6b13af50-ce8b-483e-8fc4-f994efaf3289" providerId="AD" clId="Web-{46722595-1B52-C3ED-CCD3-CD100E3BBE59}" dt="2026-06-23T22:55:10.997" v="3" actId="1076"/>
          <ac:picMkLst>
            <pc:docMk/>
            <pc:sldMk cId="3240565764" sldId="297"/>
            <ac:picMk id="3" creationId="{A449E935-506B-5438-7138-805AB9A8192A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undo custSel delSld modSld">
      <pc:chgData name="Laura Patricia Galvan Chavez" userId="6b13af50-ce8b-483e-8fc4-f994efaf3289" providerId="ADAL" clId="{655D084B-7DF1-4C24-9447-417D7DC498B8}" dt="2026-07-02T19:50:25.226" v="398" actId="20577"/>
      <pc:docMkLst>
        <pc:docMk/>
      </pc:docMkLst>
      <pc:sldChg chg="modSp mod">
        <pc:chgData name="Laura Patricia Galvan Chavez" userId="6b13af50-ce8b-483e-8fc4-f994efaf3289" providerId="ADAL" clId="{655D084B-7DF1-4C24-9447-417D7DC498B8}" dt="2026-06-26T18:27:57.534" v="150" actId="20577"/>
        <pc:sldMkLst>
          <pc:docMk/>
          <pc:sldMk cId="0" sldId="256"/>
        </pc:sldMkLst>
        <pc:spChg chg="mod">
          <ac:chgData name="Laura Patricia Galvan Chavez" userId="6b13af50-ce8b-483e-8fc4-f994efaf3289" providerId="ADAL" clId="{655D084B-7DF1-4C24-9447-417D7DC498B8}" dt="2026-06-26T18:27:57.534" v="150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5T22:41:12.227" v="25" actId="1076"/>
        <pc:sldMkLst>
          <pc:docMk/>
          <pc:sldMk cId="0" sldId="258"/>
        </pc:sldMkLst>
        <pc:spChg chg="mod">
          <ac:chgData name="Laura Patricia Galvan Chavez" userId="6b13af50-ce8b-483e-8fc4-f994efaf3289" providerId="ADAL" clId="{655D084B-7DF1-4C24-9447-417D7DC498B8}" dt="2026-06-25T22:41:12.227" v="25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41:12.227" v="25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39:38.956" v="12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39:47.683" v="13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38:32.611" v="4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38:32.611" v="4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40:49.555" v="23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41:01.339" v="24" actId="1076"/>
          <ac:spMkLst>
            <pc:docMk/>
            <pc:sldMk cId="0" sldId="258"/>
            <ac:spMk id="129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5T22:36:50.246" v="0"/>
          <ac:graphicFrameMkLst>
            <pc:docMk/>
            <pc:sldMk cId="0" sldId="258"/>
            <ac:graphicFrameMk id="117" creationId="{00000000-0000-0000-0000-000000000000}"/>
          </ac:graphicFrameMkLst>
        </pc:graphicFrameChg>
        <pc:picChg chg="mod">
          <ac:chgData name="Laura Patricia Galvan Chavez" userId="6b13af50-ce8b-483e-8fc4-f994efaf3289" providerId="ADAL" clId="{655D084B-7DF1-4C24-9447-417D7DC498B8}" dt="2026-06-25T22:41:12.227" v="25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2:39:32.459" v="11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2:38:32.611" v="4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6-25T22:40:29.778" v="20" actId="1076"/>
          <ac:picMkLst>
            <pc:docMk/>
            <pc:sldMk cId="0" sldId="258"/>
            <ac:picMk id="128" creationId="{00000000-0000-0000-0000-000000000000}"/>
          </ac:picMkLst>
        </pc:picChg>
        <pc:cxnChg chg="mod">
          <ac:chgData name="Laura Patricia Galvan Chavez" userId="6b13af50-ce8b-483e-8fc4-f994efaf3289" providerId="ADAL" clId="{655D084B-7DF1-4C24-9447-417D7DC498B8}" dt="2026-06-25T22:40:39.091" v="21" actId="1076"/>
          <ac:cxnSpMkLst>
            <pc:docMk/>
            <pc:sldMk cId="0" sldId="258"/>
            <ac:cxnSpMk id="115" creationId="{00000000-0000-0000-0000-000000000000}"/>
          </ac:cxnSpMkLst>
        </pc:cxnChg>
      </pc:sldChg>
      <pc:sldChg chg="modSp mod">
        <pc:chgData name="Laura Patricia Galvan Chavez" userId="6b13af50-ce8b-483e-8fc4-f994efaf3289" providerId="ADAL" clId="{655D084B-7DF1-4C24-9447-417D7DC498B8}" dt="2026-07-02T19:35:55.263" v="392" actId="20577"/>
        <pc:sldMkLst>
          <pc:docMk/>
          <pc:sldMk cId="0" sldId="259"/>
        </pc:sldMkLst>
        <pc:graphicFrameChg chg="modGraphic">
          <ac:chgData name="Laura Patricia Galvan Chavez" userId="6b13af50-ce8b-483e-8fc4-f994efaf3289" providerId="ADAL" clId="{655D084B-7DF1-4C24-9447-417D7DC498B8}" dt="2026-07-02T19:35:55.263" v="392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2:47:50.537" v="39" actId="20577"/>
        <pc:sldMkLst>
          <pc:docMk/>
          <pc:sldMk cId="0" sldId="260"/>
        </pc:sldMkLst>
        <pc:spChg chg="mod">
          <ac:chgData name="Laura Patricia Galvan Chavez" userId="6b13af50-ce8b-483e-8fc4-f994efaf3289" providerId="ADAL" clId="{655D084B-7DF1-4C24-9447-417D7DC498B8}" dt="2026-06-25T22:47:50.537" v="39" actId="20577"/>
          <ac:spMkLst>
            <pc:docMk/>
            <pc:sldMk cId="0" sldId="260"/>
            <ac:spMk id="9" creationId="{CB94C34A-F5BD-16FB-C523-148B92639C40}"/>
          </ac:spMkLst>
        </pc:spChg>
      </pc:sldChg>
      <pc:sldChg chg="delSp modSp mod">
        <pc:chgData name="Laura Patricia Galvan Chavez" userId="6b13af50-ce8b-483e-8fc4-f994efaf3289" providerId="ADAL" clId="{655D084B-7DF1-4C24-9447-417D7DC498B8}" dt="2026-06-25T22:49:53.050" v="45" actId="14100"/>
        <pc:sldMkLst>
          <pc:docMk/>
          <pc:sldMk cId="0" sldId="261"/>
        </pc:sldMkLst>
        <pc:graphicFrameChg chg="mod modGraphic">
          <ac:chgData name="Laura Patricia Galvan Chavez" userId="6b13af50-ce8b-483e-8fc4-f994efaf3289" providerId="ADAL" clId="{655D084B-7DF1-4C24-9447-417D7DC498B8}" dt="2026-06-25T22:49:53.050" v="45" actId="14100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2:50:46.869" v="50" actId="14100"/>
        <pc:sldMkLst>
          <pc:docMk/>
          <pc:sldMk cId="0" sldId="262"/>
        </pc:sldMkLst>
        <pc:graphicFrameChg chg="modGraphic">
          <ac:chgData name="Laura Patricia Galvan Chavez" userId="6b13af50-ce8b-483e-8fc4-f994efaf3289" providerId="ADAL" clId="{655D084B-7DF1-4C24-9447-417D7DC498B8}" dt="2026-06-25T22:50:46.869" v="50" actId="14100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addSp modSp mod">
        <pc:chgData name="Laura Patricia Galvan Chavez" userId="6b13af50-ce8b-483e-8fc4-f994efaf3289" providerId="ADAL" clId="{655D084B-7DF1-4C24-9447-417D7DC498B8}" dt="2026-06-25T22:58:02.518" v="80" actId="1076"/>
        <pc:sldMkLst>
          <pc:docMk/>
          <pc:sldMk cId="0" sldId="267"/>
        </pc:sldMkLst>
        <pc:graphicFrameChg chg="add mod modGraphic">
          <ac:chgData name="Laura Patricia Galvan Chavez" userId="6b13af50-ce8b-483e-8fc4-f994efaf3289" providerId="ADAL" clId="{655D084B-7DF1-4C24-9447-417D7DC498B8}" dt="2026-06-25T22:58:02.518" v="80" actId="1076"/>
          <ac:graphicFrameMkLst>
            <pc:docMk/>
            <pc:sldMk cId="0" sldId="267"/>
            <ac:graphicFrameMk id="2" creationId="{8F6EB33F-E309-1A34-28D2-5561B9784DD6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2:58:02.518" v="80" actId="1076"/>
          <ac:graphicFrameMkLst>
            <pc:docMk/>
            <pc:sldMk cId="0" sldId="267"/>
            <ac:graphicFrameMk id="233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33:45.324" v="390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8:33:45.324" v="390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addSp modSp mod">
        <pc:chgData name="Laura Patricia Galvan Chavez" userId="6b13af50-ce8b-483e-8fc4-f994efaf3289" providerId="ADAL" clId="{655D084B-7DF1-4C24-9447-417D7DC498B8}" dt="2026-06-25T22:55:25.774" v="65" actId="207"/>
        <pc:sldMkLst>
          <pc:docMk/>
          <pc:sldMk cId="540716406" sldId="280"/>
        </pc:sldMkLst>
        <pc:graphicFrameChg chg="add mod modGraphic">
          <ac:chgData name="Laura Patricia Galvan Chavez" userId="6b13af50-ce8b-483e-8fc4-f994efaf3289" providerId="ADAL" clId="{655D084B-7DF1-4C24-9447-417D7DC498B8}" dt="2026-06-25T22:55:25.774" v="65" actId="207"/>
          <ac:graphicFrameMkLst>
            <pc:docMk/>
            <pc:sldMk cId="540716406" sldId="280"/>
            <ac:graphicFrameMk id="2" creationId="{87E7CA8D-3E2D-9B89-A1CE-90FE5B577518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19:50:25.226" v="398" actId="20577"/>
        <pc:sldMkLst>
          <pc:docMk/>
          <pc:sldMk cId="364733940" sldId="284"/>
        </pc:sldMkLst>
        <pc:graphicFrameChg chg="modGraphic">
          <ac:chgData name="Laura Patricia Galvan Chavez" userId="6b13af50-ce8b-483e-8fc4-f994efaf3289" providerId="ADAL" clId="{655D084B-7DF1-4C24-9447-417D7DC498B8}" dt="2026-07-02T19:50:25.226" v="398" actId="20577"/>
          <ac:graphicFrameMkLst>
            <pc:docMk/>
            <pc:sldMk cId="364733940" sldId="284"/>
            <ac:graphicFrameMk id="6" creationId="{8890985C-8D0E-781A-A98E-B968FEB3B6FE}"/>
          </ac:graphicFrameMkLst>
        </pc:graphicFrameChg>
      </pc:sldChg>
      <pc:sldChg chg="addSp delSp modSp mod">
        <pc:chgData name="Laura Patricia Galvan Chavez" userId="6b13af50-ce8b-483e-8fc4-f994efaf3289" providerId="ADAL" clId="{655D084B-7DF1-4C24-9447-417D7DC498B8}" dt="2026-06-26T20:20:47.127" v="380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6T20:13:30.765" v="261" actId="1076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Laura Patricia Galvan Chavez" userId="6b13af50-ce8b-483e-8fc4-f994efaf3289" providerId="ADAL" clId="{655D084B-7DF1-4C24-9447-417D7DC498B8}" dt="2026-06-26T20:20:40.768" v="379" actId="1076"/>
          <ac:spMkLst>
            <pc:docMk/>
            <pc:sldMk cId="3805655920" sldId="288"/>
            <ac:spMk id="7" creationId="{94DD9A03-B71B-E027-ED63-59A73B7B1E33}"/>
          </ac:spMkLst>
        </pc:spChg>
        <pc:spChg chg="add mod">
          <ac:chgData name="Laura Patricia Galvan Chavez" userId="6b13af50-ce8b-483e-8fc4-f994efaf3289" providerId="ADAL" clId="{655D084B-7DF1-4C24-9447-417D7DC498B8}" dt="2026-06-26T20:19:51.217" v="372" actId="1076"/>
          <ac:spMkLst>
            <pc:docMk/>
            <pc:sldMk cId="3805655920" sldId="288"/>
            <ac:spMk id="8" creationId="{7BCA1985-A027-2793-3598-1AE3AB077DFF}"/>
          </ac:spMkLst>
        </pc:spChg>
        <pc:spChg chg="add mod">
          <ac:chgData name="Laura Patricia Galvan Chavez" userId="6b13af50-ce8b-483e-8fc4-f994efaf3289" providerId="ADAL" clId="{655D084B-7DF1-4C24-9447-417D7DC498B8}" dt="2026-06-26T20:14:45.024" v="269" actId="1076"/>
          <ac:spMkLst>
            <pc:docMk/>
            <pc:sldMk cId="3805655920" sldId="288"/>
            <ac:spMk id="9" creationId="{07DE558E-4843-0AA7-A575-D0CEC30F6304}"/>
          </ac:spMkLst>
        </pc:spChg>
        <pc:spChg chg="add mod">
          <ac:chgData name="Laura Patricia Galvan Chavez" userId="6b13af50-ce8b-483e-8fc4-f994efaf3289" providerId="ADAL" clId="{655D084B-7DF1-4C24-9447-417D7DC498B8}" dt="2026-06-26T20:14:45.024" v="269" actId="1076"/>
          <ac:spMkLst>
            <pc:docMk/>
            <pc:sldMk cId="3805655920" sldId="288"/>
            <ac:spMk id="10" creationId="{25141DDA-A295-D5C2-F729-A570930CC00F}"/>
          </ac:spMkLst>
        </pc:spChg>
        <pc:spChg chg="add mod">
          <ac:chgData name="Laura Patricia Galvan Chavez" userId="6b13af50-ce8b-483e-8fc4-f994efaf3289" providerId="ADAL" clId="{655D084B-7DF1-4C24-9447-417D7DC498B8}" dt="2026-06-26T20:14:45.024" v="269" actId="1076"/>
          <ac:spMkLst>
            <pc:docMk/>
            <pc:sldMk cId="3805655920" sldId="288"/>
            <ac:spMk id="11" creationId="{73F8B87D-22F3-A21D-1835-7702996934B5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6T20:12:44.762" v="257" actId="1076"/>
          <ac:graphicFrameMkLst>
            <pc:docMk/>
            <pc:sldMk cId="3805655920" sldId="288"/>
            <ac:graphicFrameMk id="2" creationId="{3514F2F7-4DFC-C0EA-BD69-FFDD60E3FDB8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20:12:58.741" v="259" actId="1076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20:12:53.484" v="258" actId="1076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20:20:19.016" v="377" actId="1076"/>
          <ac:graphicFrameMkLst>
            <pc:docMk/>
            <pc:sldMk cId="3805655920" sldId="288"/>
            <ac:graphicFrameMk id="16" creationId="{5BC2AA5C-1018-0C1A-1CFD-C50A6372187D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6T20:20:47.127" v="380" actId="1076"/>
          <ac:graphicFrameMkLst>
            <pc:docMk/>
            <pc:sldMk cId="3805655920" sldId="288"/>
            <ac:graphicFrameMk id="17" creationId="{F08077AF-2E75-750F-4590-FDEDF31AB29A}"/>
          </ac:graphicFrameMkLst>
        </pc:graphicFrameChg>
        <pc:graphicFrameChg chg="add mod modGraphic">
          <ac:chgData name="Laura Patricia Galvan Chavez" userId="6b13af50-ce8b-483e-8fc4-f994efaf3289" providerId="ADAL" clId="{655D084B-7DF1-4C24-9447-417D7DC498B8}" dt="2026-06-26T20:20:15.825" v="376" actId="1076"/>
          <ac:graphicFrameMkLst>
            <pc:docMk/>
            <pc:sldMk cId="3805655920" sldId="288"/>
            <ac:graphicFrameMk id="18" creationId="{91E2F4EE-B24C-2800-363D-99744AEB9B9A}"/>
          </ac:graphicFrameMkLst>
        </pc:graphicFrameChg>
        <pc:picChg chg="add mod">
          <ac:chgData name="Laura Patricia Galvan Chavez" userId="6b13af50-ce8b-483e-8fc4-f994efaf3289" providerId="ADAL" clId="{655D084B-7DF1-4C24-9447-417D7DC498B8}" dt="2026-06-26T20:14:45.024" v="269" actId="1076"/>
          <ac:picMkLst>
            <pc:docMk/>
            <pc:sldMk cId="3805655920" sldId="288"/>
            <ac:picMk id="12" creationId="{CD0FE180-4C9C-7FEC-9D37-25ADEE9BA9E9}"/>
          </ac:picMkLst>
        </pc:picChg>
        <pc:picChg chg="add mod">
          <ac:chgData name="Laura Patricia Galvan Chavez" userId="6b13af50-ce8b-483e-8fc4-f994efaf3289" providerId="ADAL" clId="{655D084B-7DF1-4C24-9447-417D7DC498B8}" dt="2026-06-26T20:14:45.024" v="269" actId="1076"/>
          <ac:picMkLst>
            <pc:docMk/>
            <pc:sldMk cId="3805655920" sldId="288"/>
            <ac:picMk id="13" creationId="{426B0EB5-3005-6BA0-5743-0992516F0C5D}"/>
          </ac:picMkLst>
        </pc:picChg>
        <pc:picChg chg="add mod">
          <ac:chgData name="Laura Patricia Galvan Chavez" userId="6b13af50-ce8b-483e-8fc4-f994efaf3289" providerId="ADAL" clId="{655D084B-7DF1-4C24-9447-417D7DC498B8}" dt="2026-06-26T20:14:45.024" v="269" actId="1076"/>
          <ac:picMkLst>
            <pc:docMk/>
            <pc:sldMk cId="3805655920" sldId="288"/>
            <ac:picMk id="14" creationId="{78FC2929-50B6-F71C-CD23-9EFEF0D268F7}"/>
          </ac:picMkLst>
        </pc:picChg>
      </pc:sldChg>
      <pc:sldChg chg="addSp delSp modSp mod">
        <pc:chgData name="Laura Patricia Galvan Chavez" userId="6b13af50-ce8b-483e-8fc4-f994efaf3289" providerId="ADAL" clId="{655D084B-7DF1-4C24-9447-417D7DC498B8}" dt="2026-06-26T18:45:02.139" v="155" actId="20577"/>
        <pc:sldMkLst>
          <pc:docMk/>
          <pc:sldMk cId="3763779569" sldId="289"/>
        </pc:sldMkLst>
        <pc:spChg chg="add mod">
          <ac:chgData name="Laura Patricia Galvan Chavez" userId="6b13af50-ce8b-483e-8fc4-f994efaf3289" providerId="ADAL" clId="{655D084B-7DF1-4C24-9447-417D7DC498B8}" dt="2026-06-26T00:09:31.815" v="118"/>
          <ac:spMkLst>
            <pc:docMk/>
            <pc:sldMk cId="3763779569" sldId="289"/>
            <ac:spMk id="4" creationId="{D0414F7B-61DE-FEAB-A7B9-3208970DA656}"/>
          </ac:spMkLst>
        </pc:spChg>
        <pc:spChg chg="add mod">
          <ac:chgData name="Laura Patricia Galvan Chavez" userId="6b13af50-ce8b-483e-8fc4-f994efaf3289" providerId="ADAL" clId="{655D084B-7DF1-4C24-9447-417D7DC498B8}" dt="2026-06-26T18:45:02.139" v="155" actId="20577"/>
          <ac:spMkLst>
            <pc:docMk/>
            <pc:sldMk cId="3763779569" sldId="289"/>
            <ac:spMk id="5" creationId="{00EBA406-2599-DBC6-CE12-59153180C712}"/>
          </ac:spMkLst>
        </pc:spChg>
        <pc:spChg chg="add mod">
          <ac:chgData name="Laura Patricia Galvan Chavez" userId="6b13af50-ce8b-483e-8fc4-f994efaf3289" providerId="ADAL" clId="{655D084B-7DF1-4C24-9447-417D7DC498B8}" dt="2026-06-26T00:09:31.815" v="118"/>
          <ac:spMkLst>
            <pc:docMk/>
            <pc:sldMk cId="3763779569" sldId="289"/>
            <ac:spMk id="17" creationId="{18897452-CA5C-4A3F-9E4D-53959EF67638}"/>
          </ac:spMkLst>
        </pc:spChg>
        <pc:picChg chg="add mod">
          <ac:chgData name="Laura Patricia Galvan Chavez" userId="6b13af50-ce8b-483e-8fc4-f994efaf3289" providerId="ADAL" clId="{655D084B-7DF1-4C24-9447-417D7DC498B8}" dt="2026-06-26T00:09:31.815" v="118"/>
          <ac:picMkLst>
            <pc:docMk/>
            <pc:sldMk cId="3763779569" sldId="289"/>
            <ac:picMk id="6" creationId="{6B81D10C-6C48-35DA-FF15-97EE02BEC16B}"/>
          </ac:picMkLst>
        </pc:picChg>
        <pc:picChg chg="add mod">
          <ac:chgData name="Laura Patricia Galvan Chavez" userId="6b13af50-ce8b-483e-8fc4-f994efaf3289" providerId="ADAL" clId="{655D084B-7DF1-4C24-9447-417D7DC498B8}" dt="2026-06-26T00:09:31.815" v="118"/>
          <ac:picMkLst>
            <pc:docMk/>
            <pc:sldMk cId="3763779569" sldId="289"/>
            <ac:picMk id="7" creationId="{4C4AD211-77D1-7DBE-75A7-BCB65992B0EE}"/>
          </ac:picMkLst>
        </pc:picChg>
        <pc:picChg chg="add mod">
          <ac:chgData name="Laura Patricia Galvan Chavez" userId="6b13af50-ce8b-483e-8fc4-f994efaf3289" providerId="ADAL" clId="{655D084B-7DF1-4C24-9447-417D7DC498B8}" dt="2026-06-26T00:09:31.815" v="118"/>
          <ac:picMkLst>
            <pc:docMk/>
            <pc:sldMk cId="3763779569" sldId="289"/>
            <ac:picMk id="8" creationId="{897F2DA1-3353-2DC8-CE6E-F32B686C73CF}"/>
          </ac:picMkLst>
        </pc:picChg>
        <pc:picChg chg="add mod">
          <ac:chgData name="Laura Patricia Galvan Chavez" userId="6b13af50-ce8b-483e-8fc4-f994efaf3289" providerId="ADAL" clId="{655D084B-7DF1-4C24-9447-417D7DC498B8}" dt="2026-06-26T00:09:31.815" v="118"/>
          <ac:picMkLst>
            <pc:docMk/>
            <pc:sldMk cId="3763779569" sldId="289"/>
            <ac:picMk id="9" creationId="{CF0DDB66-1E0C-942F-691D-EA951F8C7EFB}"/>
          </ac:picMkLst>
        </pc:picChg>
        <pc:picChg chg="add mod">
          <ac:chgData name="Laura Patricia Galvan Chavez" userId="6b13af50-ce8b-483e-8fc4-f994efaf3289" providerId="ADAL" clId="{655D084B-7DF1-4C24-9447-417D7DC498B8}" dt="2026-06-26T00:09:31.815" v="118"/>
          <ac:picMkLst>
            <pc:docMk/>
            <pc:sldMk cId="3763779569" sldId="289"/>
            <ac:picMk id="13" creationId="{ECCAD8C3-0663-BD02-6AC2-D32AA6F11CBE}"/>
          </ac:picMkLst>
        </pc:picChg>
        <pc:picChg chg="add mod">
          <ac:chgData name="Laura Patricia Galvan Chavez" userId="6b13af50-ce8b-483e-8fc4-f994efaf3289" providerId="ADAL" clId="{655D084B-7DF1-4C24-9447-417D7DC498B8}" dt="2026-06-26T00:09:31.815" v="118"/>
          <ac:picMkLst>
            <pc:docMk/>
            <pc:sldMk cId="3763779569" sldId="289"/>
            <ac:picMk id="14" creationId="{5ADFA61A-437D-020E-D73F-7A65A4325404}"/>
          </ac:picMkLst>
        </pc:picChg>
        <pc:picChg chg="add mod">
          <ac:chgData name="Laura Patricia Galvan Chavez" userId="6b13af50-ce8b-483e-8fc4-f994efaf3289" providerId="ADAL" clId="{655D084B-7DF1-4C24-9447-417D7DC498B8}" dt="2026-06-26T00:09:31.815" v="118"/>
          <ac:picMkLst>
            <pc:docMk/>
            <pc:sldMk cId="3763779569" sldId="289"/>
            <ac:picMk id="15" creationId="{D8603C92-5028-390A-4425-E9D53C6F518E}"/>
          </ac:picMkLst>
        </pc:picChg>
      </pc:sldChg>
      <pc:sldChg chg="addSp delSp modSp mod">
        <pc:chgData name="Laura Patricia Galvan Chavez" userId="6b13af50-ce8b-483e-8fc4-f994efaf3289" providerId="ADAL" clId="{655D084B-7DF1-4C24-9447-417D7DC498B8}" dt="2026-06-26T18:09:03.473" v="124" actId="1076"/>
        <pc:sldMkLst>
          <pc:docMk/>
          <pc:sldMk cId="3240565764" sldId="297"/>
        </pc:sldMkLst>
        <pc:spChg chg="mod">
          <ac:chgData name="Laura Patricia Galvan Chavez" userId="6b13af50-ce8b-483e-8fc4-f994efaf3289" providerId="ADAL" clId="{655D084B-7DF1-4C24-9447-417D7DC498B8}" dt="2026-06-25T22:59:24.823" v="84" actId="1076"/>
          <ac:spMkLst>
            <pc:docMk/>
            <pc:sldMk cId="3240565764" sldId="297"/>
            <ac:spMk id="6" creationId="{3C879FA3-8153-8C4E-8B9C-4DF691C41AD2}"/>
          </ac:spMkLst>
        </pc:spChg>
        <pc:spChg chg="mod">
          <ac:chgData name="Laura Patricia Galvan Chavez" userId="6b13af50-ce8b-483e-8fc4-f994efaf3289" providerId="ADAL" clId="{655D084B-7DF1-4C24-9447-417D7DC498B8}" dt="2026-06-25T22:59:24.823" v="84" actId="1076"/>
          <ac:spMkLst>
            <pc:docMk/>
            <pc:sldMk cId="3240565764" sldId="297"/>
            <ac:spMk id="12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5T22:59:24.823" v="84" actId="1076"/>
          <ac:graphicFrameMkLst>
            <pc:docMk/>
            <pc:sldMk cId="3240565764" sldId="297"/>
            <ac:graphicFrameMk id="2" creationId="{434C3138-4D0E-D6F5-1979-61C724288F50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6T18:08:40.494" v="121" actId="14734"/>
          <ac:graphicFrameMkLst>
            <pc:docMk/>
            <pc:sldMk cId="3240565764" sldId="297"/>
            <ac:graphicFrameMk id="8" creationId="{00000000-0000-0000-0000-000000000000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6T18:08:48.063" v="122" actId="1076"/>
          <ac:graphicFrameMkLst>
            <pc:docMk/>
            <pc:sldMk cId="3240565764" sldId="297"/>
            <ac:graphicFrameMk id="9" creationId="{00000000-0000-0000-0000-000000000000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6T18:08:55.753" v="123" actId="1076"/>
          <ac:graphicFrameMkLst>
            <pc:docMk/>
            <pc:sldMk cId="3240565764" sldId="297"/>
            <ac:graphicFrameMk id="10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09:03.473" v="124" actId="1076"/>
          <ac:graphicFrameMkLst>
            <pc:docMk/>
            <pc:sldMk cId="3240565764" sldId="297"/>
            <ac:graphicFrameMk id="11" creationId="{00000000-0000-0000-0000-000000000000}"/>
          </ac:graphicFrameMkLst>
        </pc:graphicFrameChg>
        <pc:picChg chg="mod">
          <ac:chgData name="Laura Patricia Galvan Chavez" userId="6b13af50-ce8b-483e-8fc4-f994efaf3289" providerId="ADAL" clId="{655D084B-7DF1-4C24-9447-417D7DC498B8}" dt="2026-06-25T22:59:24.823" v="84" actId="1076"/>
          <ac:picMkLst>
            <pc:docMk/>
            <pc:sldMk cId="3240565764" sldId="297"/>
            <ac:picMk id="3" creationId="{A449E935-506B-5438-7138-805AB9A8192A}"/>
          </ac:picMkLst>
        </pc:picChg>
        <pc:picChg chg="mod">
          <ac:chgData name="Laura Patricia Galvan Chavez" userId="6b13af50-ce8b-483e-8fc4-f994efaf3289" providerId="ADAL" clId="{655D084B-7DF1-4C24-9447-417D7DC498B8}" dt="2026-06-25T22:59:24.823" v="84" actId="1076"/>
          <ac:picMkLst>
            <pc:docMk/>
            <pc:sldMk cId="3240565764" sldId="297"/>
            <ac:picMk id="5" creationId="{4689FF38-8CFA-FB37-4E7B-B5603B7FC116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6T19:11:07.533" v="196" actId="20577"/>
        <pc:sldMkLst>
          <pc:docMk/>
          <pc:sldMk cId="2281299220" sldId="298"/>
        </pc:sldMkLst>
        <pc:spChg chg="mod">
          <ac:chgData name="Laura Patricia Galvan Chavez" userId="6b13af50-ce8b-483e-8fc4-f994efaf3289" providerId="ADAL" clId="{655D084B-7DF1-4C24-9447-417D7DC498B8}" dt="2026-06-26T19:11:07.533" v="196" actId="20577"/>
          <ac:spMkLst>
            <pc:docMk/>
            <pc:sldMk cId="2281299220" sldId="298"/>
            <ac:spMk id="5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6T18:12:09.123" v="148" actId="14100"/>
        <pc:sldMkLst>
          <pc:docMk/>
          <pc:sldMk cId="30077326" sldId="299"/>
        </pc:sldMkLst>
        <pc:spChg chg="mod">
          <ac:chgData name="Laura Patricia Galvan Chavez" userId="6b13af50-ce8b-483e-8fc4-f994efaf3289" providerId="ADAL" clId="{655D084B-7DF1-4C24-9447-417D7DC498B8}" dt="2026-06-26T18:10:41.198" v="137" actId="1076"/>
          <ac:spMkLst>
            <pc:docMk/>
            <pc:sldMk cId="30077326" sldId="299"/>
            <ac:spMk id="6" creationId="{1CFCE444-12DD-D109-A796-7924C33A5D14}"/>
          </ac:spMkLst>
        </pc:spChg>
        <pc:spChg chg="mod">
          <ac:chgData name="Laura Patricia Galvan Chavez" userId="6b13af50-ce8b-483e-8fc4-f994efaf3289" providerId="ADAL" clId="{655D084B-7DF1-4C24-9447-417D7DC498B8}" dt="2026-06-26T18:10:19.201" v="134" actId="1076"/>
          <ac:spMkLst>
            <pc:docMk/>
            <pc:sldMk cId="30077326" sldId="299"/>
            <ac:spMk id="9" creationId="{7A6658D4-29D8-8663-D2C5-74863CD96596}"/>
          </ac:spMkLst>
        </pc:spChg>
        <pc:spChg chg="mod">
          <ac:chgData name="Laura Patricia Galvan Chavez" userId="6b13af50-ce8b-483e-8fc4-f994efaf3289" providerId="ADAL" clId="{655D084B-7DF1-4C24-9447-417D7DC498B8}" dt="2026-06-26T18:10:19.201" v="134" actId="1076"/>
          <ac:spMkLst>
            <pc:docMk/>
            <pc:sldMk cId="30077326" sldId="299"/>
            <ac:spMk id="11" creationId="{C2E1F9A0-4911-B1FF-D485-66518A66B9A6}"/>
          </ac:spMkLst>
        </pc:spChg>
        <pc:spChg chg="mod">
          <ac:chgData name="Laura Patricia Galvan Chavez" userId="6b13af50-ce8b-483e-8fc4-f994efaf3289" providerId="ADAL" clId="{655D084B-7DF1-4C24-9447-417D7DC498B8}" dt="2026-06-26T18:10:19.201" v="134" actId="1076"/>
          <ac:spMkLst>
            <pc:docMk/>
            <pc:sldMk cId="30077326" sldId="299"/>
            <ac:spMk id="12" creationId="{6C0AF4EA-FBE1-4238-8146-A4C96C7D760B}"/>
          </ac:spMkLst>
        </pc:spChg>
        <pc:spChg chg="mod">
          <ac:chgData name="Laura Patricia Galvan Chavez" userId="6b13af50-ce8b-483e-8fc4-f994efaf3289" providerId="ADAL" clId="{655D084B-7DF1-4C24-9447-417D7DC498B8}" dt="2026-06-26T18:10:36.947" v="136" actId="1076"/>
          <ac:spMkLst>
            <pc:docMk/>
            <pc:sldMk cId="30077326" sldId="299"/>
            <ac:spMk id="18" creationId="{D407F8E2-D0BB-FA42-30DC-AD7126C10878}"/>
          </ac:spMkLst>
        </pc:spChg>
        <pc:spChg chg="mod">
          <ac:chgData name="Laura Patricia Galvan Chavez" userId="6b13af50-ce8b-483e-8fc4-f994efaf3289" providerId="ADAL" clId="{655D084B-7DF1-4C24-9447-417D7DC498B8}" dt="2026-06-26T18:10:19.201" v="134" actId="1076"/>
          <ac:spMkLst>
            <pc:docMk/>
            <pc:sldMk cId="30077326" sldId="299"/>
            <ac:spMk id="23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6T18:10:19.201" v="134" actId="1076"/>
          <ac:spMkLst>
            <pc:docMk/>
            <pc:sldMk cId="30077326" sldId="299"/>
            <ac:spMk id="24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6T18:09:34.388" v="127" actId="1076"/>
          <ac:spMkLst>
            <pc:docMk/>
            <pc:sldMk cId="30077326" sldId="299"/>
            <ac:spMk id="25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6T18:10:02.959" v="132" actId="1076"/>
          <ac:graphicFrameMkLst>
            <pc:docMk/>
            <pc:sldMk cId="30077326" sldId="299"/>
            <ac:graphicFrameMk id="4" creationId="{74EA239F-AD11-6BB6-2B07-15FDA93930A1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6T18:12:09.123" v="148" actId="14100"/>
          <ac:graphicFrameMkLst>
            <pc:docMk/>
            <pc:sldMk cId="30077326" sldId="299"/>
            <ac:graphicFrameMk id="22" creationId="{00000000-0000-0000-0000-000000000000}"/>
          </ac:graphicFrameMkLst>
        </pc:graphicFrameChg>
        <pc:picChg chg="mod">
          <ac:chgData name="Laura Patricia Galvan Chavez" userId="6b13af50-ce8b-483e-8fc4-f994efaf3289" providerId="ADAL" clId="{655D084B-7DF1-4C24-9447-417D7DC498B8}" dt="2026-06-26T18:10:19.201" v="134" actId="1076"/>
          <ac:picMkLst>
            <pc:docMk/>
            <pc:sldMk cId="30077326" sldId="299"/>
            <ac:picMk id="7" creationId="{5BD5C9B2-AB8A-FA14-D2D6-EBEB470169FF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5T22:51:46.361" v="56" actId="14100"/>
        <pc:sldMkLst>
          <pc:docMk/>
          <pc:sldMk cId="3847437424" sldId="301"/>
        </pc:sldMkLst>
        <pc:spChg chg="mod">
          <ac:chgData name="Laura Patricia Galvan Chavez" userId="6b13af50-ce8b-483e-8fc4-f994efaf3289" providerId="ADAL" clId="{655D084B-7DF1-4C24-9447-417D7DC498B8}" dt="2026-06-25T22:51:10.751" v="52" actId="1076"/>
          <ac:spMkLst>
            <pc:docMk/>
            <pc:sldMk cId="3847437424" sldId="301"/>
            <ac:spMk id="6" creationId="{74D86D49-ABF8-EBE9-7E8B-DBEDCC31AEF0}"/>
          </ac:spMkLst>
        </pc:spChg>
        <pc:spChg chg="mod">
          <ac:chgData name="Laura Patricia Galvan Chavez" userId="6b13af50-ce8b-483e-8fc4-f994efaf3289" providerId="ADAL" clId="{655D084B-7DF1-4C24-9447-417D7DC498B8}" dt="2026-06-25T22:51:10.751" v="52" actId="1076"/>
          <ac:spMkLst>
            <pc:docMk/>
            <pc:sldMk cId="3847437424" sldId="301"/>
            <ac:spMk id="14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51:27.583" v="54" actId="1076"/>
          <ac:spMkLst>
            <pc:docMk/>
            <pc:sldMk cId="3847437424" sldId="301"/>
            <ac:spMk id="17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5T22:51:10.751" v="52" actId="1076"/>
          <ac:graphicFrameMkLst>
            <pc:docMk/>
            <pc:sldMk cId="3847437424" sldId="301"/>
            <ac:graphicFrameMk id="7" creationId="{052558E1-5A4D-8CA1-01BE-9E53CE5F9B9B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6-25T22:51:46.361" v="56" actId="14100"/>
          <ac:graphicFrameMkLst>
            <pc:docMk/>
            <pc:sldMk cId="3847437424" sldId="301"/>
            <ac:graphicFrameMk id="15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2:51:10.751" v="52" actId="1076"/>
          <ac:graphicFrameMkLst>
            <pc:docMk/>
            <pc:sldMk cId="3847437424" sldId="301"/>
            <ac:graphicFrameMk id="16" creationId="{00000000-0000-0000-0000-000000000000}"/>
          </ac:graphicFrameMkLst>
        </pc:graphicFrameChg>
      </pc:sldChg>
      <pc:sldChg chg="addSp modSp mod">
        <pc:chgData name="Laura Patricia Galvan Chavez" userId="6b13af50-ce8b-483e-8fc4-f994efaf3289" providerId="ADAL" clId="{655D084B-7DF1-4C24-9447-417D7DC498B8}" dt="2026-07-02T19:43:06.752" v="395" actId="207"/>
        <pc:sldMkLst>
          <pc:docMk/>
          <pc:sldMk cId="0" sldId="304"/>
        </pc:sldMkLst>
        <pc:spChg chg="mod">
          <ac:chgData name="Laura Patricia Galvan Chavez" userId="6b13af50-ce8b-483e-8fc4-f994efaf3289" providerId="ADAL" clId="{655D084B-7DF1-4C24-9447-417D7DC498B8}" dt="2026-06-25T22:49:30.388" v="42"/>
          <ac:spMkLst>
            <pc:docMk/>
            <pc:sldMk cId="0" sldId="304"/>
            <ac:spMk id="10" creationId="{86DC611B-F915-F938-0E36-9FFA12E0B528}"/>
          </ac:spMkLst>
        </pc:spChg>
        <pc:spChg chg="mod">
          <ac:chgData name="Laura Patricia Galvan Chavez" userId="6b13af50-ce8b-483e-8fc4-f994efaf3289" providerId="ADAL" clId="{655D084B-7DF1-4C24-9447-417D7DC498B8}" dt="2026-06-25T22:49:30.388" v="42"/>
          <ac:spMkLst>
            <pc:docMk/>
            <pc:sldMk cId="0" sldId="304"/>
            <ac:spMk id="11" creationId="{959A5ACC-170A-DE84-7130-669F3B69B901}"/>
          </ac:spMkLst>
        </pc:spChg>
        <pc:spChg chg="mod">
          <ac:chgData name="Laura Patricia Galvan Chavez" userId="6b13af50-ce8b-483e-8fc4-f994efaf3289" providerId="ADAL" clId="{655D084B-7DF1-4C24-9447-417D7DC498B8}" dt="2026-06-25T22:49:30.388" v="42"/>
          <ac:spMkLst>
            <pc:docMk/>
            <pc:sldMk cId="0" sldId="304"/>
            <ac:spMk id="12" creationId="{E047B854-83C1-3FC9-1148-34D21D030FB2}"/>
          </ac:spMkLst>
        </pc:spChg>
        <pc:spChg chg="mod">
          <ac:chgData name="Laura Patricia Galvan Chavez" userId="6b13af50-ce8b-483e-8fc4-f994efaf3289" providerId="ADAL" clId="{655D084B-7DF1-4C24-9447-417D7DC498B8}" dt="2026-06-25T22:49:30.388" v="42"/>
          <ac:spMkLst>
            <pc:docMk/>
            <pc:sldMk cId="0" sldId="304"/>
            <ac:spMk id="13" creationId="{3F3A1CB9-1F0B-AC68-751D-AEEEBAC44E69}"/>
          </ac:spMkLst>
        </pc:spChg>
        <pc:spChg chg="mod">
          <ac:chgData name="Laura Patricia Galvan Chavez" userId="6b13af50-ce8b-483e-8fc4-f994efaf3289" providerId="ADAL" clId="{655D084B-7DF1-4C24-9447-417D7DC498B8}" dt="2026-06-25T22:49:30.388" v="42"/>
          <ac:spMkLst>
            <pc:docMk/>
            <pc:sldMk cId="0" sldId="304"/>
            <ac:spMk id="14" creationId="{A841C5C4-8D19-8896-E122-4AD594CA5865}"/>
          </ac:spMkLst>
        </pc:spChg>
        <pc:spChg chg="mod">
          <ac:chgData name="Laura Patricia Galvan Chavez" userId="6b13af50-ce8b-483e-8fc4-f994efaf3289" providerId="ADAL" clId="{655D084B-7DF1-4C24-9447-417D7DC498B8}" dt="2026-06-25T22:49:30.388" v="42"/>
          <ac:spMkLst>
            <pc:docMk/>
            <pc:sldMk cId="0" sldId="304"/>
            <ac:spMk id="15" creationId="{4C576BA5-C67E-304C-5893-C8D3D303D1DF}"/>
          </ac:spMkLst>
        </pc:spChg>
        <pc:spChg chg="mod">
          <ac:chgData name="Laura Patricia Galvan Chavez" userId="6b13af50-ce8b-483e-8fc4-f994efaf3289" providerId="ADAL" clId="{655D084B-7DF1-4C24-9447-417D7DC498B8}" dt="2026-06-25T22:49:30.388" v="42"/>
          <ac:spMkLst>
            <pc:docMk/>
            <pc:sldMk cId="0" sldId="304"/>
            <ac:spMk id="16" creationId="{44869CA7-CD3D-4EFC-9B1D-D763DBA3E495}"/>
          </ac:spMkLst>
        </pc:spChg>
        <pc:spChg chg="mod">
          <ac:chgData name="Laura Patricia Galvan Chavez" userId="6b13af50-ce8b-483e-8fc4-f994efaf3289" providerId="ADAL" clId="{655D084B-7DF1-4C24-9447-417D7DC498B8}" dt="2026-06-25T22:49:30.388" v="42"/>
          <ac:spMkLst>
            <pc:docMk/>
            <pc:sldMk cId="0" sldId="304"/>
            <ac:spMk id="17" creationId="{9E0359B2-450E-DCB4-A276-4D644CFEB3DA}"/>
          </ac:spMkLst>
        </pc:spChg>
        <pc:spChg chg="mod">
          <ac:chgData name="Laura Patricia Galvan Chavez" userId="6b13af50-ce8b-483e-8fc4-f994efaf3289" providerId="ADAL" clId="{655D084B-7DF1-4C24-9447-417D7DC498B8}" dt="2026-06-25T22:49:30.388" v="42"/>
          <ac:spMkLst>
            <pc:docMk/>
            <pc:sldMk cId="0" sldId="304"/>
            <ac:spMk id="18" creationId="{89D2E941-EDDF-B121-0320-B4E9322B08E1}"/>
          </ac:spMkLst>
        </pc:spChg>
        <pc:spChg chg="mod">
          <ac:chgData name="Laura Patricia Galvan Chavez" userId="6b13af50-ce8b-483e-8fc4-f994efaf3289" providerId="ADAL" clId="{655D084B-7DF1-4C24-9447-417D7DC498B8}" dt="2026-06-25T22:49:30.388" v="42"/>
          <ac:spMkLst>
            <pc:docMk/>
            <pc:sldMk cId="0" sldId="304"/>
            <ac:spMk id="21" creationId="{87505E72-02DE-D5F1-2AF3-0D555DD1EAB3}"/>
          </ac:spMkLst>
        </pc:spChg>
        <pc:graphicFrameChg chg="modGraphic">
          <ac:chgData name="Laura Patricia Galvan Chavez" userId="6b13af50-ce8b-483e-8fc4-f994efaf3289" providerId="ADAL" clId="{655D084B-7DF1-4C24-9447-417D7DC498B8}" dt="2026-07-02T19:43:06.752" v="395" actId="207"/>
          <ac:graphicFrameMkLst>
            <pc:docMk/>
            <pc:sldMk cId="0" sldId="304"/>
            <ac:graphicFrameMk id="5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2:50:37.561" v="49" actId="14100"/>
        <pc:sldMkLst>
          <pc:docMk/>
          <pc:sldMk cId="0" sldId="305"/>
        </pc:sldMkLst>
        <pc:graphicFrameChg chg="mod modGraphic">
          <ac:chgData name="Laura Patricia Galvan Chavez" userId="6b13af50-ce8b-483e-8fc4-f994efaf3289" providerId="ADAL" clId="{655D084B-7DF1-4C24-9447-417D7DC498B8}" dt="2026-06-25T22:50:37.561" v="49" actId="14100"/>
          <ac:graphicFrameMkLst>
            <pc:docMk/>
            <pc:sldMk cId="0" sldId="305"/>
            <ac:graphicFrameMk id="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2:50:30.431" v="48" actId="14100"/>
        <pc:sldMkLst>
          <pc:docMk/>
          <pc:sldMk cId="0" sldId="306"/>
        </pc:sldMkLst>
        <pc:spChg chg="mod">
          <ac:chgData name="Laura Patricia Galvan Chavez" userId="6b13af50-ce8b-483e-8fc4-f994efaf3289" providerId="ADAL" clId="{655D084B-7DF1-4C24-9447-417D7DC498B8}" dt="2026-06-25T22:50:19.781" v="46" actId="1076"/>
          <ac:spMkLst>
            <pc:docMk/>
            <pc:sldMk cId="0" sldId="306"/>
            <ac:spMk id="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50:19.781" v="46" actId="1076"/>
          <ac:spMkLst>
            <pc:docMk/>
            <pc:sldMk cId="0" sldId="306"/>
            <ac:spMk id="1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50:19.781" v="46" actId="1076"/>
          <ac:spMkLst>
            <pc:docMk/>
            <pc:sldMk cId="0" sldId="306"/>
            <ac:spMk id="11" creationId="{00000000-0000-0000-0000-000000000000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5T22:50:30.431" v="48" actId="14100"/>
          <ac:graphicFrameMkLst>
            <pc:docMk/>
            <pc:sldMk cId="0" sldId="306"/>
            <ac:graphicFrameMk id="7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2:50:19.781" v="46" actId="1076"/>
          <ac:graphicFrameMkLst>
            <pc:docMk/>
            <pc:sldMk cId="0" sldId="306"/>
            <ac:graphicFrameMk id="8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5T22:56:01.498" v="69" actId="14100"/>
        <pc:sldMkLst>
          <pc:docMk/>
          <pc:sldMk cId="0" sldId="308"/>
        </pc:sldMkLst>
        <pc:spChg chg="mod">
          <ac:chgData name="Laura Patricia Galvan Chavez" userId="6b13af50-ce8b-483e-8fc4-f994efaf3289" providerId="ADAL" clId="{655D084B-7DF1-4C24-9447-417D7DC498B8}" dt="2026-06-25T22:55:51.436" v="67" actId="1076"/>
          <ac:spMkLst>
            <pc:docMk/>
            <pc:sldMk cId="0" sldId="308"/>
            <ac:spMk id="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55:51.436" v="67" actId="1076"/>
          <ac:spMkLst>
            <pc:docMk/>
            <pc:sldMk cId="0" sldId="308"/>
            <ac:spMk id="1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5T22:55:51.436" v="67" actId="1076"/>
          <ac:spMkLst>
            <pc:docMk/>
            <pc:sldMk cId="0" sldId="308"/>
            <ac:spMk id="11" creationId="{00000000-0000-0000-0000-000000000000}"/>
          </ac:spMkLst>
        </pc:spChg>
        <pc:graphicFrameChg chg="mod modGraphic">
          <ac:chgData name="Laura Patricia Galvan Chavez" userId="6b13af50-ce8b-483e-8fc4-f994efaf3289" providerId="ADAL" clId="{655D084B-7DF1-4C24-9447-417D7DC498B8}" dt="2026-06-25T22:56:01.498" v="69" actId="14100"/>
          <ac:graphicFrameMkLst>
            <pc:docMk/>
            <pc:sldMk cId="0" sldId="308"/>
            <ac:graphicFrameMk id="7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5T22:55:51.436" v="67" actId="1076"/>
          <ac:graphicFrameMkLst>
            <pc:docMk/>
            <pc:sldMk cId="0" sldId="308"/>
            <ac:graphicFrameMk id="8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6T19:11:14.577" v="198" actId="20577"/>
        <pc:sldMkLst>
          <pc:docMk/>
          <pc:sldMk cId="0" sldId="311"/>
        </pc:sldMkLst>
        <pc:spChg chg="mod">
          <ac:chgData name="Laura Patricia Galvan Chavez" userId="6b13af50-ce8b-483e-8fc4-f994efaf3289" providerId="ADAL" clId="{655D084B-7DF1-4C24-9447-417D7DC498B8}" dt="2026-06-26T19:11:14.577" v="198" actId="20577"/>
          <ac:spMkLst>
            <pc:docMk/>
            <pc:sldMk cId="0" sldId="311"/>
            <ac:spMk id="5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5T22:58:40.734" v="83" actId="1076"/>
          <ac:graphicFrameMkLst>
            <pc:docMk/>
            <pc:sldMk cId="0" sldId="311"/>
            <ac:graphicFrameMk id="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6T19:11:20.608" v="200" actId="20577"/>
        <pc:sldMkLst>
          <pc:docMk/>
          <pc:sldMk cId="0" sldId="312"/>
        </pc:sldMkLst>
        <pc:spChg chg="mod">
          <ac:chgData name="Laura Patricia Galvan Chavez" userId="6b13af50-ce8b-483e-8fc4-f994efaf3289" providerId="ADAL" clId="{655D084B-7DF1-4C24-9447-417D7DC498B8}" dt="2026-06-26T19:11:20.608" v="200" actId="20577"/>
          <ac:spMkLst>
            <pc:docMk/>
            <pc:sldMk cId="0" sldId="312"/>
            <ac:spMk id="5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6T19:11:36.696" v="209" actId="20577"/>
        <pc:sldMkLst>
          <pc:docMk/>
          <pc:sldMk cId="0" sldId="313"/>
        </pc:sldMkLst>
        <pc:spChg chg="mod">
          <ac:chgData name="Laura Patricia Galvan Chavez" userId="6b13af50-ce8b-483e-8fc4-f994efaf3289" providerId="ADAL" clId="{655D084B-7DF1-4C24-9447-417D7DC498B8}" dt="2026-06-26T19:11:36.696" v="209" actId="20577"/>
          <ac:spMkLst>
            <pc:docMk/>
            <pc:sldMk cId="0" sldId="313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6T19:11:49.578" v="220" actId="20577"/>
        <pc:sldMkLst>
          <pc:docMk/>
          <pc:sldMk cId="0" sldId="314"/>
        </pc:sldMkLst>
        <pc:spChg chg="mod">
          <ac:chgData name="Laura Patricia Galvan Chavez" userId="6b13af50-ce8b-483e-8fc4-f994efaf3289" providerId="ADAL" clId="{655D084B-7DF1-4C24-9447-417D7DC498B8}" dt="2026-06-26T19:11:49.578" v="220" actId="20577"/>
          <ac:spMkLst>
            <pc:docMk/>
            <pc:sldMk cId="0" sldId="314"/>
            <ac:spMk id="5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6T19:11:59.504" v="231" actId="20577"/>
        <pc:sldMkLst>
          <pc:docMk/>
          <pc:sldMk cId="0" sldId="315"/>
        </pc:sldMkLst>
        <pc:spChg chg="mod">
          <ac:chgData name="Laura Patricia Galvan Chavez" userId="6b13af50-ce8b-483e-8fc4-f994efaf3289" providerId="ADAL" clId="{655D084B-7DF1-4C24-9447-417D7DC498B8}" dt="2026-06-26T19:11:59.504" v="231" actId="20577"/>
          <ac:spMkLst>
            <pc:docMk/>
            <pc:sldMk cId="0" sldId="315"/>
            <ac:spMk id="5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6T19:12:20.432" v="255" actId="20577"/>
        <pc:sldMkLst>
          <pc:docMk/>
          <pc:sldMk cId="0" sldId="316"/>
        </pc:sldMkLst>
        <pc:spChg chg="mod">
          <ac:chgData name="Laura Patricia Galvan Chavez" userId="6b13af50-ce8b-483e-8fc4-f994efaf3289" providerId="ADAL" clId="{655D084B-7DF1-4C24-9447-417D7DC498B8}" dt="2026-06-26T19:12:20.432" v="255" actId="20577"/>
          <ac:spMkLst>
            <pc:docMk/>
            <pc:sldMk cId="0" sldId="316"/>
            <ac:spMk id="5" creationId="{00000000-0000-0000-0000-000000000000}"/>
          </ac:spMkLst>
        </pc:sp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9:02.285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9:02.285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9:02.285" v="2" actId="22"/>
          <ac:spMkLst>
            <pc:docMk/>
            <pc:sldMk cId="748044913" sldId="287"/>
            <ac:spMk id="10" creationId="{924DE955-5735-A4F2-A2AA-1566948F60C9}"/>
          </ac:spMkLst>
        </pc:spChg>
        <pc:spChg chg="add">
          <ac:chgData name="Rohan Myron Oprisko" userId="a7c52ab4-f8b1-4d15-aaf6-6388cc510347" providerId="ADAL" clId="{97C26823-81C0-4343-94EC-E87AB1317939}" dt="2026-06-24T15:59:02.285" v="2" actId="22"/>
          <ac:spMkLst>
            <pc:docMk/>
            <pc:sldMk cId="748044913" sldId="287"/>
            <ac:spMk id="12" creationId="{BDC2B73A-80FE-3C16-8405-14CC686DA80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4949-43A4-A220-DC88EBA9FE4B}"/>
              </c:ext>
            </c:extLst>
          </c:dPt>
          <c:dPt>
            <c:idx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3-4949-43A4-A220-DC88EBA9FE4B}"/>
              </c:ext>
            </c:extLst>
          </c:dPt>
          <c:dPt>
            <c:idx val="2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5-4949-43A4-A220-DC88EBA9FE4B}"/>
              </c:ext>
            </c:extLst>
          </c:dPt>
          <c:dPt>
            <c:idx val="3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7-4949-43A4-A220-DC88EBA9FE4B}"/>
              </c:ext>
            </c:extLst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5412691</c:v>
                </c:pt>
                <c:pt idx="1">
                  <c:v>522707</c:v>
                </c:pt>
                <c:pt idx="2">
                  <c:v>3019634</c:v>
                </c:pt>
                <c:pt idx="3">
                  <c:v>26995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49-43A4-A220-DC88EBA9FE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729-407F-8A65-AA80248FE1C6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729-407F-8A65-AA80248FE1C6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40.830513827519347</c:v>
                </c:pt>
                <c:pt idx="1">
                  <c:v>59.169486172480653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29-407F-8A65-AA80248FE1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2AB-44F1-A5E7-57F0FA869F65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2AB-44F1-A5E7-57F0FA869F65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9.0405413947</c:v>
                </c:pt>
                <c:pt idx="1">
                  <c:v>90.9594586053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AB-44F1-A5E7-57F0FA869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96C-4986-A2AB-BA5B9B34D016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96C-4986-A2AB-BA5B9B34D016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45.4</c:v>
                </c:pt>
                <c:pt idx="1">
                  <c:v>54.6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6C-4986-A2AB-BA5B9B34D0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249-4AEC-8946-FF9F9EE24922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249-4AEC-8946-FF9F9EE24922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41.27</c:v>
                </c:pt>
                <c:pt idx="1">
                  <c:v>58.73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249-4AEC-8946-FF9F9EE249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BE5B-47E6-9FF7-D40B5C4A1AA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466</c:v>
                </c:pt>
                <c:pt idx="1">
                  <c:v>799</c:v>
                </c:pt>
                <c:pt idx="2">
                  <c:v>785</c:v>
                </c:pt>
                <c:pt idx="3">
                  <c:v>859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E5B-47E6-9FF7-D40B5C4A1AA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Servicios Sociales y Comunales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para Empresas, Personas y el Hogar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114438</c:v>
                </c:pt>
                <c:pt idx="1">
                  <c:v>150705</c:v>
                </c:pt>
                <c:pt idx="2">
                  <c:v>121411</c:v>
                </c:pt>
                <c:pt idx="3">
                  <c:v>523859</c:v>
                </c:pt>
                <c:pt idx="4">
                  <c:v>293329</c:v>
                </c:pt>
                <c:pt idx="5">
                  <c:v>10624</c:v>
                </c:pt>
                <c:pt idx="6">
                  <c:v>430571</c:v>
                </c:pt>
                <c:pt idx="7">
                  <c:v>396898</c:v>
                </c:pt>
                <c:pt idx="8">
                  <c:v>2972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44D-4BA3-840E-43C924B93B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Servicios Sociales y Comunales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para Empresas, Personas y el Hogar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109464</c:v>
                </c:pt>
                <c:pt idx="1">
                  <c:v>148831</c:v>
                </c:pt>
                <c:pt idx="2">
                  <c:v>121867</c:v>
                </c:pt>
                <c:pt idx="3">
                  <c:v>530479</c:v>
                </c:pt>
                <c:pt idx="4">
                  <c:v>298287</c:v>
                </c:pt>
                <c:pt idx="5">
                  <c:v>10805</c:v>
                </c:pt>
                <c:pt idx="6">
                  <c:v>442175</c:v>
                </c:pt>
                <c:pt idx="7">
                  <c:v>413020</c:v>
                </c:pt>
                <c:pt idx="8">
                  <c:v>3158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44D-4BA3-840E-43C924B93B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1752923</c:v>
                </c:pt>
                <c:pt idx="1">
                  <c:v>1798861</c:v>
                </c:pt>
                <c:pt idx="2">
                  <c:v>1770324</c:v>
                </c:pt>
                <c:pt idx="3">
                  <c:v>1815607</c:v>
                </c:pt>
                <c:pt idx="4">
                  <c:v>1888232</c:v>
                </c:pt>
                <c:pt idx="5">
                  <c:v>1974565</c:v>
                </c:pt>
                <c:pt idx="6">
                  <c:v>2023598</c:v>
                </c:pt>
                <c:pt idx="7">
                  <c:v>2044807</c:v>
                </c:pt>
                <c:pt idx="8">
                  <c:v>2078086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BE8-4FAD-A6F1-BF33662A91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5304E320-2DA4-C979-86BB-B30F54962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>
            <a:extLst>
              <a:ext uri="{FF2B5EF4-FFF2-40B4-BE49-F238E27FC236}">
                <a16:creationId xmlns:a16="http://schemas.microsoft.com/office/drawing/2014/main" id="{E3281A3A-5196-931A-9DFE-5FF0E5F96C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>
            <a:extLst>
              <a:ext uri="{FF2B5EF4-FFF2-40B4-BE49-F238E27FC236}">
                <a16:creationId xmlns:a16="http://schemas.microsoft.com/office/drawing/2014/main" id="{1D71C3E6-42AB-8CFB-B8AE-D36B4D1F5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>
            <a:extLst>
              <a:ext uri="{FF2B5EF4-FFF2-40B4-BE49-F238E27FC236}">
                <a16:creationId xmlns:a16="http://schemas.microsoft.com/office/drawing/2014/main" id="{D9FB8651-2756-E62E-9D93-1836CB54A5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2441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chart" Target="../charts/chart1.xml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chart" Target="../charts/chart6.xml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Jalisco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4" name="Google Shape;66;p15">
            <a:extLst>
              <a:ext uri="{FF2B5EF4-FFF2-40B4-BE49-F238E27FC236}">
                <a16:creationId xmlns:a16="http://schemas.microsoft.com/office/drawing/2014/main" id="{D0414F7B-61DE-FEAB-A7B9-3208970DA656}"/>
              </a:ext>
            </a:extLst>
          </p:cNvPr>
          <p:cNvSpPr/>
          <p:nvPr/>
        </p:nvSpPr>
        <p:spPr>
          <a:xfrm>
            <a:off x="0" y="566113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67;p15">
            <a:extLst>
              <a:ext uri="{FF2B5EF4-FFF2-40B4-BE49-F238E27FC236}">
                <a16:creationId xmlns:a16="http://schemas.microsoft.com/office/drawing/2014/main" id="{00EBA406-2599-DBC6-CE12-59153180C712}"/>
              </a:ext>
            </a:extLst>
          </p:cNvPr>
          <p:cNvSpPr txBox="1"/>
          <p:nvPr/>
        </p:nvSpPr>
        <p:spPr>
          <a:xfrm>
            <a:off x="2798767" y="529829"/>
            <a:ext cx="4198800" cy="174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Marco Antonio Hernández Carrillo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Médico Cirujano Cardiovascular</a:t>
            </a:r>
            <a:r>
              <a:rPr lang="e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s" sz="1200"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0" lvl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Maestría en Gestión Directiva en Salud</a:t>
            </a:r>
          </a:p>
          <a:p>
            <a:pPr marL="177800" marR="0" lvl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Doctorado en Administración y Políticas Públicas.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16 abril 202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12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Google Shape;70;p15">
            <a:extLst>
              <a:ext uri="{FF2B5EF4-FFF2-40B4-BE49-F238E27FC236}">
                <a16:creationId xmlns:a16="http://schemas.microsoft.com/office/drawing/2014/main" id="{6B81D10C-6C48-35DA-FF15-97EE02BEC1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59207" y="2677876"/>
            <a:ext cx="738335" cy="806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1;p15">
            <a:extLst>
              <a:ext uri="{FF2B5EF4-FFF2-40B4-BE49-F238E27FC236}">
                <a16:creationId xmlns:a16="http://schemas.microsoft.com/office/drawing/2014/main" id="{4C4AD211-77D1-7DBE-75A7-BCB65992B0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59207" y="3603325"/>
            <a:ext cx="701973" cy="875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2;p15">
            <a:extLst>
              <a:ext uri="{FF2B5EF4-FFF2-40B4-BE49-F238E27FC236}">
                <a16:creationId xmlns:a16="http://schemas.microsoft.com/office/drawing/2014/main" id="{897F2DA1-3353-2DC8-CE6E-F32B686C73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7781" y="4572542"/>
            <a:ext cx="738322" cy="845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4;p15">
            <a:extLst>
              <a:ext uri="{FF2B5EF4-FFF2-40B4-BE49-F238E27FC236}">
                <a16:creationId xmlns:a16="http://schemas.microsoft.com/office/drawing/2014/main" id="{CF0DDB66-1E0C-942F-691D-EA951F8C7EF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9231" y="6531456"/>
            <a:ext cx="738311" cy="703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5;p15">
            <a:extLst>
              <a:ext uri="{FF2B5EF4-FFF2-40B4-BE49-F238E27FC236}">
                <a16:creationId xmlns:a16="http://schemas.microsoft.com/office/drawing/2014/main" id="{5A85CF68-42C1-7EF9-4C0E-DECF7295BC2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4448" y="7304814"/>
            <a:ext cx="710544" cy="806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6;p15">
            <a:extLst>
              <a:ext uri="{FF2B5EF4-FFF2-40B4-BE49-F238E27FC236}">
                <a16:creationId xmlns:a16="http://schemas.microsoft.com/office/drawing/2014/main" id="{C3753119-9083-6833-3E5E-6F9CA26EEAF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b="12303"/>
          <a:stretch>
            <a:fillRect/>
          </a:stretch>
        </p:blipFill>
        <p:spPr>
          <a:xfrm>
            <a:off x="6259207" y="8198416"/>
            <a:ext cx="674193" cy="6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7;p15">
            <a:extLst>
              <a:ext uri="{FF2B5EF4-FFF2-40B4-BE49-F238E27FC236}">
                <a16:creationId xmlns:a16="http://schemas.microsoft.com/office/drawing/2014/main" id="{D3238C81-0FD4-4FD7-F7F2-9695DFE6A61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4448" y="8831119"/>
            <a:ext cx="656936" cy="545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8;p15">
            <a:extLst>
              <a:ext uri="{FF2B5EF4-FFF2-40B4-BE49-F238E27FC236}">
                <a16:creationId xmlns:a16="http://schemas.microsoft.com/office/drawing/2014/main" id="{ECCAD8C3-0663-BD02-6AC2-D32AA6F11CB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66229" y="852195"/>
            <a:ext cx="974537" cy="1252973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pic>
      <p:pic>
        <p:nvPicPr>
          <p:cNvPr id="14" name="Google Shape;79;p15" title="WhatsApp Image 2026-04-24 at 16.24.53.jpeg">
            <a:extLst>
              <a:ext uri="{FF2B5EF4-FFF2-40B4-BE49-F238E27FC236}">
                <a16:creationId xmlns:a16="http://schemas.microsoft.com/office/drawing/2014/main" id="{5ADFA61A-437D-020E-D73F-7A65A432540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l="40025" t="24387" r="41365" b="41168"/>
          <a:stretch/>
        </p:blipFill>
        <p:spPr>
          <a:xfrm>
            <a:off x="1566225" y="852200"/>
            <a:ext cx="1016024" cy="125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3;p15">
            <a:extLst>
              <a:ext uri="{FF2B5EF4-FFF2-40B4-BE49-F238E27FC236}">
                <a16:creationId xmlns:a16="http://schemas.microsoft.com/office/drawing/2014/main" id="{D8603C92-5028-390A-4425-E9D53C6F518E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59219" y="5505266"/>
            <a:ext cx="738323" cy="8066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21BD288B-280E-A6F9-0B76-62F279C12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003197"/>
              </p:ext>
            </p:extLst>
          </p:nvPr>
        </p:nvGraphicFramePr>
        <p:xfrm>
          <a:off x="740753" y="2672377"/>
          <a:ext cx="5505272" cy="6724841"/>
        </p:xfrm>
        <a:graphic>
          <a:graphicData uri="http://schemas.openxmlformats.org/drawingml/2006/table">
            <a:tbl>
              <a:tblPr/>
              <a:tblGrid>
                <a:gridCol w="2444833">
                  <a:extLst>
                    <a:ext uri="{9D8B030D-6E8A-4147-A177-3AD203B41FA5}">
                      <a16:colId xmlns:a16="http://schemas.microsoft.com/office/drawing/2014/main" val="775790925"/>
                    </a:ext>
                  </a:extLst>
                </a:gridCol>
                <a:gridCol w="3060439">
                  <a:extLst>
                    <a:ext uri="{9D8B030D-6E8A-4147-A177-3AD203B41FA5}">
                      <a16:colId xmlns:a16="http://schemas.microsoft.com/office/drawing/2014/main" val="2369120902"/>
                    </a:ext>
                  </a:extLst>
                </a:gridCol>
              </a:tblGrid>
              <a:tr h="90054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de Prestaciones Médicas</a:t>
                      </a: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Dr. Julio Agustín Bueno Ledesma</a:t>
                      </a:r>
                      <a:endParaRPr lang="es-MX" sz="1300">
                        <a:effectLst/>
                      </a:endParaRPr>
                    </a:p>
                    <a:p>
                      <a:pPr algn="l"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Médico Anestesiólogo</a:t>
                      </a:r>
                      <a:endParaRPr lang="es-MX" sz="1300">
                        <a:effectLst/>
                      </a:endParaRPr>
                    </a:p>
                    <a:p>
                      <a:pPr algn="l"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16 mayo 2024</a:t>
                      </a:r>
                      <a:endParaRPr lang="es-MX" sz="1300">
                        <a:effectLst/>
                      </a:endParaRPr>
                    </a:p>
                    <a:p>
                      <a:pPr fontAlgn="ctr">
                        <a:buNone/>
                      </a:pPr>
                      <a:br>
                        <a:rPr lang="es-MX" sz="1300">
                          <a:effectLst/>
                        </a:rPr>
                      </a:b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237481"/>
                  </a:ext>
                </a:extLst>
              </a:tr>
              <a:tr h="100255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de Salud en el Trabajo, Prestaciones Económicas y Sociales</a:t>
                      </a: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Mtra. Claudia </a:t>
                      </a:r>
                      <a:r>
                        <a:rPr lang="es-MX" sz="900" b="1" i="0" u="none" strike="noStrike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Wvedeliza</a:t>
                      </a:r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Domínguez Sánchez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Maestría en Intervención Educativa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16 marzo 2020</a:t>
                      </a:r>
                      <a:endParaRPr lang="es-MX" sz="1300">
                        <a:effectLst/>
                      </a:endParaRPr>
                    </a:p>
                    <a:p>
                      <a:pPr fontAlgn="ctr">
                        <a:buNone/>
                      </a:pPr>
                      <a:br>
                        <a:rPr lang="es-MX" sz="1300">
                          <a:effectLst/>
                        </a:rPr>
                      </a:b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084707"/>
                  </a:ext>
                </a:extLst>
              </a:tr>
              <a:tr h="90054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de Afiliación y Cobranza</a:t>
                      </a: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Mtro. Mario Vicente Arregui Trujillo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Licenciatura en Administración Financiera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16 octubre 2015</a:t>
                      </a:r>
                      <a:endParaRPr lang="es-MX" sz="1300">
                        <a:effectLst/>
                      </a:endParaRPr>
                    </a:p>
                    <a:p>
                      <a:pPr fontAlgn="ctr">
                        <a:buNone/>
                      </a:pPr>
                      <a:br>
                        <a:rPr lang="es-MX" sz="1300">
                          <a:effectLst/>
                        </a:rPr>
                      </a:b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479772"/>
                  </a:ext>
                </a:extLst>
              </a:tr>
              <a:tr h="90054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de Desarrollo de Personal</a:t>
                      </a: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Belén Shadai Orozco Figueroa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Maestría en Desarrollo Organizacional y Humano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01 julio 2022</a:t>
                      </a:r>
                      <a:endParaRPr lang="es-MX" sz="1300">
                        <a:effectLst/>
                      </a:endParaRPr>
                    </a:p>
                    <a:p>
                      <a:pPr fontAlgn="ctr">
                        <a:buNone/>
                      </a:pPr>
                      <a:br>
                        <a:rPr lang="es-MX" sz="1300">
                          <a:effectLst/>
                        </a:rPr>
                      </a:b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9043"/>
                  </a:ext>
                </a:extLst>
              </a:tr>
              <a:tr h="90054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de Finanzas</a:t>
                      </a: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Mtro. Oscar Manuel Cerda Gómez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Licenciatura en Contaduría Pública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01 abril 2024</a:t>
                      </a:r>
                      <a:endParaRPr lang="es-MX" sz="1300">
                        <a:effectLst/>
                      </a:endParaRPr>
                    </a:p>
                    <a:p>
                      <a:pPr fontAlgn="ctr">
                        <a:buNone/>
                      </a:pPr>
                      <a:br>
                        <a:rPr lang="es-MX" sz="1300">
                          <a:effectLst/>
                        </a:rPr>
                      </a:b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362497"/>
                  </a:ext>
                </a:extLst>
              </a:tr>
              <a:tr h="90054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Administrativos</a:t>
                      </a: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Ing. Miguel Ángel Navarro Estrada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Ingeniería Industrial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16 marzo 2020</a:t>
                      </a:r>
                      <a:endParaRPr lang="es-MX" sz="1300">
                        <a:effectLst/>
                      </a:endParaRPr>
                    </a:p>
                    <a:p>
                      <a:pPr fontAlgn="ctr">
                        <a:buNone/>
                      </a:pPr>
                      <a:br>
                        <a:rPr lang="es-MX" sz="1300">
                          <a:effectLst/>
                        </a:rPr>
                      </a:b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697335"/>
                  </a:ext>
                </a:extLst>
              </a:tr>
              <a:tr h="66837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Jurídicos</a:t>
                      </a: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María Elena Parra González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Licenciatura en Derecho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01 febrero 2023</a:t>
                      </a: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342812"/>
                  </a:ext>
                </a:extLst>
              </a:tr>
              <a:tr h="55119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Secretario General Sección III</a:t>
                      </a: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9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Ricardo Alonso Cañedo Canales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Licenciatura en Derecho</a:t>
                      </a:r>
                      <a:endParaRPr lang="es-MX" sz="13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16  abril 2024</a:t>
                      </a:r>
                      <a:endParaRPr lang="es-MX" sz="1300">
                        <a:effectLst/>
                      </a:endParaRPr>
                    </a:p>
                  </a:txBody>
                  <a:tcPr marL="87944" marR="87944" marT="42213" marB="4221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551766"/>
                  </a:ext>
                </a:extLst>
              </a:tr>
            </a:tbl>
          </a:graphicData>
        </a:graphic>
      </p:graphicFrame>
      <p:sp>
        <p:nvSpPr>
          <p:cNvPr id="17" name="Rectangle 1">
            <a:extLst>
              <a:ext uri="{FF2B5EF4-FFF2-40B4-BE49-F238E27FC236}">
                <a16:creationId xmlns:a16="http://schemas.microsoft.com/office/drawing/2014/main" id="{18897452-CA5C-4A3F-9E4D-53959EF67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870" y="2623995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60%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51200" y="923926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996764" y="2977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5,412,691</a:t>
            </a:r>
            <a:br/>
            <a:r>
              <a:t>60%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8364" y="2973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385600" y="31356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12400" y="3675802"/>
            <a:ext cx="1188000" cy="303782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522,707</a:t>
            </a:r>
            <a:br>
              <a:rPr/>
            </a:br>
            <a:r>
              <a:t>6%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855" y="3587875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491200" y="3699475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-75641" y="1460004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3,019,634</a:t>
            </a:r>
            <a:br>
              <a:rPr/>
            </a:br>
            <a:r>
              <a:t>34%</a:t>
            </a:r>
          </a:p>
        </p:txBody>
      </p:sp>
      <p:pic>
        <p:nvPicPr>
          <p:cNvPr id="125" name="Picture 124" descr="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236" y="1490452"/>
            <a:ext cx="1404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564541" y="1589603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289889" y="945304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26,995</a:t>
            </a:r>
            <a:br>
              <a:rPr/>
            </a:br>
            <a:r>
              <a:t>0.30%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8000" y="91427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4167489" y="1047988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8,982,027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4,758,012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5,412,691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2,558,127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3,200,421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1,761,000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2,078,086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327,058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479,860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415,790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629,149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368,682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579,333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2,199,885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2,212,270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738,686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795,676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1,112,462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955,977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348,737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460,617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4,511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4,787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23,716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34,550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1042193973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4_j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02819"/>
            <a:ext cx="5868000" cy="538448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837261"/>
              </p:ext>
            </p:extLst>
          </p:nvPr>
        </p:nvGraphicFramePr>
        <p:xfrm>
          <a:off x="1706400" y="7375100"/>
          <a:ext cx="4359600" cy="149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606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2,551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1,04</a:t>
                      </a:r>
                      <a:r>
                        <a:rPr lang="es-MX" sz="1000">
                          <a:latin typeface="Montserrat"/>
                        </a:rPr>
                        <a:t>4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889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402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644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3,493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00">
                          <a:latin typeface="Montserrat"/>
                        </a:rPr>
                        <a:t>1,813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94 UMF, 12 UMFH, 1 UMF-UMAA y no incluye 59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</a:t>
            </a:r>
            <a:r>
              <a:t>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156;g3d7b9a303e3_0_33">
            <a:extLst>
              <a:ext uri="{FF2B5EF4-FFF2-40B4-BE49-F238E27FC236}">
                <a16:creationId xmlns:a16="http://schemas.microsoft.com/office/drawing/2014/main" id="{A75A6BA6-1AD0-365F-2E99-8B28F7AD55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336222"/>
              </p:ext>
            </p:extLst>
          </p:nvPr>
        </p:nvGraphicFramePr>
        <p:xfrm>
          <a:off x="286850" y="1190046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Ayala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 Guadalajara, Jalisco</a:t>
                      </a:r>
                      <a:endParaRPr sz="18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157;g3d7b9a303e3_0_33">
            <a:extLst>
              <a:ext uri="{FF2B5EF4-FFF2-40B4-BE49-F238E27FC236}">
                <a16:creationId xmlns:a16="http://schemas.microsoft.com/office/drawing/2014/main" id="{0139AD3E-A2BB-9121-2D42-4DFFA5094F3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8" y="3812481"/>
            <a:ext cx="28003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8;g3d7b9a303e3_0_33">
            <a:extLst>
              <a:ext uri="{FF2B5EF4-FFF2-40B4-BE49-F238E27FC236}">
                <a16:creationId xmlns:a16="http://schemas.microsoft.com/office/drawing/2014/main" id="{F5459F8C-33AB-C255-41B5-46AB1DCCE2F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850" y="1945299"/>
            <a:ext cx="3029070" cy="18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B94C34A-F5BD-16FB-C523-148B92639C40}"/>
              </a:ext>
            </a:extLst>
          </p:cNvPr>
          <p:cNvSpPr txBox="1"/>
          <p:nvPr/>
        </p:nvSpPr>
        <p:spPr>
          <a:xfrm>
            <a:off x="3417406" y="2104969"/>
            <a:ext cx="4179377" cy="32239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el 1 de julio de 1946 en Guadalajara con tres locales rentados, uno en el Centro Histórico.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1958 se inauguró la primera clínica de Zona No. 1, ahora UMF en Agua Azul. </a:t>
            </a:r>
          </a:p>
          <a:p>
            <a:pPr algn="just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>
                <a:solidFill>
                  <a:srgbClr val="000000"/>
                </a:solidFill>
                <a:effectLst/>
                <a:latin typeface="Montserrat"/>
              </a:rPr>
              <a:t>El primer hospital del IMSS fue el Hospital Ayala, adquirido en 1958 y posteriormente renombrado como Hospital Regional</a:t>
            </a:r>
            <a:r>
              <a:rPr lang="es-ES" sz="1100">
                <a:latin typeface="Montserrat"/>
              </a:rPr>
              <a:t> en 1962</a:t>
            </a:r>
            <a:r>
              <a:rPr lang="es-ES" sz="1100" b="0" i="0" u="none" strike="noStrike">
                <a:solidFill>
                  <a:srgbClr val="000000"/>
                </a:solidFill>
                <a:effectLst/>
                <a:latin typeface="Montserrat"/>
              </a:rPr>
              <a:t>, antecedente del Hospital General Regional</a:t>
            </a:r>
            <a:r>
              <a:rPr lang="es-ES" sz="1100">
                <a:latin typeface="Montserrat"/>
              </a:rPr>
              <a:t> </a:t>
            </a:r>
            <a:r>
              <a:rPr lang="es-ES" sz="1100" b="0" i="0" u="none" strike="noStrike">
                <a:solidFill>
                  <a:srgbClr val="000000"/>
                </a:solidFill>
                <a:effectLst/>
                <a:latin typeface="Montserrat"/>
              </a:rPr>
              <a:t> del Centro Médico Nacional de Occidente.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Contaba con aproximada de 60 camas, y ofrecía servicios de hospitalización general, urgencias, medicina interna, cirugía general básica, gineco‑obstetricia, laboratorio y farmacia, para la atención de alta especialidad contó con el apoyo del entonces Centro Médico Nacional de la Ciudad de México.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jal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280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</a:t>
            </a:r>
            <a:r>
              <a:rPr err="1"/>
              <a:t>quirófano</a:t>
            </a:r>
            <a:r>
              <a:t>, salas </a:t>
            </a:r>
            <a:r>
              <a:rPr err="1"/>
              <a:t>híbridas</a:t>
            </a:r>
            <a:r>
              <a:t> y salas </a:t>
            </a:r>
            <a:r>
              <a:rPr err="1"/>
              <a:t>mixtas</a:t>
            </a:r>
            <a:r>
              <a:t>, no </a:t>
            </a:r>
            <a:r>
              <a:rPr err="1"/>
              <a:t>considera</a:t>
            </a:r>
            <a:r>
              <a:t> salas de </a:t>
            </a:r>
            <a:r>
              <a:rPr err="1"/>
              <a:t>tococirugía</a:t>
            </a:r>
            <a:r>
              <a:t> y </a:t>
            </a:r>
            <a:r>
              <a:rPr err="1"/>
              <a:t>expulsión</a:t>
            </a:r>
            <a:r>
              <a:t>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seleccionados</a:t>
            </a:r>
            <a:r>
              <a:t> del IFU </a:t>
            </a:r>
            <a:r>
              <a:rPr err="1"/>
              <a:t>enviados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 </a:t>
            </a:r>
            <a:r>
              <a:t>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881766"/>
              </p:ext>
            </p:extLst>
          </p:nvPr>
        </p:nvGraphicFramePr>
        <p:xfrm>
          <a:off x="75600" y="1234800"/>
          <a:ext cx="7650000" cy="257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110 </a:t>
                      </a:r>
                      <a:r>
                        <a:rPr err="1"/>
                        <a:t>Oblatos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  <a:r>
                        <a:rPr lang="es-MX"/>
                        <a:t>5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</a:t>
                      </a:r>
                      <a:r>
                        <a:rPr lang="es-MX"/>
                        <a:t>10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3898800"/>
          <a:ext cx="7650000" cy="165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3,530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</a:t>
            </a:r>
            <a:r>
              <a:rPr err="1"/>
              <a:t>quirófano</a:t>
            </a:r>
            <a:r>
              <a:t>, salas </a:t>
            </a:r>
            <a:r>
              <a:rPr err="1"/>
              <a:t>híbridas</a:t>
            </a:r>
            <a:r>
              <a:t> y salas </a:t>
            </a:r>
            <a:r>
              <a:rPr err="1"/>
              <a:t>mixtas</a:t>
            </a:r>
            <a:r>
              <a:t>, no </a:t>
            </a:r>
            <a:r>
              <a:rPr err="1"/>
              <a:t>considera</a:t>
            </a:r>
            <a:r>
              <a:t> salas de </a:t>
            </a:r>
            <a:r>
              <a:rPr err="1"/>
              <a:t>tococirugía</a:t>
            </a:r>
            <a:r>
              <a:t> y </a:t>
            </a:r>
            <a:r>
              <a:rPr err="1"/>
              <a:t>expulsión</a:t>
            </a:r>
            <a:r>
              <a:t>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seleccionados</a:t>
            </a:r>
            <a:r>
              <a:t> del IFU </a:t>
            </a:r>
            <a:r>
              <a:rPr err="1"/>
              <a:t>enviados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</a:t>
            </a:r>
            <a:r>
              <a:t>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>
            <p:extLst>
              <p:ext uri="{D42A27DB-BD31-4B8C-83A1-F6EECF244321}">
                <p14:modId xmlns:p14="http://schemas.microsoft.com/office/powerpoint/2010/main" val="4243019596"/>
              </p:ext>
            </p:extLst>
          </p:nvPr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 (1 de 2)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56417"/>
              </p:ext>
            </p:extLst>
          </p:nvPr>
        </p:nvGraphicFramePr>
        <p:xfrm>
          <a:off x="118800" y="1412337"/>
          <a:ext cx="7534799" cy="6216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8763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/>
              <a:t>Proyectos</a:t>
            </a:r>
            <a:r>
              <a:t> de </a:t>
            </a:r>
            <a:r>
              <a:rPr err="1"/>
              <a:t>implementación</a:t>
            </a:r>
            <a:r>
              <a:t>/</a:t>
            </a:r>
            <a:r>
              <a:rPr err="1"/>
              <a:t>sustitución</a:t>
            </a:r>
            <a:r>
              <a:t> 2019-2025. </a:t>
            </a:r>
            <a:r>
              <a:rPr err="1"/>
              <a:t>Incluye</a:t>
            </a:r>
            <a:r>
              <a:t> </a:t>
            </a:r>
            <a:r>
              <a:rPr err="1"/>
              <a:t>equipo</a:t>
            </a:r>
            <a:r>
              <a:t> de la </a:t>
            </a:r>
            <a:r>
              <a:rPr err="1"/>
              <a:t>compra</a:t>
            </a:r>
            <a:r>
              <a:t> 2025-2026.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seleccionadas</a:t>
            </a:r>
            <a:r>
              <a:t> del IFU, </a:t>
            </a:r>
            <a:r>
              <a:rPr err="1"/>
              <a:t>enviadas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</a:t>
            </a:r>
            <a:r>
              <a:t> de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369043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</a:t>
            </a:r>
            <a:r>
              <a:rPr err="1"/>
              <a:t>relevante</a:t>
            </a:r>
            <a:r>
              <a:rPr lang="es-MX"/>
              <a:t> (2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003213"/>
              </p:ext>
            </p:extLst>
          </p:nvPr>
        </p:nvGraphicFramePr>
        <p:xfrm>
          <a:off x="93600" y="1692000"/>
          <a:ext cx="75347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/>
              <a:t>Proyectos</a:t>
            </a:r>
            <a:r>
              <a:t> de </a:t>
            </a:r>
            <a:r>
              <a:rPr err="1"/>
              <a:t>implementación</a:t>
            </a:r>
            <a:r>
              <a:t>/</a:t>
            </a:r>
            <a:r>
              <a:rPr err="1"/>
              <a:t>sustitución</a:t>
            </a:r>
            <a:r>
              <a:t> 2019-2025. </a:t>
            </a:r>
            <a:r>
              <a:rPr err="1"/>
              <a:t>Incluye</a:t>
            </a:r>
            <a:r>
              <a:t> </a:t>
            </a:r>
            <a:r>
              <a:rPr err="1"/>
              <a:t>equipo</a:t>
            </a:r>
            <a:r>
              <a:t> de la </a:t>
            </a:r>
            <a:r>
              <a:rPr err="1"/>
              <a:t>compra</a:t>
            </a:r>
            <a:r>
              <a:t> 2025-2026.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seleccionadas</a:t>
            </a:r>
            <a:r>
              <a:t> del IFU, </a:t>
            </a:r>
            <a:r>
              <a:rPr err="1"/>
              <a:t>enviadas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 </a:t>
            </a:r>
            <a:r>
              <a:t>de 2026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664489A-81E1-5EC6-6589-D21A96A7761E}"/>
              </a:ext>
            </a:extLst>
          </p:cNvPr>
          <p:cNvGrpSpPr/>
          <p:nvPr/>
        </p:nvGrpSpPr>
        <p:grpSpPr>
          <a:xfrm>
            <a:off x="59675" y="3983888"/>
            <a:ext cx="7788378" cy="5040519"/>
            <a:chOff x="59675" y="3983888"/>
            <a:chExt cx="7788378" cy="5040519"/>
          </a:xfrm>
        </p:grpSpPr>
        <p:pic>
          <p:nvPicPr>
            <p:cNvPr id="9" name="Google Shape;186;g3d62d805bc0_1_198" title="HGZ 86 URUAPAN.jpg">
              <a:extLst>
                <a:ext uri="{FF2B5EF4-FFF2-40B4-BE49-F238E27FC236}">
                  <a16:creationId xmlns:a16="http://schemas.microsoft.com/office/drawing/2014/main" id="{C2DEDE87-59A3-904A-7751-88510652B03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1417" t="15479" r="44279" b="26090"/>
            <a:stretch/>
          </p:blipFill>
          <p:spPr>
            <a:xfrm>
              <a:off x="5276651" y="4731027"/>
              <a:ext cx="2225749" cy="142059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0" name="Google Shape;188;g3d62d805bc0_1_198">
              <a:extLst>
                <a:ext uri="{FF2B5EF4-FFF2-40B4-BE49-F238E27FC236}">
                  <a16:creationId xmlns:a16="http://schemas.microsoft.com/office/drawing/2014/main" id="{86DC611B-F915-F938-0E36-9FFA12E0B528}"/>
                </a:ext>
              </a:extLst>
            </p:cNvPr>
            <p:cNvSpPr/>
            <p:nvPr/>
          </p:nvSpPr>
          <p:spPr>
            <a:xfrm>
              <a:off x="5707253" y="6189053"/>
              <a:ext cx="1795147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Mastógrafos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11" name="Google Shape;189;g3d62d805bc0_1_198">
              <a:extLst>
                <a:ext uri="{FF2B5EF4-FFF2-40B4-BE49-F238E27FC236}">
                  <a16:creationId xmlns:a16="http://schemas.microsoft.com/office/drawing/2014/main" id="{959A5ACC-170A-DE84-7130-669F3B69B901}"/>
                </a:ext>
              </a:extLst>
            </p:cNvPr>
            <p:cNvSpPr txBox="1"/>
            <p:nvPr/>
          </p:nvSpPr>
          <p:spPr>
            <a:xfrm>
              <a:off x="5246753" y="6569919"/>
              <a:ext cx="2601300" cy="2454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" sz="1300" b="1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 UMF</a:t>
              </a:r>
              <a:endParaRPr sz="105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05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UMF 78 Guadalajara,UMF 34 Guadalajara, UMF 88 Guadalajara, UMF 49 Guadalajara, UMF 178 Guadalupe, UMF 3 Guadalajara, UMF 48 Guadalajara, UMF 1 Guadalajara, HGR 45 Guadalajara </a:t>
              </a:r>
              <a:endParaRPr sz="105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s" sz="1300" b="1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 Hospitales</a:t>
              </a:r>
              <a:endParaRPr sz="105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sz="105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HGZ-UMAA 7 Lagos de Moreno, HGZMF 20 Autlan Navarro, HES CMN Occidente, HGR 110 Oblatos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" b="1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$39.3 mdp</a:t>
              </a:r>
              <a:endParaRPr b="1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" name="Google Shape;190;g3d62d805bc0_1_198">
              <a:extLst>
                <a:ext uri="{FF2B5EF4-FFF2-40B4-BE49-F238E27FC236}">
                  <a16:creationId xmlns:a16="http://schemas.microsoft.com/office/drawing/2014/main" id="{E047B854-83C1-3FC9-1148-34D21D030FB2}"/>
                </a:ext>
              </a:extLst>
            </p:cNvPr>
            <p:cNvSpPr/>
            <p:nvPr/>
          </p:nvSpPr>
          <p:spPr>
            <a:xfrm>
              <a:off x="5246753" y="6193984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13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3" name="Google Shape;191;g3d62d805bc0_1_198">
              <a:extLst>
                <a:ext uri="{FF2B5EF4-FFF2-40B4-BE49-F238E27FC236}">
                  <a16:creationId xmlns:a16="http://schemas.microsoft.com/office/drawing/2014/main" id="{3F3A1CB9-1F0B-AC68-751D-AEEEBAC44E69}"/>
                </a:ext>
              </a:extLst>
            </p:cNvPr>
            <p:cNvSpPr/>
            <p:nvPr/>
          </p:nvSpPr>
          <p:spPr>
            <a:xfrm>
              <a:off x="149075" y="6228249"/>
              <a:ext cx="426886" cy="3434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4" name="Google Shape;192;g3d62d805bc0_1_198">
              <a:extLst>
                <a:ext uri="{FF2B5EF4-FFF2-40B4-BE49-F238E27FC236}">
                  <a16:creationId xmlns:a16="http://schemas.microsoft.com/office/drawing/2014/main" id="{A841C5C4-8D19-8896-E122-4AD594CA5865}"/>
                </a:ext>
              </a:extLst>
            </p:cNvPr>
            <p:cNvSpPr/>
            <p:nvPr/>
          </p:nvSpPr>
          <p:spPr>
            <a:xfrm>
              <a:off x="607282" y="6228249"/>
              <a:ext cx="1889701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" name="Google Shape;193;g3d62d805bc0_1_198">
              <a:extLst>
                <a:ext uri="{FF2B5EF4-FFF2-40B4-BE49-F238E27FC236}">
                  <a16:creationId xmlns:a16="http://schemas.microsoft.com/office/drawing/2014/main" id="{4C576BA5-C67E-304C-5893-C8D3D303D1DF}"/>
                </a:ext>
              </a:extLst>
            </p:cNvPr>
            <p:cNvSpPr txBox="1"/>
            <p:nvPr/>
          </p:nvSpPr>
          <p:spPr>
            <a:xfrm>
              <a:off x="94800" y="6569919"/>
              <a:ext cx="2323200" cy="662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180 Tlajomulco</a:t>
              </a:r>
            </a:p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$38.2 mdp</a:t>
              </a:r>
              <a:r>
                <a:rPr lang="es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/>
            </a:p>
          </p:txBody>
        </p:sp>
        <p:sp>
          <p:nvSpPr>
            <p:cNvPr id="16" name="Google Shape;194;g3d62d805bc0_1_198">
              <a:extLst>
                <a:ext uri="{FF2B5EF4-FFF2-40B4-BE49-F238E27FC236}">
                  <a16:creationId xmlns:a16="http://schemas.microsoft.com/office/drawing/2014/main" id="{44869CA7-CD3D-4EFC-9B1D-D763DBA3E495}"/>
                </a:ext>
              </a:extLst>
            </p:cNvPr>
            <p:cNvSpPr/>
            <p:nvPr/>
          </p:nvSpPr>
          <p:spPr>
            <a:xfrm>
              <a:off x="3165414" y="6158699"/>
              <a:ext cx="1795147" cy="3434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95;g3d62d805bc0_1_198">
              <a:extLst>
                <a:ext uri="{FF2B5EF4-FFF2-40B4-BE49-F238E27FC236}">
                  <a16:creationId xmlns:a16="http://schemas.microsoft.com/office/drawing/2014/main" id="{9E0359B2-450E-DCB4-A276-4D644CFEB3DA}"/>
                </a:ext>
              </a:extLst>
            </p:cNvPr>
            <p:cNvSpPr/>
            <p:nvPr/>
          </p:nvSpPr>
          <p:spPr>
            <a:xfrm>
              <a:off x="2656367" y="6158699"/>
              <a:ext cx="476666" cy="3434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8" name="Google Shape;196;g3d62d805bc0_1_198">
              <a:extLst>
                <a:ext uri="{FF2B5EF4-FFF2-40B4-BE49-F238E27FC236}">
                  <a16:creationId xmlns:a16="http://schemas.microsoft.com/office/drawing/2014/main" id="{89D2E941-EDDF-B121-0320-B4E9322B08E1}"/>
                </a:ext>
              </a:extLst>
            </p:cNvPr>
            <p:cNvSpPr txBox="1"/>
            <p:nvPr/>
          </p:nvSpPr>
          <p:spPr>
            <a:xfrm>
              <a:off x="2633153" y="6544373"/>
              <a:ext cx="2613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Occidente (2)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9" name="Google Shape;197;g3d62d805bc0_1_198">
              <a:extLst>
                <a:ext uri="{FF2B5EF4-FFF2-40B4-BE49-F238E27FC236}">
                  <a16:creationId xmlns:a16="http://schemas.microsoft.com/office/drawing/2014/main" id="{312C0B45-53CE-A05B-12E7-414B644DB6DA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86932" y="4738105"/>
              <a:ext cx="2239471" cy="14205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198;g3d62d805bc0_1_198">
              <a:extLst>
                <a:ext uri="{FF2B5EF4-FFF2-40B4-BE49-F238E27FC236}">
                  <a16:creationId xmlns:a16="http://schemas.microsoft.com/office/drawing/2014/main" id="{444DDB15-BE8A-3489-1157-FC0714217AFB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6808" y="4773396"/>
              <a:ext cx="2291192" cy="14205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69;g3d62d805bc0_1_167">
              <a:extLst>
                <a:ext uri="{FF2B5EF4-FFF2-40B4-BE49-F238E27FC236}">
                  <a16:creationId xmlns:a16="http://schemas.microsoft.com/office/drawing/2014/main" id="{87505E72-02DE-D5F1-2AF3-0D555DD1EAB3}"/>
                </a:ext>
              </a:extLst>
            </p:cNvPr>
            <p:cNvSpPr txBox="1"/>
            <p:nvPr/>
          </p:nvSpPr>
          <p:spPr>
            <a:xfrm>
              <a:off x="59675" y="3983888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8540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E852578-4BF0-70E0-A72E-010701678A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F297F37-CC3A-A783-53CA-4D1F7F00753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88AB7FD-7756-64D3-57E1-2E5DF0910CA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14A1A6D-DCDB-0493-E46E-F93BB5BBC1A9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EE4C9F3D-582F-6ED1-D49D-AF69B42F8F2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924DE955-5735-A4F2-A2AA-1566948F60C9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BDC2B73A-80FE-3C16-8405-14CC686DA803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+36,604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+519,102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+467,486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7,838,839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519,102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3,588,411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8,152,360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2,587,402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467,486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1,215,154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2,676,545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159,296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36,604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77,648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188,135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468910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</a:t>
            </a:r>
            <a:r>
              <a:rPr err="1"/>
              <a:t>viernes</a:t>
            </a:r>
            <a:r>
              <a:rPr lang="es-MX"/>
              <a:t> (1 de 3)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146864"/>
              </p:ext>
            </p:extLst>
          </p:nvPr>
        </p:nvGraphicFramePr>
        <p:xfrm>
          <a:off x="151200" y="1692000"/>
          <a:ext cx="7473599" cy="703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02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Experiencia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Atemajac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83,264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36,333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201,911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Amatitan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97 Magdalena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16 Tecalitlán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Pihuamo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S. Marcos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Ameca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54,489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10 Tequila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37,117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-2,982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19 Tuxpan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14,792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18 Zapotiltic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29,577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17 Atentique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Arandas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22 Atotonilco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24,186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23 La Barca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42,910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Bella Vista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Estipac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La Sauceda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40 Chapala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Atotonilquillo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Ing. Melchor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La Garita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Vista Hermosa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70 Careyes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Ahualulco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S. Juan Lagos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17,411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48,954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346,338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150,946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62 Sayula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Ixtlahuacan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106 San Martín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Tomatlán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83 La Huerta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87 Teocaltiche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80 Cihuatlán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Jocotepec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28,771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47387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</a:t>
            </a:r>
            <a:r>
              <a:rPr err="1"/>
              <a:t>viernes</a:t>
            </a:r>
            <a:r>
              <a:rPr lang="es-MX"/>
              <a:t> (2 de 3)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968498"/>
              </p:ext>
            </p:extLst>
          </p:nvPr>
        </p:nvGraphicFramePr>
        <p:xfrm>
          <a:off x="151200" y="1691999"/>
          <a:ext cx="7473599" cy="6824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701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66 Ayotlán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Martín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76 Teocuitatlán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77 Zacoalco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86 S. Miguel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26,929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12,602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68 Bolaños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60 Colotlán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Masamitla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64 Tapalapa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81 Grullo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71 Ayutla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82 Unión de Tula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75 Tecolotlán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85 Jalostitlán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63 San Gabriel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El Arenal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74 Talpa Allende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69 Etzatlán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14,781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94 Yahualica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95 Poncitlán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15,391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67 Tototlán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Cocula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19,853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100 Jamay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167 H. Provincia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87,424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Tlaquepaque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165,873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71,975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169 Ocotlán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59,893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91 El Fresno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69,630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31,454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96 Mascota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79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59,271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28,959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Acatlán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98 Teuchitlán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Zapotlanejo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40,629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128 Acatic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137 Antonio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114 Gómez Farías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159 Jesús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155 Tizapan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6808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130 Ojuelos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474040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86 UMF de lunes a </a:t>
            </a:r>
            <a:r>
              <a:rPr err="1"/>
              <a:t>viernes</a:t>
            </a:r>
            <a:r>
              <a:rPr lang="es-MX"/>
              <a:t> (3 de 3)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428364"/>
              </p:ext>
            </p:extLst>
          </p:nvPr>
        </p:nvGraphicFramePr>
        <p:xfrm>
          <a:off x="118800" y="2142305"/>
          <a:ext cx="7473599" cy="2702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044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24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133 Unión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24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132 San Julián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24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162 Melaque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24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160 Capilla Gpe.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493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84 Encarnación de Díaz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24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178 Guadalupe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119,557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54,027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24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165 Degollado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24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Buena Vista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24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65 Techaluta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93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183 San Ignacio Cerro Gordo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324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2,483,179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174,068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1,117,002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2,735,704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567532"/>
              </p:ext>
            </p:extLst>
          </p:nvPr>
        </p:nvGraphicFramePr>
        <p:xfrm>
          <a:off x="4835391" y="5795893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35391" y="6515893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5391" y="7415893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390" y="5795893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2,735,704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>
          <a:extLst>
            <a:ext uri="{FF2B5EF4-FFF2-40B4-BE49-F238E27FC236}">
              <a16:creationId xmlns:a16="http://schemas.microsoft.com/office/drawing/2014/main" id="{77F216B2-12DD-F44A-DBFC-5525A6C0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4D86D49-ABF8-EBE9-7E8B-DBEDCC31AEF0}"/>
              </a:ext>
            </a:extLst>
          </p:cNvPr>
          <p:cNvSpPr txBox="1"/>
          <p:nvPr/>
        </p:nvSpPr>
        <p:spPr>
          <a:xfrm>
            <a:off x="4179774" y="688624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3 Nueva UMTC con   4 consultorios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52558E1-5A4D-8CA1-01BE-9E53CE5F9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418750"/>
              </p:ext>
            </p:extLst>
          </p:nvPr>
        </p:nvGraphicFramePr>
        <p:xfrm>
          <a:off x="4783570" y="8101665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UMFH 22 Atotonilco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41 San Juan de los Lagos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55 Guadalajara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107 Unidades de Medicina Familiar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21 Unidades Médicas de tiempo completo (99 consultorios)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9475" y="637395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(451,958 consultas)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663846"/>
              </p:ext>
            </p:extLst>
          </p:nvPr>
        </p:nvGraphicFramePr>
        <p:xfrm>
          <a:off x="118800" y="1846109"/>
          <a:ext cx="7473599" cy="41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66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5 El Salto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121,984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10,267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59,404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168 Tepatitlán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67,661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348,211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157,738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371,952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433,879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-2,391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191,502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451,008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Tlaquepaque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270,619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29,804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128,099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52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138,951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66,070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Tlajomulco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106,222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49,143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92 Miravalle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276,797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131,957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48 Guadalajara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427,884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200,706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438,480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51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263,057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28,088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113,144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263,088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93 Tonalá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287,314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303,072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88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125,511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59,524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53 Zapopan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373,961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29,894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166,821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78 Guadalajara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296,204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136,029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171 Zapopan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318,350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26,275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149,284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170 Del 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262,152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33,380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120,298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177 Lagos de Moreno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174,386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81,450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179 Las Parotas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149,550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71,275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181 Los Sabinos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85,343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39,167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182 Tesistán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131,998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60,652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184 Cerro de la Reina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136,429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13,599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64,292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796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4,867,809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307,306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2,243,080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4,911,320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985704"/>
              </p:ext>
            </p:extLst>
          </p:nvPr>
        </p:nvGraphicFramePr>
        <p:xfrm>
          <a:off x="354275" y="634155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54275" y="697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  <p:extLst>
      <p:ext uri="{BB962C8B-B14F-4D97-AF65-F5344CB8AC3E}">
        <p14:creationId xmlns:p14="http://schemas.microsoft.com/office/powerpoint/2010/main" val="3847437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125999" y="987889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err="1"/>
              <a:t>Productividad</a:t>
            </a:r>
            <a:r>
              <a:t> de </a:t>
            </a:r>
            <a:r>
              <a:rPr err="1"/>
              <a:t>consultas</a:t>
            </a:r>
            <a:r>
              <a:t> de </a:t>
            </a:r>
            <a:r>
              <a:rPr err="1"/>
              <a:t>especialidad</a:t>
            </a:r>
            <a:r>
              <a:t>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649595"/>
              </p:ext>
            </p:extLst>
          </p:nvPr>
        </p:nvGraphicFramePr>
        <p:xfrm>
          <a:off x="144000" y="1494000"/>
          <a:ext cx="7340399" cy="531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202,350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230,791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46,379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105,634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229,950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176,192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80,607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247,262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38,945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110,279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148,443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68,548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109,591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249,660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35,370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64,321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35,685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86,870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58,752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26,374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17,903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66,185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31,257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86,870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43,435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CCSM 1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52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23,642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40,880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87E7CA8D-3E2D-9B89-A1CE-90FE5B577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657575"/>
              </p:ext>
            </p:extLst>
          </p:nvPr>
        </p:nvGraphicFramePr>
        <p:xfrm>
          <a:off x="125999" y="6823881"/>
          <a:ext cx="7340399" cy="85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HGSMF 27 Villa Corona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6,372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-228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3,214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28 Casimiro Castillo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1,990,000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368,922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919,653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2,019,545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2">
            <a:extLst>
              <a:ext uri="{FF2B5EF4-FFF2-40B4-BE49-F238E27FC236}">
                <a16:creationId xmlns:a16="http://schemas.microsoft.com/office/drawing/2014/main" id="{824AB30F-AA7A-E791-FA3B-78467F2F142F}"/>
              </a:ext>
            </a:extLst>
          </p:cNvPr>
          <p:cNvSpPr txBox="1"/>
          <p:nvPr/>
        </p:nvSpPr>
        <p:spPr>
          <a:xfrm>
            <a:off x="15240" y="577680"/>
            <a:ext cx="571182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err="1">
                <a:solidFill>
                  <a:srgbClr val="9F2241"/>
                </a:solidFill>
                <a:latin typeface="Montserrat"/>
              </a:rPr>
              <a:t>Consultas</a:t>
            </a:r>
            <a:r>
              <a:rPr sz="2100" b="1">
                <a:solidFill>
                  <a:srgbClr val="9F2241"/>
                </a:solidFill>
                <a:latin typeface="Montserrat"/>
              </a:rPr>
              <a:t> de </a:t>
            </a:r>
            <a:r>
              <a:rPr sz="2100" b="1" err="1">
                <a:solidFill>
                  <a:srgbClr val="9F2241"/>
                </a:solidFill>
                <a:latin typeface="Montserrat"/>
              </a:rPr>
              <a:t>especialidad</a:t>
            </a:r>
            <a:r>
              <a:rPr sz="2100" b="1">
                <a:solidFill>
                  <a:srgbClr val="9F2241"/>
                </a:solidFill>
                <a:latin typeface="Montserrat"/>
              </a:rPr>
              <a:t> 2026</a:t>
            </a:r>
            <a:r>
              <a:rPr lang="es-MX" sz="2100" b="1">
                <a:solidFill>
                  <a:srgbClr val="9F2241"/>
                </a:solidFill>
                <a:latin typeface="Montserrat"/>
              </a:rPr>
              <a:t> (1 de 2)</a:t>
            </a:r>
            <a:endParaRPr sz="2100" b="1">
              <a:solidFill>
                <a:srgbClr val="9F224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" y="577680"/>
            <a:ext cx="571182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err="1">
                <a:solidFill>
                  <a:srgbClr val="9F2241"/>
                </a:solidFill>
                <a:latin typeface="Montserrat"/>
              </a:rPr>
              <a:t>Consultas</a:t>
            </a:r>
            <a:r>
              <a:rPr sz="2100" b="1">
                <a:solidFill>
                  <a:srgbClr val="9F2241"/>
                </a:solidFill>
                <a:latin typeface="Montserrat"/>
              </a:rPr>
              <a:t> de </a:t>
            </a:r>
            <a:r>
              <a:rPr sz="2100" b="1" err="1">
                <a:solidFill>
                  <a:srgbClr val="9F2241"/>
                </a:solidFill>
                <a:latin typeface="Montserrat"/>
              </a:rPr>
              <a:t>especialidad</a:t>
            </a:r>
            <a:r>
              <a:rPr sz="2100" b="1">
                <a:solidFill>
                  <a:srgbClr val="9F2241"/>
                </a:solidFill>
                <a:latin typeface="Montserrat"/>
              </a:rPr>
              <a:t> 2026</a:t>
            </a:r>
            <a:r>
              <a:rPr lang="es-MX" sz="2100" b="1">
                <a:solidFill>
                  <a:srgbClr val="9F2241"/>
                </a:solidFill>
                <a:latin typeface="Montserrat"/>
              </a:rPr>
              <a:t> (2 de 2)</a:t>
            </a:r>
            <a:endParaRPr sz="2100" b="1">
              <a:solidFill>
                <a:srgbClr val="9F2241"/>
              </a:solidFill>
              <a:latin typeface="Montserrat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912546"/>
              </p:ext>
            </p:extLst>
          </p:nvPr>
        </p:nvGraphicFramePr>
        <p:xfrm>
          <a:off x="190801" y="2099159"/>
          <a:ext cx="7340399" cy="2381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213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3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55,770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3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72,615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3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332,964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167,116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381,060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3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597,402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98,564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295,501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657,000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3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2,587,402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467,486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1,215,154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2,676,545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89693"/>
              </p:ext>
            </p:extLst>
          </p:nvPr>
        </p:nvGraphicFramePr>
        <p:xfrm>
          <a:off x="4767153" y="5577841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67153" y="6297841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45.4%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7153" y="7197841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152" y="5577841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2,676,545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0845762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905786"/>
              </p:ext>
            </p:extLst>
          </p:nvPr>
        </p:nvGraphicFramePr>
        <p:xfrm>
          <a:off x="170280" y="1023414"/>
          <a:ext cx="734039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883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46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9 Cd. Guzmán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42 Pto. Vallarta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180 Tlajomulco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14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20 Autlan Navarro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110 Oblatos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89 Guadalajara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45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21 Tepatitlán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1,752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873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7 Lagos de Moreno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185 Arandas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26 Tala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Ocotlán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52 Guadalajara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27 Villa Corona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192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Tamazula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8F6EB33F-E309-1A34-28D2-5561B9784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87320"/>
              </p:ext>
            </p:extLst>
          </p:nvPr>
        </p:nvGraphicFramePr>
        <p:xfrm>
          <a:off x="169782" y="5680494"/>
          <a:ext cx="7340399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8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HGSMF 28 Casimiro Castillo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>
                          <a:solidFill>
                            <a:schemeClr val="tx1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8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118,588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21,008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55,526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134,909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E0220B9B-1315-43E0-C353-B809C0474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990370"/>
              </p:ext>
            </p:extLst>
          </p:nvPr>
        </p:nvGraphicFramePr>
        <p:xfrm>
          <a:off x="143502" y="6168174"/>
          <a:ext cx="7340399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206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37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37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CMN Occidente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37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Occidente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37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40,708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15,596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22,122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53,226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37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159,296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36,604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77,648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188,135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9">
            <a:extLst>
              <a:ext uri="{FF2B5EF4-FFF2-40B4-BE49-F238E27FC236}">
                <a16:creationId xmlns:a16="http://schemas.microsoft.com/office/drawing/2014/main" id="{A6B6376F-E360-6487-D402-A7E298FF8C1E}"/>
              </a:ext>
            </a:extLst>
          </p:cNvPr>
          <p:cNvSpPr txBox="1"/>
          <p:nvPr/>
        </p:nvSpPr>
        <p:spPr>
          <a:xfrm>
            <a:off x="600917" y="8057967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188,135 </a:t>
            </a:r>
            <a:br>
              <a:rPr/>
            </a:br>
            <a:r>
              <a:t>Meta 2026</a:t>
            </a:r>
          </a:p>
        </p:txBody>
      </p:sp>
      <p:graphicFrame>
        <p:nvGraphicFramePr>
          <p:cNvPr id="8" name="Chart 6">
            <a:extLst>
              <a:ext uri="{FF2B5EF4-FFF2-40B4-BE49-F238E27FC236}">
                <a16:creationId xmlns:a16="http://schemas.microsoft.com/office/drawing/2014/main" id="{5AA3CB0D-F81A-5665-A684-9488DADB0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746800"/>
              </p:ext>
            </p:extLst>
          </p:nvPr>
        </p:nvGraphicFramePr>
        <p:xfrm>
          <a:off x="4940478" y="7753134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7">
            <a:extLst>
              <a:ext uri="{FF2B5EF4-FFF2-40B4-BE49-F238E27FC236}">
                <a16:creationId xmlns:a16="http://schemas.microsoft.com/office/drawing/2014/main" id="{EA3751C6-6818-CE37-D1BA-BC97E63DC92D}"/>
              </a:ext>
            </a:extLst>
          </p:cNvPr>
          <p:cNvSpPr txBox="1"/>
          <p:nvPr/>
        </p:nvSpPr>
        <p:spPr>
          <a:xfrm>
            <a:off x="4940478" y="8473134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41.3%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665CB1C3-1EC4-37CF-7321-7A798986E583}"/>
              </a:ext>
            </a:extLst>
          </p:cNvPr>
          <p:cNvSpPr txBox="1"/>
          <p:nvPr/>
        </p:nvSpPr>
        <p:spPr>
          <a:xfrm>
            <a:off x="5840478" y="7874454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99 en Hospitales, 15 en sede, 55 en UMF y 531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40509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rPr lang="es-MX"/>
              <a:t> (1 de 7)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175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723998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7239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6875997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6875997"/>
          <a:ext cx="3456000" cy="175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299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45479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t> (</a:t>
            </a:r>
            <a:r>
              <a:rPr lang="es-MX"/>
              <a:t>2 de 7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89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225599"/>
          <a:ext cx="3456000" cy="175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225599"/>
          <a:ext cx="3456000" cy="184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385598"/>
          <a:ext cx="3456000" cy="184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385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7545597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950009"/>
              </p:ext>
            </p:extLst>
          </p:nvPr>
        </p:nvGraphicFramePr>
        <p:xfrm>
          <a:off x="4051800" y="6383549"/>
          <a:ext cx="3456000" cy="271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45639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99 </a:t>
            </a:r>
            <a:r>
              <a:rPr err="1"/>
              <a:t>en</a:t>
            </a:r>
            <a:r>
              <a:t> </a:t>
            </a:r>
            <a:r>
              <a:rPr err="1"/>
              <a:t>Hospitales</a:t>
            </a:r>
            <a:r>
              <a:t> (</a:t>
            </a:r>
            <a:r>
              <a:rPr lang="es-MX"/>
              <a:t>3 de 7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8825"/>
              </p:ext>
            </p:extLst>
          </p:nvPr>
        </p:nvGraphicFramePr>
        <p:xfrm>
          <a:off x="2097360" y="1676280"/>
          <a:ext cx="3456000" cy="2949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Pediatría</a:t>
                      </a:r>
                      <a:r>
                        <a:t>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Cirugía</a:t>
                      </a:r>
                      <a:r>
                        <a:t> </a:t>
                      </a:r>
                      <a:r>
                        <a:rPr err="1"/>
                        <a:t>Cardiotorácica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Cirugía</a:t>
                      </a:r>
                      <a:r>
                        <a:t> </a:t>
                      </a:r>
                      <a:r>
                        <a:rPr err="1"/>
                        <a:t>Plástica</a:t>
                      </a:r>
                      <a:r>
                        <a:t> y </a:t>
                      </a:r>
                      <a:r>
                        <a:rPr err="1"/>
                        <a:t>Reconstructiva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Imagenología</a:t>
                      </a:r>
                      <a:r>
                        <a:t> </a:t>
                      </a:r>
                      <a:r>
                        <a:rPr err="1"/>
                        <a:t>Diagnóstico</a:t>
                      </a:r>
                      <a:r>
                        <a:t> y </a:t>
                      </a:r>
                      <a:r>
                        <a:rPr err="1"/>
                        <a:t>Terapéutica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4917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 Sede delegacional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5313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502361"/>
              </p:ext>
            </p:extLst>
          </p:nvPr>
        </p:nvGraphicFramePr>
        <p:xfrm>
          <a:off x="2249760" y="5751359"/>
          <a:ext cx="3456000" cy="261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Sede</a:t>
                      </a:r>
                      <a:r>
                        <a:t> </a:t>
                      </a:r>
                      <a:r>
                        <a:rPr err="1"/>
                        <a:t>Delegación</a:t>
                      </a: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619272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</a:t>
            </a:r>
            <a:r>
              <a:rPr lang="es-MX"/>
              <a:t> (4 de 7)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Banco de Sangre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130 Hgs/mf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132 UMF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 de Enfermería 133 Hgs/mf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269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069595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069595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6969594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6969594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0000" y="7869593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960000" y="7869593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16867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 (</a:t>
            </a:r>
            <a:r>
              <a:rPr lang="es-MX"/>
              <a:t>5 de 7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025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025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7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077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077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22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229595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17989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 (</a:t>
            </a:r>
            <a:r>
              <a:rPr lang="es-MX"/>
              <a:t>6 de 7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4701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531 especialistas (sustitutos)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5097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7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Biología de la Reproducción Humana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7"/>
          <a:ext cx="3456000" cy="357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700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440365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531 </a:t>
            </a:r>
            <a:r>
              <a:rPr err="1"/>
              <a:t>especialistas</a:t>
            </a:r>
            <a:r>
              <a:t> (</a:t>
            </a:r>
            <a:r>
              <a:rPr lang="es-MX"/>
              <a:t>7 de 7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199664"/>
              </p:ext>
            </p:extLst>
          </p:nvPr>
        </p:nvGraphicFramePr>
        <p:xfrm>
          <a:off x="360000" y="2758320"/>
          <a:ext cx="3456000" cy="393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623455"/>
              </p:ext>
            </p:extLst>
          </p:nvPr>
        </p:nvGraphicFramePr>
        <p:xfrm>
          <a:off x="3960000" y="2758320"/>
          <a:ext cx="3456000" cy="239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4)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 Infantil y de la Adolescencia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0000" y="9604290"/>
            <a:ext cx="72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rPr err="1">
                <a:solidFill>
                  <a:schemeClr val="bg1"/>
                </a:solidFill>
              </a:rPr>
              <a:t>Sustitutos</a:t>
            </a:r>
            <a:r>
              <a:rPr>
                <a:solidFill>
                  <a:schemeClr val="bg1"/>
                </a:solidFill>
              </a:rPr>
              <a:t> se </a:t>
            </a:r>
            <a:r>
              <a:rPr err="1">
                <a:solidFill>
                  <a:schemeClr val="bg1"/>
                </a:solidFill>
              </a:rPr>
              <a:t>integran</a:t>
            </a:r>
            <a:r>
              <a:rPr>
                <a:solidFill>
                  <a:schemeClr val="bg1"/>
                </a:solidFill>
              </a:rPr>
              <a:t> a </a:t>
            </a:r>
            <a:r>
              <a:rPr err="1">
                <a:solidFill>
                  <a:schemeClr val="bg1"/>
                </a:solidFill>
              </a:rPr>
              <a:t>los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Listados</a:t>
            </a:r>
            <a:r>
              <a:rPr>
                <a:solidFill>
                  <a:schemeClr val="bg1"/>
                </a:solidFill>
              </a:rPr>
              <a:t> de Bolsa de </a:t>
            </a:r>
            <a:r>
              <a:rPr err="1">
                <a:solidFill>
                  <a:schemeClr val="bg1"/>
                </a:solidFill>
              </a:rPr>
              <a:t>Trabajo</a:t>
            </a:r>
            <a:r>
              <a:rPr>
                <a:solidFill>
                  <a:schemeClr val="bg1"/>
                </a:solidFill>
              </a:rPr>
              <a:t>, para </a:t>
            </a:r>
            <a:r>
              <a:rPr err="1">
                <a:solidFill>
                  <a:schemeClr val="bg1"/>
                </a:solidFill>
              </a:rPr>
              <a:t>cubrir</a:t>
            </a:r>
            <a:r>
              <a:rPr>
                <a:solidFill>
                  <a:schemeClr val="bg1"/>
                </a:solidFill>
              </a:rPr>
              <a:t> las </a:t>
            </a:r>
            <a:r>
              <a:rPr err="1">
                <a:solidFill>
                  <a:schemeClr val="bg1"/>
                </a:solidFill>
              </a:rPr>
              <a:t>futuras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vacantes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por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jubilación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renuncia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fallecimiento</a:t>
            </a:r>
            <a:r>
              <a:rPr>
                <a:solidFill>
                  <a:schemeClr val="bg1"/>
                </a:solidFill>
              </a:rPr>
              <a:t>, etc., </a:t>
            </a:r>
            <a:r>
              <a:rPr err="1">
                <a:solidFill>
                  <a:schemeClr val="bg1"/>
                </a:solidFill>
              </a:rPr>
              <a:t>así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como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ausentismo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programado</a:t>
            </a:r>
            <a:r>
              <a:rPr>
                <a:solidFill>
                  <a:schemeClr val="bg1"/>
                </a:solidFill>
              </a:rPr>
              <a:t> y no </a:t>
            </a:r>
            <a:r>
              <a:rPr err="1">
                <a:solidFill>
                  <a:schemeClr val="bg1"/>
                </a:solidFill>
              </a:rPr>
              <a:t>programado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7951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(1 de 3)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17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480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(2 de 3)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3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Terapia Endovascular Neurológica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 Infantil y de la Adolescencia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Biología de la Reproducción Humana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480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(3 de 3)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2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92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93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700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514F2F7-4DFC-C0EA-BD69-FFDD60E3FD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316254"/>
              </p:ext>
            </p:extLst>
          </p:nvPr>
        </p:nvGraphicFramePr>
        <p:xfrm>
          <a:off x="143525" y="75930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18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1800" y="4023532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312123"/>
              </p:ext>
            </p:extLst>
          </p:nvPr>
        </p:nvGraphicFramePr>
        <p:xfrm>
          <a:off x="143525" y="1185450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14,311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499127"/>
              </p:ext>
            </p:extLst>
          </p:nvPr>
        </p:nvGraphicFramePr>
        <p:xfrm>
          <a:off x="3989276" y="1559850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3,783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231">
            <a:extLst>
              <a:ext uri="{FF2B5EF4-FFF2-40B4-BE49-F238E27FC236}">
                <a16:creationId xmlns:a16="http://schemas.microsoft.com/office/drawing/2014/main" id="{94DD9A03-B71B-E027-ED63-59A73B7B1E33}"/>
              </a:ext>
            </a:extLst>
          </p:cNvPr>
          <p:cNvSpPr txBox="1"/>
          <p:nvPr/>
        </p:nvSpPr>
        <p:spPr>
          <a:xfrm>
            <a:off x="730209" y="6241133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  <p:sp>
        <p:nvSpPr>
          <p:cNvPr id="8" name="TextBox 231">
            <a:extLst>
              <a:ext uri="{FF2B5EF4-FFF2-40B4-BE49-F238E27FC236}">
                <a16:creationId xmlns:a16="http://schemas.microsoft.com/office/drawing/2014/main" id="{7BCA1985-A027-2793-3598-1AE3AB077DFF}"/>
              </a:ext>
            </a:extLst>
          </p:cNvPr>
          <p:cNvSpPr txBox="1"/>
          <p:nvPr/>
        </p:nvSpPr>
        <p:spPr>
          <a:xfrm>
            <a:off x="1920488" y="7438825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/>
              <a:t>En cada brigada participan 5 personas del IMSS.</a:t>
            </a:r>
            <a:endParaRPr/>
          </a:p>
        </p:txBody>
      </p:sp>
      <p:sp>
        <p:nvSpPr>
          <p:cNvPr id="9" name="CuadroTexto 11">
            <a:extLst>
              <a:ext uri="{FF2B5EF4-FFF2-40B4-BE49-F238E27FC236}">
                <a16:creationId xmlns:a16="http://schemas.microsoft.com/office/drawing/2014/main" id="{07DE558E-4843-0AA7-A575-D0CEC30F6304}"/>
              </a:ext>
            </a:extLst>
          </p:cNvPr>
          <p:cNvSpPr txBox="1"/>
          <p:nvPr/>
        </p:nvSpPr>
        <p:spPr>
          <a:xfrm>
            <a:off x="641812" y="8405648"/>
            <a:ext cx="1841269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25,763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" name="CuadroTexto 12">
            <a:extLst>
              <a:ext uri="{FF2B5EF4-FFF2-40B4-BE49-F238E27FC236}">
                <a16:creationId xmlns:a16="http://schemas.microsoft.com/office/drawing/2014/main" id="{25141DDA-A295-D5C2-F729-A570930CC00F}"/>
              </a:ext>
            </a:extLst>
          </p:cNvPr>
          <p:cNvSpPr txBox="1"/>
          <p:nvPr/>
        </p:nvSpPr>
        <p:spPr>
          <a:xfrm>
            <a:off x="3048347" y="8363073"/>
            <a:ext cx="1832957" cy="8925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21,728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" name="CuadroTexto 13">
            <a:extLst>
              <a:ext uri="{FF2B5EF4-FFF2-40B4-BE49-F238E27FC236}">
                <a16:creationId xmlns:a16="http://schemas.microsoft.com/office/drawing/2014/main" id="{73F8B87D-22F3-A21D-1835-7702996934B5}"/>
              </a:ext>
            </a:extLst>
          </p:cNvPr>
          <p:cNvSpPr txBox="1"/>
          <p:nvPr/>
        </p:nvSpPr>
        <p:spPr>
          <a:xfrm>
            <a:off x="5342659" y="8417985"/>
            <a:ext cx="1841269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6,124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CD0FE180-4C9C-7FEC-9D37-25ADEE9BA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288" y="7728722"/>
            <a:ext cx="730135" cy="669175"/>
          </a:xfrm>
          <a:prstGeom prst="rect">
            <a:avLst/>
          </a:prstGeom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426B0EB5-3005-6BA0-5743-0992516F0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289" y="7854466"/>
            <a:ext cx="924445" cy="491944"/>
          </a:xfrm>
          <a:prstGeom prst="rect">
            <a:avLst/>
          </a:prstGeom>
        </p:spPr>
      </p:pic>
      <p:pic>
        <p:nvPicPr>
          <p:cNvPr id="14" name="Imagen 13" descr="Icono&#10;&#10;El contenido generado por IA puede ser incorrecto.">
            <a:extLst>
              <a:ext uri="{FF2B5EF4-FFF2-40B4-BE49-F238E27FC236}">
                <a16:creationId xmlns:a16="http://schemas.microsoft.com/office/drawing/2014/main" id="{78FC2929-50B6-F71C-CD23-9EFEF0D268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323" y="7710711"/>
            <a:ext cx="603366" cy="713510"/>
          </a:xfrm>
          <a:prstGeom prst="rect">
            <a:avLst/>
          </a:prstGeom>
        </p:spPr>
      </p:pic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5BC2AA5C-1018-0C1A-1CFD-C50A63721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85427"/>
              </p:ext>
            </p:extLst>
          </p:nvPr>
        </p:nvGraphicFramePr>
        <p:xfrm>
          <a:off x="684068" y="5400347"/>
          <a:ext cx="6324600" cy="803530"/>
        </p:xfrm>
        <a:graphic>
          <a:graphicData uri="http://schemas.openxmlformats.org/drawingml/2006/table">
            <a:tbl>
              <a:tblPr/>
              <a:tblGrid>
                <a:gridCol w="1662892">
                  <a:extLst>
                    <a:ext uri="{9D8B030D-6E8A-4147-A177-3AD203B41FA5}">
                      <a16:colId xmlns:a16="http://schemas.microsoft.com/office/drawing/2014/main" val="533896156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37364174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3753202703"/>
                    </a:ext>
                  </a:extLst>
                </a:gridCol>
                <a:gridCol w="1491788">
                  <a:extLst>
                    <a:ext uri="{9D8B030D-6E8A-4147-A177-3AD203B41FA5}">
                      <a16:colId xmlns:a16="http://schemas.microsoft.com/office/drawing/2014/main" val="182208809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 de Escuelas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Escuelas </a:t>
                      </a:r>
                    </a:p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visitadas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Población 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Menores </a:t>
                      </a:r>
                    </a:p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tamizados</a:t>
                      </a: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6324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5,046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3,454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879,141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344,761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588487"/>
                  </a:ext>
                </a:extLst>
              </a:tr>
            </a:tbl>
          </a:graphicData>
        </a:graphic>
      </p:graphicFrame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F08077AF-2E75-750F-4590-FDEDF31AB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783852"/>
              </p:ext>
            </p:extLst>
          </p:nvPr>
        </p:nvGraphicFramePr>
        <p:xfrm>
          <a:off x="1868859" y="6515108"/>
          <a:ext cx="3920762" cy="866543"/>
        </p:xfrm>
        <a:graphic>
          <a:graphicData uri="http://schemas.openxmlformats.org/drawingml/2006/table">
            <a:tbl>
              <a:tblPr/>
              <a:tblGrid>
                <a:gridCol w="2139261">
                  <a:extLst>
                    <a:ext uri="{9D8B030D-6E8A-4147-A177-3AD203B41FA5}">
                      <a16:colId xmlns:a16="http://schemas.microsoft.com/office/drawing/2014/main" val="1357384280"/>
                    </a:ext>
                  </a:extLst>
                </a:gridCol>
                <a:gridCol w="1781501">
                  <a:extLst>
                    <a:ext uri="{9D8B030D-6E8A-4147-A177-3AD203B41FA5}">
                      <a16:colId xmlns:a16="http://schemas.microsoft.com/office/drawing/2014/main" val="2749381635"/>
                    </a:ext>
                  </a:extLst>
                </a:gridCol>
              </a:tblGrid>
              <a:tr h="57272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Brigadas</a:t>
                      </a: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Personal de enfermería IMSS</a:t>
                      </a: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269516"/>
                  </a:ext>
                </a:extLst>
              </a:tr>
              <a:tr h="23374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240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629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136411"/>
                  </a:ext>
                </a:extLst>
              </a:tr>
            </a:tbl>
          </a:graphicData>
        </a:graphic>
      </p:graphicFrame>
      <p:graphicFrame>
        <p:nvGraphicFramePr>
          <p:cNvPr id="18" name="Google Shape;230;g370e87ffe7a_2_137">
            <a:extLst>
              <a:ext uri="{FF2B5EF4-FFF2-40B4-BE49-F238E27FC236}">
                <a16:creationId xmlns:a16="http://schemas.microsoft.com/office/drawing/2014/main" id="{91E2F4EE-B24C-2800-363D-99744AEB9B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5105481"/>
              </p:ext>
            </p:extLst>
          </p:nvPr>
        </p:nvGraphicFramePr>
        <p:xfrm>
          <a:off x="111358" y="4889107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18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18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39,167	 Personal de Salud: 26,524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+68.9%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+31.9%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4,563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6,020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9,308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10,389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5,607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6,079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+54.1%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1,661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2,559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-12.8%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1,092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452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897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32,711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1,387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467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574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10,991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4,533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49,622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27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(463,331)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(55,490)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(6,081)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(11,988)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(447,157)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(51,042)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(4,657)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(7,514)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(583)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(124,731)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(37,812)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(3,423)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(5,172)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(80,550)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(30,509)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(2,816)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(4,601)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(315)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(66,981)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(29,209)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(2,290)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(3,274)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629,342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7,250,704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432,317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6,348,879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5A06-DBD8-14A7-978C-5DC025A5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8406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</a:t>
            </a:r>
            <a:r>
              <a:rPr err="1"/>
              <a:t>Medicamentos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135995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Piezas</a:t>
            </a:r>
            <a:r>
              <a:t> </a:t>
            </a:r>
            <a:r>
              <a:rPr err="1"/>
              <a:t>consumidas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80000" y="16452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225996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560747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59231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970230"/>
              </p:ext>
            </p:extLst>
          </p:nvPr>
        </p:nvGraphicFramePr>
        <p:xfrm>
          <a:off x="180000" y="6362279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lang="es-MX"/>
                        <a:t>mayo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Consumo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</a:t>
                      </a:r>
                      <a:r>
                        <a:rPr err="1"/>
                        <a:t>tableta</a:t>
                      </a:r>
                      <a:r>
                        <a:t> (</a:t>
                      </a:r>
                      <a:r>
                        <a:rPr err="1"/>
                        <a:t>analgésico</a:t>
                      </a:r>
                      <a:r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2,310,735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</a:t>
                      </a:r>
                      <a:r>
                        <a:rPr lang="es-MX"/>
                        <a:t>406,216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975,413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804,162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790,358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750,816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834,739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Metoprolol, tableta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543,443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lang="es-MX"/>
                        <a:t>546,996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  <a:r>
                        <a:rPr lang="es-MX"/>
                        <a:t>98,917</a:t>
                      </a:r>
                      <a:endParaRPr/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30 de </a:t>
            </a:r>
            <a:r>
              <a:rPr lang="es-MX"/>
              <a:t>mayo</a:t>
            </a:r>
            <a: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19934874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9892843"/>
              </p:ext>
            </p:extLst>
          </p:nvPr>
        </p:nvGraphicFramePr>
        <p:xfrm>
          <a:off x="298150" y="884774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01000" y="547200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62250" y="83402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magen que contiene camino, firmar, foto, parada&#10;&#10;El contenido generado por IA puede ser incorrecto.">
            <a:extLst>
              <a:ext uri="{FF2B5EF4-FFF2-40B4-BE49-F238E27FC236}">
                <a16:creationId xmlns:a16="http://schemas.microsoft.com/office/drawing/2014/main" id="{A449E935-506B-5438-7138-805AB9A819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15" t="21707" r="-1515" b="185"/>
          <a:stretch>
            <a:fillRect/>
          </a:stretch>
        </p:blipFill>
        <p:spPr>
          <a:xfrm>
            <a:off x="298957" y="1637982"/>
            <a:ext cx="1434126" cy="44783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378111"/>
              </p:ext>
            </p:extLst>
          </p:nvPr>
        </p:nvGraphicFramePr>
        <p:xfrm>
          <a:off x="1796050" y="1362573"/>
          <a:ext cx="5295600" cy="1674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43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r>
                        <a:t>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3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nueva UMF 20+10 con AMC Tlajomulco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3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de áreas de gobierno UCIA y hospitalización en HGZ No. 14, Guadalajara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3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Ejecutivo para la ampliación y remodelación de UMF No. 5, El Salto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3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Estudios</a:t>
                      </a:r>
                      <a:r>
                        <a:rPr sz="1000">
                          <a:latin typeface="Montserrat"/>
                        </a:rPr>
                        <a:t> de pre-</a:t>
                      </a:r>
                      <a:r>
                        <a:rPr sz="1000" err="1">
                          <a:latin typeface="Montserrat"/>
                        </a:rPr>
                        <a:t>inversión</a:t>
                      </a:r>
                      <a:r>
                        <a:rPr sz="1000">
                          <a:latin typeface="Montserrat"/>
                        </a:rPr>
                        <a:t> del HGR 260 camas, Zapopan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13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Proyecto </a:t>
                      </a:r>
                      <a:r>
                        <a:rPr sz="1000" err="1">
                          <a:latin typeface="Montserrat"/>
                        </a:rPr>
                        <a:t>Ejecutivo</a:t>
                      </a:r>
                      <a:r>
                        <a:rPr sz="1000">
                          <a:latin typeface="Montserrat"/>
                        </a:rPr>
                        <a:t> para la </a:t>
                      </a:r>
                      <a:r>
                        <a:rPr sz="1000" err="1">
                          <a:latin typeface="Montserrat"/>
                        </a:rPr>
                        <a:t>ampliación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remodelación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Urgencias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HGZ No. 6, </a:t>
                      </a:r>
                      <a:r>
                        <a:rPr sz="1000" err="1">
                          <a:latin typeface="Montserrat"/>
                        </a:rPr>
                        <a:t>Ocotlán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$21.7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425427"/>
              </p:ext>
            </p:extLst>
          </p:nvPr>
        </p:nvGraphicFramePr>
        <p:xfrm>
          <a:off x="1796050" y="3089167"/>
          <a:ext cx="5295600" cy="463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5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Conservación</a:t>
                      </a:r>
                      <a:r>
                        <a:t>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3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$1,634.4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12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Remodelación</a:t>
                      </a:r>
                      <a:r>
                        <a:rPr sz="1000" dirty="0">
                          <a:latin typeface="Montserrat"/>
                        </a:rPr>
                        <a:t> y </a:t>
                      </a:r>
                      <a:r>
                        <a:rPr sz="1000" dirty="0" err="1">
                          <a:latin typeface="Montserrat"/>
                        </a:rPr>
                        <a:t>mejora</a:t>
                      </a:r>
                      <a:r>
                        <a:rPr sz="1000" dirty="0">
                          <a:latin typeface="Montserrat"/>
                        </a:rPr>
                        <a:t> de imagen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el HGZ No. 89 Guadalajara y HGR No. 110 </a:t>
                      </a:r>
                      <a:r>
                        <a:rPr sz="1000" dirty="0" err="1">
                          <a:latin typeface="Montserrat"/>
                        </a:rPr>
                        <a:t>Oblatos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$259.9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34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terapia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intensiva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6 </a:t>
                      </a:r>
                      <a:r>
                        <a:rPr sz="1000" dirty="0" err="1">
                          <a:latin typeface="Montserrat"/>
                        </a:rPr>
                        <a:t>unidades</a:t>
                      </a:r>
                      <a:r>
                        <a:rPr sz="1000" dirty="0">
                          <a:latin typeface="Montserrat"/>
                        </a:rPr>
                        <a:t> (H. de </a:t>
                      </a:r>
                      <a:r>
                        <a:rPr sz="1000" dirty="0" err="1">
                          <a:latin typeface="Montserrat"/>
                        </a:rPr>
                        <a:t>Especialidades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Oblatos</a:t>
                      </a:r>
                      <a:r>
                        <a:rPr sz="1000" dirty="0">
                          <a:latin typeface="Montserrat"/>
                        </a:rPr>
                        <a:t> CMN,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H. </a:t>
                      </a:r>
                      <a:r>
                        <a:rPr sz="1000" dirty="0" err="1">
                          <a:latin typeface="Montserrat"/>
                        </a:rPr>
                        <a:t>Gineco</a:t>
                      </a:r>
                      <a:r>
                        <a:rPr sz="1000" dirty="0">
                          <a:latin typeface="Montserrat"/>
                        </a:rPr>
                        <a:t>-Obst. </a:t>
                      </a:r>
                      <a:r>
                        <a:rPr sz="1000" dirty="0" err="1">
                          <a:latin typeface="Montserrat"/>
                        </a:rPr>
                        <a:t>Oblatos</a:t>
                      </a:r>
                      <a:r>
                        <a:rPr sz="1000" dirty="0">
                          <a:latin typeface="Montserrat"/>
                        </a:rPr>
                        <a:t> CMN; HGR No.110, HGR No.45, HGZ No. 89,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Guadalajara; HGZ No.42 Puerto Vallarta)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</a:t>
                      </a:r>
                      <a:r>
                        <a:rPr lang="es-MX" sz="1000" dirty="0">
                          <a:latin typeface="Montserrat"/>
                        </a:rPr>
                        <a:t>211.9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12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residencias </a:t>
                      </a:r>
                      <a:r>
                        <a:rPr sz="1000" dirty="0" err="1">
                          <a:latin typeface="Montserrat"/>
                        </a:rPr>
                        <a:t>médicas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19 </a:t>
                      </a:r>
                      <a:r>
                        <a:rPr sz="1000" dirty="0" err="1">
                          <a:latin typeface="Montserrat"/>
                        </a:rPr>
                        <a:t>unidades</a:t>
                      </a:r>
                      <a:r>
                        <a:rPr sz="1000" dirty="0">
                          <a:latin typeface="Montserrat"/>
                        </a:rPr>
                        <a:t>, Jalisco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12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mejora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3 </a:t>
                      </a:r>
                      <a:r>
                        <a:rPr sz="1000" dirty="0" err="1">
                          <a:latin typeface="Montserrat"/>
                        </a:rPr>
                        <a:t>subdelegaciones</a:t>
                      </a:r>
                      <a:r>
                        <a:rPr sz="1000" dirty="0">
                          <a:latin typeface="Montserrat"/>
                        </a:rPr>
                        <a:t> Juárez, </a:t>
                      </a:r>
                      <a:r>
                        <a:rPr sz="1000" dirty="0" err="1">
                          <a:latin typeface="Montserrat"/>
                        </a:rPr>
                        <a:t>Tepatitlán</a:t>
                      </a:r>
                      <a:r>
                        <a:rPr sz="1000" dirty="0">
                          <a:latin typeface="Montserrat"/>
                        </a:rPr>
                        <a:t> e Hidalgo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</a:t>
                      </a:r>
                      <a:r>
                        <a:rPr lang="es-MX" sz="1000">
                          <a:latin typeface="Montserrat"/>
                        </a:rPr>
                        <a:t>53.6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12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34 unidades, Jalisco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$28.6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45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hemodiálisis</a:t>
                      </a:r>
                      <a:r>
                        <a:rPr sz="1000" dirty="0">
                          <a:latin typeface="Montserrat"/>
                        </a:rPr>
                        <a:t> interna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7 </a:t>
                      </a:r>
                      <a:r>
                        <a:rPr sz="1000" dirty="0" err="1">
                          <a:latin typeface="Montserrat"/>
                        </a:rPr>
                        <a:t>unidades</a:t>
                      </a:r>
                      <a:r>
                        <a:rPr sz="1000" dirty="0">
                          <a:latin typeface="Montserrat"/>
                        </a:rPr>
                        <a:t> (H. de </a:t>
                      </a:r>
                      <a:r>
                        <a:rPr sz="1000" dirty="0" err="1">
                          <a:latin typeface="Montserrat"/>
                        </a:rPr>
                        <a:t>Especialidades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Oblatos</a:t>
                      </a:r>
                      <a:r>
                        <a:rPr sz="1000" dirty="0">
                          <a:latin typeface="Montserrat"/>
                        </a:rPr>
                        <a:t> CMN, 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H. de </a:t>
                      </a:r>
                      <a:r>
                        <a:rPr sz="1000" dirty="0" err="1">
                          <a:latin typeface="Montserrat"/>
                        </a:rPr>
                        <a:t>Pediatría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Oblatos</a:t>
                      </a:r>
                      <a:r>
                        <a:rPr sz="1000" dirty="0">
                          <a:latin typeface="Montserrat"/>
                        </a:rPr>
                        <a:t> CMN,HGR No.110, HGR No.45, HGZ No. 89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Guadalajara; HGZ No. 42 Puerto Vallarta, HGZ No.7 Lagos de Moreno)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</a:t>
                      </a:r>
                      <a:r>
                        <a:rPr lang="es-MX" sz="1000">
                          <a:latin typeface="Montserrat"/>
                        </a:rPr>
                        <a:t>32.1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6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Remodelación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área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hemodiálisis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HGR No. 180 </a:t>
                      </a:r>
                      <a:r>
                        <a:rPr sz="1000" err="1">
                          <a:latin typeface="Montserrat"/>
                        </a:rPr>
                        <a:t>Tlajomulco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23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salud</a:t>
                      </a:r>
                      <a:r>
                        <a:rPr sz="1000" dirty="0">
                          <a:latin typeface="Montserrat"/>
                        </a:rPr>
                        <a:t> mental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5 </a:t>
                      </a:r>
                      <a:r>
                        <a:rPr sz="1000" dirty="0" err="1">
                          <a:latin typeface="Montserrat"/>
                        </a:rPr>
                        <a:t>unidades</a:t>
                      </a:r>
                      <a:r>
                        <a:rPr sz="1000" dirty="0">
                          <a:latin typeface="Montserrat"/>
                        </a:rPr>
                        <a:t> (H. de </a:t>
                      </a:r>
                      <a:r>
                        <a:rPr sz="1000" dirty="0" err="1">
                          <a:latin typeface="Montserrat"/>
                        </a:rPr>
                        <a:t>Especialidades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Oblatos</a:t>
                      </a:r>
                      <a:r>
                        <a:rPr sz="1000" dirty="0">
                          <a:latin typeface="Montserrat"/>
                        </a:rPr>
                        <a:t> CMN, HGR No.110, HGR No.45, HGR No.46, HGZ No.14,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Guadalajara)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</a:t>
                      </a:r>
                      <a:r>
                        <a:rPr lang="es-MX" sz="1000">
                          <a:latin typeface="Montserrat"/>
                        </a:rPr>
                        <a:t>18.2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91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Se ha hecho  una inversión en el HGZ89 y HGR110 bajo el programa de hospitales prioritarios.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$292.9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80133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Se ha invertido en la rehabilitación de 33 Unidades Médicas Familiares.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$30.5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6142"/>
                  </a:ext>
                </a:extLst>
              </a:tr>
              <a:tr h="15628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$2,</a:t>
                      </a:r>
                      <a:r>
                        <a:rPr lang="es-MX" dirty="0"/>
                        <a:t>670.5</a:t>
                      </a:r>
                      <a:endParaRPr dirty="0"/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61691"/>
              </p:ext>
            </p:extLst>
          </p:nvPr>
        </p:nvGraphicFramePr>
        <p:xfrm>
          <a:off x="1796050" y="7800525"/>
          <a:ext cx="5295600" cy="1042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95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29  piezas de equipo médico: 3 refrigeradores para vacunas, 10 refrigeradores congeladores de 5.4 pies cúbicos, 1 resonancia magnética de 1.5 teslas, 4 mastógrafos digitales con estereotaxia y tomosíntesis, 9 mastógrafos digitales, 2 unidades para tomografía axial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$137.7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605217"/>
              </p:ext>
            </p:extLst>
          </p:nvPr>
        </p:nvGraphicFramePr>
        <p:xfrm>
          <a:off x="1796050" y="8861426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33331" y="656974"/>
            <a:ext cx="8098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</a:t>
            </a:r>
            <a:r>
              <a:rPr lang="es-MX"/>
              <a:t>891.4</a:t>
            </a:r>
            <a:endParaRPr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E9F19A0-5DD1-96D0-3C1E-78B566D11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7431" y="1969997"/>
            <a:ext cx="3033765" cy="22532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942751"/>
              </p:ext>
            </p:extLst>
          </p:nvPr>
        </p:nvGraphicFramePr>
        <p:xfrm>
          <a:off x="1785600" y="1675440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Ampliación, Construcción Torre de descanso para Médicos Residentes en la UMAE Hospital Especialidades del CMNO, Guadalajara, Jalisco.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230623"/>
              </p:ext>
            </p:extLst>
          </p:nvPr>
        </p:nvGraphicFramePr>
        <p:xfrm>
          <a:off x="1785600" y="2650076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$431.8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788519"/>
              </p:ext>
            </p:extLst>
          </p:nvPr>
        </p:nvGraphicFramePr>
        <p:xfrm>
          <a:off x="1785600" y="3120714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Programa</a:t>
                      </a:r>
                      <a:r>
                        <a:rPr sz="1000">
                          <a:latin typeface="Montserrat"/>
                        </a:rPr>
                        <a:t> para la </a:t>
                      </a: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Equipo </a:t>
                      </a:r>
                      <a:r>
                        <a:rPr sz="1000" err="1">
                          <a:latin typeface="Montserrat"/>
                        </a:rPr>
                        <a:t>CeSiECQ</a:t>
                      </a:r>
                      <a:r>
                        <a:rPr sz="1000">
                          <a:latin typeface="Montserrat"/>
                        </a:rPr>
                        <a:t> Jalisco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428450"/>
              </p:ext>
            </p:extLst>
          </p:nvPr>
        </p:nvGraphicFramePr>
        <p:xfrm>
          <a:off x="1785600" y="3736671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58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23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; 37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aire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acondicionado</a:t>
                      </a:r>
                      <a:r>
                        <a:rPr sz="1000">
                          <a:latin typeface="Montserrat"/>
                        </a:rPr>
                        <a:t>, 14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para casa de </a:t>
                      </a:r>
                      <a:r>
                        <a:rPr sz="1000" err="1">
                          <a:latin typeface="Montserrat"/>
                        </a:rPr>
                        <a:t>máquinas</a:t>
                      </a:r>
                      <a:r>
                        <a:rPr sz="1000">
                          <a:latin typeface="Montserrat"/>
                        </a:rPr>
                        <a:t>, 4 </a:t>
                      </a:r>
                      <a:r>
                        <a:rPr sz="1000" err="1">
                          <a:latin typeface="Montserrat"/>
                        </a:rPr>
                        <a:t>lavadoras</a:t>
                      </a:r>
                      <a:r>
                        <a:rPr sz="1000">
                          <a:latin typeface="Montserrat"/>
                        </a:rPr>
                        <a:t> y 3 </a:t>
                      </a:r>
                      <a:r>
                        <a:rPr sz="1000" err="1">
                          <a:latin typeface="Montserrat"/>
                        </a:rPr>
                        <a:t>secadoras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$387.1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885.8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  <p:graphicFrame>
        <p:nvGraphicFramePr>
          <p:cNvPr id="6" name="Table 19">
            <a:extLst>
              <a:ext uri="{FF2B5EF4-FFF2-40B4-BE49-F238E27FC236}">
                <a16:creationId xmlns:a16="http://schemas.microsoft.com/office/drawing/2014/main" id="{8890985C-8D0E-781A-A98E-B968FEB3B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051864"/>
              </p:ext>
            </p:extLst>
          </p:nvPr>
        </p:nvGraphicFramePr>
        <p:xfrm>
          <a:off x="831600" y="5699206"/>
          <a:ext cx="6390000" cy="3592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5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4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Zapopan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$3,953.4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03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Nueva UMF Plus 3 20+8 CMF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Zapotlán</a:t>
                      </a:r>
                      <a:r>
                        <a:t> </a:t>
                      </a:r>
                      <a:r>
                        <a:rPr err="1"/>
                        <a:t>el</a:t>
                      </a:r>
                      <a:r>
                        <a:t> Grande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$901.0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54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UMF No. 41  para una UMF Plus 3 de 10 CMF en San Juan de los Lagos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$855.3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54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y remodelación UMF 181 Ixtlahuacán de los Membrillos (10 CMF + 5 Enfermería + Urgencias + 4 Especialidades (5 actuales + 5 nuevos)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$444.5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15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Nueva UMF 20+10 con AMC, Tlajomulco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$353.7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62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y remodelación de UMF No. 5, El Salto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$302.7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54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Construcción de una nueva sustitución de la UMF No. 40 de 3 a 6 CMF +3 EEMF + AMC, Chapala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$232.4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6544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de áreas de gobierno UCIA y hospitalización en HGZ No. 14, Guadalajara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$224.7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12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Ampliación y remodelación de Urgencias en HGZ No. 6, Ocotlán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65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$7,317.3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5" name="Google Shape;394;p15">
            <a:extLst>
              <a:ext uri="{FF2B5EF4-FFF2-40B4-BE49-F238E27FC236}">
                <a16:creationId xmlns:a16="http://schemas.microsoft.com/office/drawing/2014/main" id="{5264D9E1-671A-847F-134C-5420C9E018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7806147"/>
              </p:ext>
            </p:extLst>
          </p:nvPr>
        </p:nvGraphicFramePr>
        <p:xfrm>
          <a:off x="276701" y="52278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194143" y="1860998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5253040"/>
              </p:ext>
            </p:extLst>
          </p:nvPr>
        </p:nvGraphicFramePr>
        <p:xfrm>
          <a:off x="149075" y="873633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09143" y="1880389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15325" y="2511089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54039" y="3460616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39942" y="4099498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693585" y="6501285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7,317.3 mdp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288247"/>
              </p:ext>
            </p:extLst>
          </p:nvPr>
        </p:nvGraphicFramePr>
        <p:xfrm>
          <a:off x="2270338" y="1935845"/>
          <a:ext cx="5277105" cy="2721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2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344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30</a:t>
                      </a:r>
                      <a:r>
                        <a:t> </a:t>
                      </a:r>
                      <a:r>
                        <a:rPr err="1"/>
                        <a:t>Predios</a:t>
                      </a:r>
                      <a:r>
                        <a:t>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ruta</a:t>
                      </a:r>
                      <a:r>
                        <a:t> y 0 CECI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Construción</a:t>
                      </a:r>
                      <a:r>
                        <a:t>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44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Estatus</a:t>
                      </a:r>
                      <a:r>
                        <a:t> </a:t>
                      </a:r>
                      <a:r>
                        <a:rPr err="1"/>
                        <a:t>terrenos</a:t>
                      </a:r>
                      <a:r>
                        <a:t>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884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2</a:t>
                      </a:r>
                      <a:r>
                        <a:t> </a:t>
                      </a:r>
                      <a:r>
                        <a:rPr err="1"/>
                        <a:t>Reserva</a:t>
                      </a:r>
                      <a:r>
                        <a:t>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Unión de San Antonio, Tonalá, </a:t>
                      </a:r>
                      <a:r>
                        <a:rPr sz="900" err="1"/>
                        <a:t>Tomatlán</a:t>
                      </a:r>
                      <a:r>
                        <a:rPr sz="900"/>
                        <a:t>, </a:t>
                      </a:r>
                      <a:r>
                        <a:rPr sz="900" err="1"/>
                        <a:t>Tlajomulco</a:t>
                      </a:r>
                      <a:r>
                        <a:rPr sz="900"/>
                        <a:t> de Zúñiga, San Ignacio Cerro Gordo, Lagos de Moreno, Guadalajara, </a:t>
                      </a:r>
                      <a:r>
                        <a:rPr sz="900" err="1"/>
                        <a:t>Cocula</a:t>
                      </a:r>
                      <a:r>
                        <a:rPr sz="900"/>
                        <a:t>, </a:t>
                      </a:r>
                      <a:r>
                        <a:rPr sz="900" err="1"/>
                        <a:t>Autlán</a:t>
                      </a:r>
                      <a:r>
                        <a:rPr sz="900"/>
                        <a:t> de Navarro, Atotonilco El Alto, Ameca</a:t>
                      </a:r>
                      <a:r>
                        <a:rPr lang="es-MX" sz="900"/>
                        <a:t>, Tepatitlán.</a:t>
                      </a:r>
                      <a:endParaRPr sz="900"/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69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 </a:t>
                      </a:r>
                      <a:r>
                        <a:rPr err="1"/>
                        <a:t>Donación</a:t>
                      </a:r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 err="1"/>
                        <a:t>Ayutla</a:t>
                      </a:r>
                      <a:r>
                        <a:rPr sz="900"/>
                        <a:t>, </a:t>
                      </a:r>
                      <a:r>
                        <a:rPr sz="900" err="1"/>
                        <a:t>Sayula</a:t>
                      </a:r>
                      <a:r>
                        <a:rPr sz="900"/>
                        <a:t>, </a:t>
                      </a:r>
                      <a:r>
                        <a:rPr sz="900" err="1"/>
                        <a:t>Jalostoltitlán</a:t>
                      </a:r>
                      <a:r>
                        <a:rPr sz="900"/>
                        <a:t>, Arandas, Encarnación de Díaz, </a:t>
                      </a:r>
                      <a:r>
                        <a:rPr sz="900" err="1"/>
                        <a:t>Ixtlahuacán</a:t>
                      </a:r>
                      <a:r>
                        <a:rPr sz="900"/>
                        <a:t> de </a:t>
                      </a:r>
                      <a:r>
                        <a:rPr sz="900" err="1"/>
                        <a:t>los</a:t>
                      </a:r>
                      <a:r>
                        <a:rPr sz="900"/>
                        <a:t> </a:t>
                      </a:r>
                      <a:r>
                        <a:rPr sz="900" err="1"/>
                        <a:t>Membrillos</a:t>
                      </a:r>
                      <a:r>
                        <a:rPr sz="900"/>
                        <a:t>, Lagos de Moreno (3), </a:t>
                      </a:r>
                      <a:r>
                        <a:rPr sz="900" err="1"/>
                        <a:t>Ocotlán</a:t>
                      </a:r>
                      <a:r>
                        <a:rPr sz="900"/>
                        <a:t> (2), San Pedro Tlaquepaque, Tala, Tequila, Puerto Vallarta (2), </a:t>
                      </a:r>
                      <a:r>
                        <a:rPr sz="900" err="1"/>
                        <a:t>Tlajomulco</a:t>
                      </a:r>
                      <a:r>
                        <a:rPr sz="900"/>
                        <a:t> de Zúñiga, Tuxpan, Zapopan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val 22"/>
          <p:cNvSpPr/>
          <p:nvPr/>
        </p:nvSpPr>
        <p:spPr>
          <a:xfrm>
            <a:off x="848841" y="2518718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97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841" y="3501638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76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21 CECI CAMPO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9143" y="4860487"/>
            <a:ext cx="7151777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¹ </a:t>
            </a:r>
            <a:r>
              <a:rPr err="1">
                <a:solidFill>
                  <a:schemeClr val="tx1"/>
                </a:solidFill>
              </a:rPr>
              <a:t>Terrenos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validados</a:t>
            </a:r>
            <a:r>
              <a:rPr>
                <a:solidFill>
                  <a:schemeClr val="tx1"/>
                </a:solidFill>
              </a:rPr>
              <a:t>. 14 CECI para </a:t>
            </a:r>
            <a:r>
              <a:rPr err="1">
                <a:solidFill>
                  <a:schemeClr val="tx1"/>
                </a:solidFill>
              </a:rPr>
              <a:t>entregar</a:t>
            </a:r>
            <a:r>
              <a:rPr>
                <a:solidFill>
                  <a:schemeClr val="tx1"/>
                </a:solidFill>
              </a:rPr>
              <a:t> a SICT </a:t>
            </a:r>
            <a:r>
              <a:rPr err="1">
                <a:solidFill>
                  <a:schemeClr val="tx1"/>
                </a:solidFill>
              </a:rPr>
              <a:t>en</a:t>
            </a:r>
            <a:r>
              <a:rPr>
                <a:solidFill>
                  <a:schemeClr val="tx1"/>
                </a:solidFill>
              </a:rPr>
              <a:t> Ameca, Cerro Gordo, Atotonilco, </a:t>
            </a:r>
            <a:r>
              <a:rPr err="1">
                <a:solidFill>
                  <a:schemeClr val="tx1"/>
                </a:solidFill>
              </a:rPr>
              <a:t>Tomatlán</a:t>
            </a:r>
            <a:r>
              <a:rPr>
                <a:solidFill>
                  <a:schemeClr val="tx1"/>
                </a:solidFill>
              </a:rPr>
              <a:t>, Arandas, </a:t>
            </a:r>
            <a:r>
              <a:rPr err="1">
                <a:solidFill>
                  <a:schemeClr val="tx1"/>
                </a:solidFill>
              </a:rPr>
              <a:t>Autlán</a:t>
            </a:r>
            <a:r>
              <a:rPr>
                <a:solidFill>
                  <a:schemeClr val="tx1"/>
                </a:solidFill>
              </a:rPr>
              <a:t> de Navarro, </a:t>
            </a:r>
            <a:r>
              <a:rPr err="1">
                <a:solidFill>
                  <a:schemeClr val="tx1"/>
                </a:solidFill>
              </a:rPr>
              <a:t>Ayutla</a:t>
            </a:r>
            <a:r>
              <a:rPr>
                <a:solidFill>
                  <a:schemeClr val="tx1"/>
                </a:solidFill>
              </a:rPr>
              <a:t>, </a:t>
            </a:r>
            <a:r>
              <a:rPr err="1">
                <a:solidFill>
                  <a:schemeClr val="tx1"/>
                </a:solidFill>
              </a:rPr>
              <a:t>Cocula</a:t>
            </a:r>
            <a:r>
              <a:rPr>
                <a:solidFill>
                  <a:schemeClr val="tx1"/>
                </a:solidFill>
              </a:rPr>
              <a:t>, Guadalajara, Lagos de Moreno, </a:t>
            </a:r>
            <a:r>
              <a:rPr err="1">
                <a:solidFill>
                  <a:schemeClr val="tx1"/>
                </a:solidFill>
              </a:rPr>
              <a:t>Sayula</a:t>
            </a:r>
            <a:r>
              <a:rPr>
                <a:solidFill>
                  <a:schemeClr val="tx1"/>
                </a:solidFill>
              </a:rPr>
              <a:t>, </a:t>
            </a:r>
            <a:r>
              <a:rPr err="1">
                <a:solidFill>
                  <a:schemeClr val="tx1"/>
                </a:solidFill>
              </a:rPr>
              <a:t>Tlajomulco</a:t>
            </a:r>
            <a:r>
              <a:rPr>
                <a:solidFill>
                  <a:schemeClr val="tx1"/>
                </a:solidFill>
              </a:rPr>
              <a:t> de Zúñiga, </a:t>
            </a:r>
            <a:r>
              <a:rPr err="1">
                <a:solidFill>
                  <a:schemeClr val="tx1"/>
                </a:solidFill>
              </a:rPr>
              <a:t>Tonalá</a:t>
            </a:r>
            <a:r>
              <a:rPr>
                <a:solidFill>
                  <a:schemeClr val="tx1"/>
                </a:solidFill>
              </a:rPr>
              <a:t> y Unión San Antonio. </a:t>
            </a:r>
            <a:endParaRPr lang="es-MX">
              <a:solidFill>
                <a:schemeClr val="tx1"/>
              </a:solidFill>
            </a:endParaRPr>
          </a:p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endParaRPr lang="es-MX">
              <a:solidFill>
                <a:schemeClr val="tx1"/>
              </a:solidFill>
            </a:endParaRPr>
          </a:p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20 CECI </a:t>
            </a:r>
            <a:r>
              <a:rPr err="1">
                <a:solidFill>
                  <a:schemeClr val="tx1"/>
                </a:solidFill>
              </a:rPr>
              <a:t>en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validación</a:t>
            </a:r>
            <a:r>
              <a:rPr>
                <a:solidFill>
                  <a:schemeClr val="tx1"/>
                </a:solidFill>
              </a:rPr>
              <a:t> o </a:t>
            </a:r>
            <a:r>
              <a:rPr err="1">
                <a:solidFill>
                  <a:schemeClr val="tx1"/>
                </a:solidFill>
              </a:rPr>
              <a:t>en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integración</a:t>
            </a:r>
            <a:r>
              <a:rPr>
                <a:solidFill>
                  <a:schemeClr val="tx1"/>
                </a:solidFill>
              </a:rPr>
              <a:t> de </a:t>
            </a:r>
            <a:r>
              <a:rPr err="1">
                <a:solidFill>
                  <a:schemeClr val="tx1"/>
                </a:solidFill>
              </a:rPr>
              <a:t>expediente</a:t>
            </a:r>
            <a:r>
              <a:rPr>
                <a:solidFill>
                  <a:schemeClr val="tx1"/>
                </a:solidFill>
              </a:rPr>
              <a:t> para </a:t>
            </a:r>
            <a:r>
              <a:rPr err="1">
                <a:solidFill>
                  <a:schemeClr val="tx1"/>
                </a:solidFill>
              </a:rPr>
              <a:t>donación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en</a:t>
            </a:r>
            <a:r>
              <a:rPr>
                <a:solidFill>
                  <a:schemeClr val="tx1"/>
                </a:solidFill>
              </a:rPr>
              <a:t> municipios </a:t>
            </a:r>
            <a:r>
              <a:rPr err="1">
                <a:solidFill>
                  <a:schemeClr val="tx1"/>
                </a:solidFill>
              </a:rPr>
              <a:t>como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Tomatlán</a:t>
            </a:r>
            <a:r>
              <a:rPr>
                <a:solidFill>
                  <a:schemeClr val="tx1"/>
                </a:solidFill>
              </a:rPr>
              <a:t>, San Ignacio Cerro Gordo, Atotonilco El Alto, Ameca, </a:t>
            </a:r>
            <a:r>
              <a:rPr err="1">
                <a:solidFill>
                  <a:schemeClr val="tx1"/>
                </a:solidFill>
              </a:rPr>
              <a:t>Jalostotitlán</a:t>
            </a:r>
            <a:r>
              <a:rPr>
                <a:solidFill>
                  <a:schemeClr val="tx1"/>
                </a:solidFill>
              </a:rPr>
              <a:t>, Encarnación de Díaz, </a:t>
            </a:r>
            <a:r>
              <a:rPr err="1">
                <a:solidFill>
                  <a:schemeClr val="tx1"/>
                </a:solidFill>
              </a:rPr>
              <a:t>Ocotlán</a:t>
            </a:r>
            <a:r>
              <a:rPr>
                <a:solidFill>
                  <a:schemeClr val="tx1"/>
                </a:solidFill>
              </a:rPr>
              <a:t>, Tala, Tequila, Puerto Vallarta, Zapopan y Tala.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52310"/>
              </p:ext>
            </p:extLst>
          </p:nvPr>
        </p:nvGraphicFramePr>
        <p:xfrm>
          <a:off x="2311200" y="1594200"/>
          <a:ext cx="5032800" cy="103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90 </a:t>
                      </a:r>
                      <a:r>
                        <a:rPr sz="1000" b="1" err="1">
                          <a:latin typeface="Montserrat"/>
                        </a:rPr>
                        <a:t>unidades</a:t>
                      </a:r>
                      <a:endParaRPr sz="1000" b="1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</a:t>
                      </a:r>
                      <a:r>
                        <a:rPr err="1"/>
                        <a:t>directas</a:t>
                      </a:r>
                      <a:endParaRPr/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  <a:r>
                        <a:rPr lang="es-MX"/>
                        <a:t>4</a:t>
                      </a:r>
                      <a:r>
                        <a:t> </a:t>
                      </a:r>
                      <a:r>
                        <a:rPr err="1"/>
                        <a:t>indirectas</a:t>
                      </a:r>
                      <a:endParaRPr lang="es-MX"/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lang="es-MX"/>
                        <a:t>1 en el campo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14,520 </a:t>
                      </a:r>
                      <a:r>
                        <a:rPr sz="1000" b="1" err="1">
                          <a:latin typeface="Montserrat"/>
                        </a:rPr>
                        <a:t>inscritos</a:t>
                      </a:r>
                      <a:endParaRPr sz="1000" b="1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2,801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espera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598270"/>
              </p:ext>
            </p:extLst>
          </p:nvPr>
        </p:nvGraphicFramePr>
        <p:xfrm>
          <a:off x="2311200" y="266565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Laboratorio de STyA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CMN Occidente, Guadalajara, Jal.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Zapopan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4 Centros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Guadalajara, Ocotlán, Lagos de Moreno, Ciudad Guzmán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"Ignacio López </a:t>
                      </a:r>
                      <a:r>
                        <a:rPr err="1"/>
                        <a:t>Tarzo</a:t>
                      </a:r>
                      <a:r>
                        <a:t>", Guadalajara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25 Ciudad Guzmán, No.75  Guadalajara - Campesino y No. 23 Guadalajara - Centro Médico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Guadalajara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90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  <p:pic>
        <p:nvPicPr>
          <p:cNvPr id="3" name="Picture 469" descr="map_tipo2_14_jal.png">
            <a:extLst>
              <a:ext uri="{FF2B5EF4-FFF2-40B4-BE49-F238E27FC236}">
                <a16:creationId xmlns:a16="http://schemas.microsoft.com/office/drawing/2014/main" id="{11EF2C35-70D5-2C3E-5AA4-12BB2E2A7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863102"/>
            <a:ext cx="3250854" cy="319861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072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Jalisco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56,048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56,114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Flextronics Manufacturing Mex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15,325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15,542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38,952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39,167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de Guadalajara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26,138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26,188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Ingrasys Technology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12,979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+1.26%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+1.70%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+2.70%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+4.06%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+6.26%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1,728,981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61,057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221,408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2,044,807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1,769,425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60,216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217,783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30,662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2,078,086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7C2BE47-A0E6-098F-27E6-583F78F76A0C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JALISCO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$656.12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975748"/>
              </p:ext>
            </p:extLst>
          </p:nvPr>
        </p:nvGraphicFramePr>
        <p:xfrm>
          <a:off x="478800" y="106944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</a:t>
                      </a:r>
                      <a:r>
                        <a:rPr err="1"/>
                        <a:t>diciembre</a:t>
                      </a:r>
                      <a:endParaRPr/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</a:t>
                      </a:r>
                      <a:r>
                        <a:rPr err="1"/>
                        <a:t>Cotización</a:t>
                      </a:r>
                      <a:endParaRPr/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$347.36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$656.12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$19,683.6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677133"/>
              </p:ext>
            </p:extLst>
          </p:nvPr>
        </p:nvGraphicFramePr>
        <p:xfrm>
          <a:off x="320400" y="6649200"/>
          <a:ext cx="7038000" cy="241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Tecolotlán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Ixtlahuacan del Río Jalisco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Tonila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Roberto Ochoa Ruiz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$117.95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Luis Adrian Martínez Jiménez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$84.46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Jessica Fabiola Barajas Espino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$64.45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tado</a:t>
            </a:r>
            <a:r>
              <a:rPr>
                <a:solidFill>
                  <a:schemeClr val="tx1"/>
                </a:solidFill>
              </a:rPr>
              <a:t>: Se </a:t>
            </a:r>
            <a:r>
              <a:rPr err="1">
                <a:solidFill>
                  <a:schemeClr val="tx1"/>
                </a:solidFill>
              </a:rPr>
              <a:t>utilizó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como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deflactor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salario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el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cociente</a:t>
            </a:r>
            <a:r>
              <a:rPr>
                <a:solidFill>
                  <a:schemeClr val="tx1"/>
                </a:solidFill>
              </a:rPr>
              <a:t> del INPC entre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2018 (103.02) y </a:t>
            </a:r>
            <a:r>
              <a:rPr err="1">
                <a:solidFill>
                  <a:schemeClr val="tx1"/>
                </a:solidFill>
              </a:rPr>
              <a:t>abril</a:t>
            </a:r>
            <a:r>
              <a:rPr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7839</Words>
  <Application>Microsoft Office PowerPoint</Application>
  <PresentationFormat>Personalizado</PresentationFormat>
  <Paragraphs>3135</Paragraphs>
  <Slides>37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3" baseType="lpstr">
      <vt:lpstr>Montserrat</vt:lpstr>
      <vt:lpstr>Noto Sans Black</vt:lpstr>
      <vt:lpstr>Arial</vt:lpstr>
      <vt:lpstr>Noto Sans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Daniela Sales Armendariz</cp:lastModifiedBy>
  <cp:revision>1</cp:revision>
  <dcterms:modified xsi:type="dcterms:W3CDTF">2026-07-06T18:55:23Z</dcterms:modified>
</cp:coreProperties>
</file>