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9" r:id="rId3"/>
    <p:sldId id="258" r:id="rId4"/>
    <p:sldId id="259" r:id="rId5"/>
    <p:sldId id="260" r:id="rId6"/>
    <p:sldId id="301" r:id="rId4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2" r:id="rId47"/>
    <p:sldId id="303" r:id="rId48"/>
    <p:sldId id="304" r:id="rId49"/>
    <p:sldId id="281" r:id="rId14"/>
    <p:sldId id="305" r:id="rId50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  <p:sldId id="282" r:id="rId26"/>
  </p:sldIdLst>
  <p:sldSz cx="7772400" cy="10058400"/>
  <p:notesSz cx="6858000" cy="9144000"/>
  <p:embeddedFontLst>
    <p:embeddedFont>
      <p:font typeface="Montserrat" panose="00000500000000000000" pitchFamily="2" charset="0"/>
      <p:regular r:id="rId28"/>
      <p:bold r:id="rId29"/>
      <p:italic r:id="rId30"/>
      <p:boldItalic r:id="rId31"/>
    </p:embeddedFont>
    <p:embeddedFont>
      <p:font typeface="Noto Sans" panose="020B0502040504020204" pitchFamily="34" charset="0"/>
      <p:regular r:id="rId32"/>
      <p:bold r:id="rId33"/>
      <p:italic r:id="rId34"/>
      <p:boldItalic r:id="rId35"/>
    </p:embeddedFont>
    <p:embeddedFont>
      <p:font typeface="Noto Sans Black" panose="020B0604020202020204" charset="0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DC5FB-31AC-41D0-9B67-3CB65D11C35D}" v="400" dt="2026-05-12T20:31:37.393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11.971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11.971" v="0"/>
        <pc:sldMkLst>
          <pc:docMk/>
          <pc:sldMk cId="216751023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undo custSel modSld sldOrd">
      <pc:chgData name="Edgar Rosales Ortega" userId="d1d54fc2-1570-4978-babc-e22e1526833f" providerId="ADAL" clId="{66BE7C30-C669-4152-AC74-10076FC0590C}" dt="2026-05-07T16:38:08.664" v="13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4:52.654" v="121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4:52.654" v="121" actId="1036"/>
          <ac:spMkLst>
            <pc:docMk/>
            <pc:sldMk cId="0" sldId="260"/>
            <ac:spMk id="7" creationId="{1B8417DF-4E40-D4CB-1C70-DC570D076695}"/>
          </ac:spMkLst>
        </pc:spChg>
        <pc:graphicFrameChg chg="add mod">
          <ac:chgData name="Edgar Rosales Ortega" userId="d1d54fc2-1570-4978-babc-e22e1526833f" providerId="ADAL" clId="{66BE7C30-C669-4152-AC74-10076FC0590C}" dt="2026-04-30T21:54:40.637" v="64" actId="1076"/>
          <ac:graphicFrameMkLst>
            <pc:docMk/>
            <pc:sldMk cId="0" sldId="260"/>
            <ac:graphicFrameMk id="5" creationId="{CB2697FC-9BDD-2E3D-6BE1-081FF1CD6009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4:52.654" v="121" actId="1036"/>
          <ac:picMkLst>
            <pc:docMk/>
            <pc:sldMk cId="0" sldId="260"/>
            <ac:picMk id="6" creationId="{7CA2B464-7204-1B58-7CE3-C6C3B14E00FD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0:04.591" v="122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19" creationId="{3B68A4C0-C225-2F88-3F44-7CA0A56ECC7D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0" creationId="{BB35E09B-BA26-D2C9-3EF6-C6BEB8947D94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1" creationId="{F27EEB02-B5FB-DAD7-E95F-6B1ACF9A310A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2" creationId="{0EBAE6FD-35ED-AD14-5BC8-825A547D86B8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3" creationId="{977B624E-391B-21E0-20B1-510F47C3CDE0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4" creationId="{1779495F-F07F-13B5-3CC9-6B8FE3E2ED1D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5" creationId="{35C08B82-A587-3E84-8BD8-2CF0ADF40921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6" creationId="{E6196FC5-96C1-EA63-B5FE-6D99A8BE9DA7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27" creationId="{73C15235-7077-1EFB-962D-008F55411751}"/>
          </ac:spMkLst>
        </pc:spChg>
        <pc:spChg chg="add mod">
          <ac:chgData name="Edgar Rosales Ortega" userId="d1d54fc2-1570-4978-babc-e22e1526833f" providerId="ADAL" clId="{66BE7C30-C669-4152-AC74-10076FC0590C}" dt="2026-05-05T17:40:04.591" v="122" actId="164"/>
          <ac:spMkLst>
            <pc:docMk/>
            <pc:sldMk cId="0" sldId="261"/>
            <ac:spMk id="30" creationId="{B34A8943-94DF-9F95-DAFF-B18126CF8A1F}"/>
          </ac:spMkLst>
        </pc:spChg>
      </pc:sldChg>
      <pc:sldChg chg="delSp mod">
        <pc:chgData name="Edgar Rosales Ortega" userId="d1d54fc2-1570-4978-babc-e22e1526833f" providerId="ADAL" clId="{66BE7C30-C669-4152-AC74-10076FC0590C}" dt="2026-05-07T16:36:03.022" v="125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36:17.210" v="12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1:31.055" v="59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7:39.046" v="34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6:13.044" v="124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17:12.969" v="60" actId="1076"/>
          <ac:spMkLst>
            <pc:docMk/>
            <pc:sldMk cId="0" sldId="279"/>
            <ac:spMk id="2" creationId="{572A7FE9-623A-8A99-5921-2FE753D569A3}"/>
          </ac:spMkLst>
        </pc:spChg>
        <pc:spChg chg="mod">
          <ac:chgData name="Edgar Rosales Ortega" userId="d1d54fc2-1570-4978-babc-e22e1526833f" providerId="ADAL" clId="{66BE7C30-C669-4152-AC74-10076FC0590C}" dt="2026-05-05T17:46:13.044" v="124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1:23.327" v="57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7:44.884" v="4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5:53.339" v="123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37:48.976" v="131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37:48.976" v="131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0:48.164" v="5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7:49.238" v="48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38:08.664" v="134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38:08.664" v="134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477DC5FB-31AC-41D0-9B67-3CB65D11C35D}"/>
    <pc:docChg chg="modSld">
      <pc:chgData name="Gerardo Jahir Lara Garcia" userId="S::gerardo.larag@imss.gob.mx::84d5cd65-4601-4e92-b448-a9da4809e012" providerId="AD" clId="Web-{477DC5FB-31AC-41D0-9B67-3CB65D11C35D}" dt="2026-05-12T20:31:37.393" v="239" actId="1076"/>
      <pc:docMkLst>
        <pc:docMk/>
      </pc:docMkLst>
      <pc:sldChg chg="addSp delSp modSp">
        <pc:chgData name="Gerardo Jahir Lara Garcia" userId="S::gerardo.larag@imss.gob.mx::84d5cd65-4601-4e92-b448-a9da4809e012" providerId="AD" clId="Web-{477DC5FB-31AC-41D0-9B67-3CB65D11C35D}" dt="2026-05-12T20:31:37.393" v="239" actId="1076"/>
        <pc:sldMkLst>
          <pc:docMk/>
          <pc:sldMk cId="364733940" sldId="284"/>
        </pc:sldMkLst>
        <pc:spChg chg="add mod">
          <ac:chgData name="Gerardo Jahir Lara Garcia" userId="S::gerardo.larag@imss.gob.mx::84d5cd65-4601-4e92-b448-a9da4809e012" providerId="AD" clId="Web-{477DC5FB-31AC-41D0-9B67-3CB65D11C35D}" dt="2026-05-12T20:06:03.837" v="1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37.393" v="239" actId="1076"/>
          <ac:spMkLst>
            <pc:docMk/>
            <pc:sldMk cId="364733940" sldId="284"/>
            <ac:spMk id="6" creationId="{4578A0AA-9DC1-3453-263A-76BE5A8BE282}"/>
          </ac:spMkLst>
        </pc:spChg>
        <pc:spChg chg="add del mod">
          <ac:chgData name="Gerardo Jahir Lara Garcia" userId="S::gerardo.larag@imss.gob.mx::84d5cd65-4601-4e92-b448-a9da4809e012" providerId="AD" clId="Web-{477DC5FB-31AC-41D0-9B67-3CB65D11C35D}" dt="2026-05-12T20:07:13.402" v="38"/>
          <ac:spMkLst>
            <pc:docMk/>
            <pc:sldMk cId="364733940" sldId="284"/>
            <ac:spMk id="9" creationId="{64688C63-7355-030E-6D1A-62B790C84126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09:24.735" v="114" actId="1076"/>
          <ac:spMkLst>
            <pc:docMk/>
            <pc:sldMk cId="364733940" sldId="284"/>
            <ac:spMk id="10" creationId="{E732EDB4-939B-C564-D4B2-9497DEB259D4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32.127" v="238" actId="1076"/>
          <ac:spMkLst>
            <pc:docMk/>
            <pc:sldMk cId="364733940" sldId="284"/>
            <ac:spMk id="12" creationId="{261D4185-A587-C515-FCC3-DB49EF855C8D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29.502" v="237" actId="1076"/>
          <ac:spMkLst>
            <pc:docMk/>
            <pc:sldMk cId="364733940" sldId="284"/>
            <ac:spMk id="14" creationId="{FD1C9D9D-7EC9-B9A4-0A18-6BF64EAEDB4E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31:21.986" v="236" actId="1076"/>
          <ac:spMkLst>
            <pc:docMk/>
            <pc:sldMk cId="364733940" sldId="284"/>
            <ac:spMk id="16" creationId="{0C08FC0F-9DF2-D636-E638-CE92F3DEC115}"/>
          </ac:spMkLst>
        </pc:spChg>
        <pc:picChg chg="add">
          <ac:chgData name="Gerardo Jahir Lara Garcia" userId="S::gerardo.larag@imss.gob.mx::84d5cd65-4601-4e92-b448-a9da4809e012" providerId="AD" clId="Web-{477DC5FB-31AC-41D0-9B67-3CB65D11C35D}" dt="2026-05-12T20:03:02.877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07:13.402" v="39"/>
          <ac:picMkLst>
            <pc:docMk/>
            <pc:sldMk cId="364733940" sldId="284"/>
            <ac:picMk id="8" creationId="{677D1763-9290-6967-36A7-DBD2C77E4F08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24.751" v="115" actId="1076"/>
          <ac:picMkLst>
            <pc:docMk/>
            <pc:sldMk cId="364733940" sldId="284"/>
            <ac:picMk id="11" creationId="{8A8D8CD2-DBCF-78B9-E5EF-827E13752F76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24.766" v="117" actId="1076"/>
          <ac:picMkLst>
            <pc:docMk/>
            <pc:sldMk cId="364733940" sldId="284"/>
            <ac:picMk id="13" creationId="{FE86C75D-F50A-FF84-41DD-22F979E997A1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09:38.517" v="119" actId="1076"/>
          <ac:picMkLst>
            <pc:docMk/>
            <pc:sldMk cId="364733940" sldId="284"/>
            <ac:picMk id="15" creationId="{9822E17B-1489-11B0-F897-EB691741AD05}"/>
          </ac:picMkLst>
        </pc:picChg>
      </pc:sldChg>
      <pc:sldChg chg="addSp delSp modSp">
        <pc:chgData name="Gerardo Jahir Lara Garcia" userId="S::gerardo.larag@imss.gob.mx::84d5cd65-4601-4e92-b448-a9da4809e012" providerId="AD" clId="Web-{477DC5FB-31AC-41D0-9B67-3CB65D11C35D}" dt="2026-05-12T20:26:46.179" v="235" actId="107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477DC5FB-31AC-41D0-9B67-3CB65D11C35D}" dt="2026-05-12T20:22:08.575" v="149" actId="1076"/>
          <ac:spMkLst>
            <pc:docMk/>
            <pc:sldMk cId="3240565764" sldId="297"/>
            <ac:spMk id="4" creationId="{5703951A-79F9-0F57-1683-4A2C02D4A29F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09.860" v="196" actId="1076"/>
          <ac:spMkLst>
            <pc:docMk/>
            <pc:sldMk cId="3240565764" sldId="297"/>
            <ac:spMk id="7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38.330" v="198" actId="1076"/>
          <ac:spMkLst>
            <pc:docMk/>
            <pc:sldMk cId="3240565764" sldId="297"/>
            <ac:spMk id="9" creationId="{FD4175D4-66CF-7FBC-B843-C149C5339DF1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3:08.921" v="173"/>
          <ac:spMkLst>
            <pc:docMk/>
            <pc:sldMk cId="3240565764" sldId="297"/>
            <ac:spMk id="10" creationId="{453288B5-B8D0-EC78-DB89-D4E8E2B4815F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3:11.640" v="174"/>
          <ac:spMkLst>
            <pc:docMk/>
            <pc:sldMk cId="3240565764" sldId="297"/>
            <ac:spMk id="12" creationId="{EAA4AD06-6D0C-9D1B-41F2-6AC307BA4C2A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4:38.346" v="200" actId="1076"/>
          <ac:spMkLst>
            <pc:docMk/>
            <pc:sldMk cId="3240565764" sldId="297"/>
            <ac:spMk id="14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477DC5FB-31AC-41D0-9B67-3CB65D11C35D}" dt="2026-05-12T20:25:24.191" v="203"/>
          <ac:spMkLst>
            <pc:docMk/>
            <pc:sldMk cId="3240565764" sldId="297"/>
            <ac:spMk id="16" creationId="{2F2CBA5B-0144-7C91-2837-381DF7F4AC47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6:21.694" v="219" actId="1076"/>
          <ac:spMkLst>
            <pc:docMk/>
            <pc:sldMk cId="3240565764" sldId="297"/>
            <ac:spMk id="17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477DC5FB-31AC-41D0-9B67-3CB65D11C35D}" dt="2026-05-12T20:26:46.179" v="235" actId="1076"/>
          <ac:spMkLst>
            <pc:docMk/>
            <pc:sldMk cId="3240565764" sldId="297"/>
            <ac:spMk id="19" creationId="{CA535D92-E281-11D7-D7CB-F8BAB9F176B8}"/>
          </ac:spMkLst>
        </pc:spChg>
        <pc:picChg chg="add">
          <ac:chgData name="Gerardo Jahir Lara Garcia" userId="S::gerardo.larag@imss.gob.mx::84d5cd65-4601-4e92-b448-a9da4809e012" providerId="AD" clId="Web-{477DC5FB-31AC-41D0-9B67-3CB65D11C35D}" dt="2026-05-12T20:02:47.955" v="0"/>
          <ac:picMkLst>
            <pc:docMk/>
            <pc:sldMk cId="3240565764" sldId="297"/>
            <ac:picMk id="3" creationId="{E4583F43-E86D-0F1E-8691-BAF3375AD7BA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4:38.330" v="197" actId="1076"/>
          <ac:picMkLst>
            <pc:docMk/>
            <pc:sldMk cId="3240565764" sldId="297"/>
            <ac:picMk id="8" creationId="{AE9FD96F-084C-5DEE-6966-05F8D1633A42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23:11.640" v="175"/>
          <ac:picMkLst>
            <pc:docMk/>
            <pc:sldMk cId="3240565764" sldId="297"/>
            <ac:picMk id="11" creationId="{B72D96B9-510E-70DC-91C0-8C9FFA3D5257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4:38.346" v="199" actId="1076"/>
          <ac:picMkLst>
            <pc:docMk/>
            <pc:sldMk cId="3240565764" sldId="297"/>
            <ac:picMk id="13" creationId="{170CBE01-E044-2F44-556A-69D0B561DC01}"/>
          </ac:picMkLst>
        </pc:picChg>
        <pc:picChg chg="add del">
          <ac:chgData name="Gerardo Jahir Lara Garcia" userId="S::gerardo.larag@imss.gob.mx::84d5cd65-4601-4e92-b448-a9da4809e012" providerId="AD" clId="Web-{477DC5FB-31AC-41D0-9B67-3CB65D11C35D}" dt="2026-05-12T20:25:24.191" v="204"/>
          <ac:picMkLst>
            <pc:docMk/>
            <pc:sldMk cId="3240565764" sldId="297"/>
            <ac:picMk id="15" creationId="{A92030D8-FD24-B2A5-4694-C79C50477E55}"/>
          </ac:picMkLst>
        </pc:picChg>
        <pc:picChg chg="add mod">
          <ac:chgData name="Gerardo Jahir Lara Garcia" userId="S::gerardo.larag@imss.gob.mx::84d5cd65-4601-4e92-b448-a9da4809e012" providerId="AD" clId="Web-{477DC5FB-31AC-41D0-9B67-3CB65D11C35D}" dt="2026-05-12T20:26:30.413" v="222" actId="1076"/>
          <ac:picMkLst>
            <pc:docMk/>
            <pc:sldMk cId="3240565764" sldId="297"/>
            <ac:picMk id="18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2464335.0</c:v>
                </c:pt>
                <c:pt idx="1">
                  <c:v>73004.0</c:v>
                </c:pt>
                <c:pt idx="2">
                  <c:v>235486.0</c:v>
                </c:pt>
                <c:pt idx="3">
                  <c:v>1407401.0</c:v>
                </c:pt>
                <c:pt idx="4">
                  <c:v>9059.0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31.44046841583122</c:v>
                </c:pt>
                <c:pt idx="1">
                  <c:v>68.55953158416878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13.991975294100001</c:v>
                </c:pt>
                <c:pt idx="1">
                  <c:v>86.0080247059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36.30763027492758</c:v>
                </c:pt>
                <c:pt idx="1">
                  <c:v>63.69236972507242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31.23013839056894</c:v>
                </c:pt>
                <c:pt idx="1">
                  <c:v>68.76986160943106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181</c:v>
                </c:pt>
                <c:pt idx="2">
                  <c:v>180</c:v>
                </c:pt>
                <c:pt idx="3">
                  <c:v>139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 de la Construcción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810</c:v>
                </c:pt>
                <c:pt idx="1">
                  <c:v>48832</c:v>
                </c:pt>
                <c:pt idx="2">
                  <c:v>56921</c:v>
                </c:pt>
                <c:pt idx="3">
                  <c:v>57239</c:v>
                </c:pt>
                <c:pt idx="4">
                  <c:v>432547</c:v>
                </c:pt>
                <c:pt idx="5">
                  <c:v>72453</c:v>
                </c:pt>
                <c:pt idx="6">
                  <c:v>179660</c:v>
                </c:pt>
                <c:pt idx="7">
                  <c:v>4661</c:v>
                </c:pt>
                <c:pt idx="8">
                  <c:v>167857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Transportes y Comunicaciones</c:v>
                </c:pt>
                <c:pt idx="3">
                  <c:v>Industria de la Construcción</c:v>
                </c:pt>
                <c:pt idx="4">
                  <c:v>Industrias de la Transformación</c:v>
                </c:pt>
                <c:pt idx="5">
                  <c:v>Servicios Sociales y Comunales</c:v>
                </c:pt>
                <c:pt idx="6">
                  <c:v>Comercio</c:v>
                </c:pt>
                <c:pt idx="7">
                  <c:v>Ind Eléctrica y Captación y Suministro de Agua Potable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630</c:v>
                </c:pt>
                <c:pt idx="1">
                  <c:v>42870</c:v>
                </c:pt>
                <c:pt idx="2">
                  <c:v>51613</c:v>
                </c:pt>
                <c:pt idx="3">
                  <c:v>53248</c:v>
                </c:pt>
                <c:pt idx="4">
                  <c:v>427840</c:v>
                </c:pt>
                <c:pt idx="5">
                  <c:v>74211</c:v>
                </c:pt>
                <c:pt idx="6">
                  <c:v>184389</c:v>
                </c:pt>
                <c:pt idx="7">
                  <c:v>4952</c:v>
                </c:pt>
                <c:pt idx="8">
                  <c:v>191270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858697</c:v>
                </c:pt>
                <c:pt idx="1">
                  <c:v>897404</c:v>
                </c:pt>
                <c:pt idx="2">
                  <c:v>894965</c:v>
                </c:pt>
                <c:pt idx="3">
                  <c:v>955928</c:v>
                </c:pt>
                <c:pt idx="4">
                  <c:v>1005246</c:v>
                </c:pt>
                <c:pt idx="5">
                  <c:v>1044130</c:v>
                </c:pt>
                <c:pt idx="6">
                  <c:v>1048271</c:v>
                </c:pt>
                <c:pt idx="7">
                  <c:v>1020980</c:v>
                </c:pt>
                <c:pt idx="8">
                  <c:v>1031023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Baja Californ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61%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2,464,335</a:t>
            </a:r>
            <a:br/>
            <a:r>
              <a:t>59%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73,004</a:t>
            </a:r>
            <a:br/>
            <a:r>
              <a:t>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235,486</a:t>
            </a:r>
            <a:br/>
            <a:r>
              <a:t>6%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1,407,401</a:t>
            </a:r>
            <a:br/>
            <a:r>
              <a:t>34%</a:t>
            </a:r>
          </a:p>
        </p:txBody>
      </p:sp>
      <p:pic>
        <p:nvPicPr>
          <p:cNvPr id="128" name="Picture 127" descr="0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9,059</a:t>
            </a:r>
            <a:br/>
            <a:r>
              <a:t>0.22%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4,189,285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2,082,530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2,469,611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1,192,759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1,504,817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877,445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1,031,023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217,096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144,800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223,789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889,771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964,794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276,581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328,320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445,979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119,979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190,495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3,114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2,905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10,622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14,162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2_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237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9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274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1,376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467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HGP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46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UMF, 8 UMFH, 1 UMF-UMAA y no incluye 3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77;g3cf9c41d666_3_86">
            <a:extLst>
              <a:ext uri="{FF2B5EF4-FFF2-40B4-BE49-F238E27FC236}">
                <a16:creationId xmlns:a16="http://schemas.microsoft.com/office/drawing/2014/main" id="{CB2697FC-9BDD-2E3D-6BE1-081FF1CD60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293440"/>
              </p:ext>
            </p:extLst>
          </p:nvPr>
        </p:nvGraphicFramePr>
        <p:xfrm>
          <a:off x="288000" y="1191600"/>
          <a:ext cx="68474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Zona, Mexicali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78;g3cf9c41d666_3_86">
            <a:extLst>
              <a:ext uri="{FF2B5EF4-FFF2-40B4-BE49-F238E27FC236}">
                <a16:creationId xmlns:a16="http://schemas.microsoft.com/office/drawing/2014/main" id="{7CA2B464-7204-1B58-7CE3-C6C3B14E00F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347" y="2220596"/>
            <a:ext cx="2099251" cy="15151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B8417DF-4E40-D4CB-1C70-DC570D076695}"/>
              </a:ext>
            </a:extLst>
          </p:cNvPr>
          <p:cNvSpPr txBox="1"/>
          <p:nvPr/>
        </p:nvSpPr>
        <p:spPr>
          <a:xfrm>
            <a:off x="2552401" y="1925050"/>
            <a:ext cx="5064551" cy="2787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10 de agosto de 1952 el IMSS inició operaciones en la entidad, siendo</a:t>
            </a:r>
            <a:r>
              <a:rPr lang="es-ES" sz="120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Presidente Miguel Alemán quien decretó la introducción de los servicios de salud del IMSS en Baja California. Incluyendo el municipio de San Luis Rio Colorado, Sonora.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1954 el Presidente Adolfo Ruiz </a:t>
            </a:r>
            <a:r>
              <a:rPr lang="es-ES" sz="12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Cortínes</a:t>
            </a: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firmó el decreto que incorporó a los trabajadores del campo al IMSS, lo que convirtió a Baja California en la primera entidad del país en brindar cobertura a este sector, e implementar una red de unidades médicas rurales en el Valle de Mexicali.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Baja California fue el Hospital de Zona (más tarde denominado Hospital General) de Mexicali, que se inauguró en la década de 1950.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2002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2008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FD05D36A-5109-23A1-D38F-F2DA10DC607F}"/>
              </a:ext>
            </a:extLst>
          </p:cNvPr>
          <p:cNvGrpSpPr/>
          <p:nvPr/>
        </p:nvGrpSpPr>
        <p:grpSpPr>
          <a:xfrm>
            <a:off x="0" y="4891070"/>
            <a:ext cx="7772400" cy="4268929"/>
            <a:chOff x="0" y="4891070"/>
            <a:chExt cx="7772400" cy="4268929"/>
          </a:xfrm>
        </p:grpSpPr>
        <p:pic>
          <p:nvPicPr>
            <p:cNvPr id="18" name="Google Shape;68;g37263673d04_0_31" title="HGZ 86 URUAPAN.jpg">
              <a:extLst>
                <a:ext uri="{FF2B5EF4-FFF2-40B4-BE49-F238E27FC236}">
                  <a16:creationId xmlns:a16="http://schemas.microsoft.com/office/drawing/2014/main" id="{2AB72D3F-9BA0-02AC-9CB8-81386B2BF86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1417" t="15479" r="44279" b="26090"/>
            <a:stretch/>
          </p:blipFill>
          <p:spPr>
            <a:xfrm>
              <a:off x="191116" y="5702093"/>
              <a:ext cx="2367954" cy="1562335"/>
            </a:xfrm>
            <a:prstGeom prst="rect">
              <a:avLst/>
            </a:prstGeom>
            <a:noFill/>
            <a:ln>
              <a:noFill/>
            </a:ln>
            <a:effectLst>
              <a:outerShdw blurRad="114300" dist="57150" dir="10800000" algn="bl" rotWithShape="0">
                <a:srgbClr val="000000">
                  <a:alpha val="50000"/>
                </a:srgbClr>
              </a:outerShdw>
            </a:effectLst>
          </p:spPr>
        </p:pic>
        <p:sp>
          <p:nvSpPr>
            <p:cNvPr id="19" name="Google Shape;70;g37263673d04_0_31">
              <a:extLst>
                <a:ext uri="{FF2B5EF4-FFF2-40B4-BE49-F238E27FC236}">
                  <a16:creationId xmlns:a16="http://schemas.microsoft.com/office/drawing/2014/main" id="{3B68A4C0-C225-2F88-3F44-7CA0A56ECC7D}"/>
                </a:ext>
              </a:extLst>
            </p:cNvPr>
            <p:cNvSpPr/>
            <p:nvPr/>
          </p:nvSpPr>
          <p:spPr>
            <a:xfrm>
              <a:off x="607840" y="7273537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Mastógrafo</a:t>
              </a:r>
              <a:endParaRPr sz="1100">
                <a:solidFill>
                  <a:srgbClr val="FFFFFF"/>
                </a:solidFill>
              </a:endParaRPr>
            </a:p>
          </p:txBody>
        </p:sp>
        <p:sp>
          <p:nvSpPr>
            <p:cNvPr id="20" name="Google Shape;71;g37263673d04_0_31">
              <a:extLst>
                <a:ext uri="{FF2B5EF4-FFF2-40B4-BE49-F238E27FC236}">
                  <a16:creationId xmlns:a16="http://schemas.microsoft.com/office/drawing/2014/main" id="{BB35E09B-BA26-D2C9-3EF6-C6BEB8947D94}"/>
                </a:ext>
              </a:extLst>
            </p:cNvPr>
            <p:cNvSpPr txBox="1"/>
            <p:nvPr/>
          </p:nvSpPr>
          <p:spPr>
            <a:xfrm>
              <a:off x="83763" y="7669859"/>
              <a:ext cx="2291100" cy="7078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SzPts val="800"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HGS 6 Tecate</a:t>
              </a:r>
              <a:b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s-MX" sz="1300" b="1" dirty="0">
                  <a:solidFill>
                    <a:srgbClr val="595959"/>
                  </a:solidFill>
                  <a:latin typeface="Montserrat"/>
                </a:rPr>
                <a:t>$ 4.3 </a:t>
              </a:r>
              <a:r>
                <a:rPr lang="es-MX" sz="1300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endParaRPr sz="1300" b="1" dirty="0">
                <a:solidFill>
                  <a:srgbClr val="595959"/>
                </a:solidFill>
                <a:latin typeface="Montserrat"/>
                <a:sym typeface="Noto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dirty="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" name="Google Shape;72;g37263673d04_0_31">
              <a:extLst>
                <a:ext uri="{FF2B5EF4-FFF2-40B4-BE49-F238E27FC236}">
                  <a16:creationId xmlns:a16="http://schemas.microsoft.com/office/drawing/2014/main" id="{F27EEB02-B5FB-DAD7-E95F-6B1ACF9A310A}"/>
                </a:ext>
              </a:extLst>
            </p:cNvPr>
            <p:cNvSpPr/>
            <p:nvPr/>
          </p:nvSpPr>
          <p:spPr>
            <a:xfrm>
              <a:off x="172442" y="7272070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2" name="Google Shape;73;g37263673d04_0_31">
              <a:extLst>
                <a:ext uri="{FF2B5EF4-FFF2-40B4-BE49-F238E27FC236}">
                  <a16:creationId xmlns:a16="http://schemas.microsoft.com/office/drawing/2014/main" id="{0EBAE6FD-35ED-AD14-5BC8-825A547D86B8}"/>
                </a:ext>
              </a:extLst>
            </p:cNvPr>
            <p:cNvSpPr/>
            <p:nvPr/>
          </p:nvSpPr>
          <p:spPr>
            <a:xfrm>
              <a:off x="2670044" y="7264422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3" name="Google Shape;74;g37263673d04_0_31">
              <a:extLst>
                <a:ext uri="{FF2B5EF4-FFF2-40B4-BE49-F238E27FC236}">
                  <a16:creationId xmlns:a16="http://schemas.microsoft.com/office/drawing/2014/main" id="{977B624E-391B-21E0-20B1-510F47C3CDE0}"/>
                </a:ext>
              </a:extLst>
            </p:cNvPr>
            <p:cNvSpPr/>
            <p:nvPr/>
          </p:nvSpPr>
          <p:spPr>
            <a:xfrm>
              <a:off x="3124854" y="7264422"/>
              <a:ext cx="20103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 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" name="Google Shape;75;g37263673d04_0_31">
              <a:extLst>
                <a:ext uri="{FF2B5EF4-FFF2-40B4-BE49-F238E27FC236}">
                  <a16:creationId xmlns:a16="http://schemas.microsoft.com/office/drawing/2014/main" id="{1779495F-F07F-13B5-3CC9-6B8FE3E2ED1D}"/>
                </a:ext>
              </a:extLst>
            </p:cNvPr>
            <p:cNvSpPr txBox="1"/>
            <p:nvPr/>
          </p:nvSpPr>
          <p:spPr>
            <a:xfrm>
              <a:off x="2559069" y="7610503"/>
              <a:ext cx="2291100" cy="15494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6350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HGR 1 Tijuana</a:t>
              </a:r>
            </a:p>
            <a:p>
              <a:pPr marR="63500" lvl="0">
                <a:lnSpc>
                  <a:spcPct val="115000"/>
                </a:lnSpc>
              </a:pPr>
              <a:r>
                <a:rPr lang="es-MX" sz="1300" b="1" dirty="0">
                  <a:solidFill>
                    <a:srgbClr val="595959"/>
                  </a:solidFill>
                  <a:latin typeface="Montserrat"/>
                </a:rPr>
                <a:t>$ 38.2 </a:t>
              </a:r>
              <a:r>
                <a:rPr lang="es-MX" sz="1300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63500" lvl="0" indent="0" algn="ctr" rtl="0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76;g37263673d04_0_31">
              <a:extLst>
                <a:ext uri="{FF2B5EF4-FFF2-40B4-BE49-F238E27FC236}">
                  <a16:creationId xmlns:a16="http://schemas.microsoft.com/office/drawing/2014/main" id="{35C08B82-A587-3E84-8BD8-2CF0ADF40921}"/>
                </a:ext>
              </a:extLst>
            </p:cNvPr>
            <p:cNvSpPr/>
            <p:nvPr/>
          </p:nvSpPr>
          <p:spPr>
            <a:xfrm>
              <a:off x="5742353" y="7264427"/>
              <a:ext cx="18243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77;g37263673d04_0_31">
              <a:extLst>
                <a:ext uri="{FF2B5EF4-FFF2-40B4-BE49-F238E27FC236}">
                  <a16:creationId xmlns:a16="http://schemas.microsoft.com/office/drawing/2014/main" id="{E6196FC5-96C1-EA63-B5FE-6D99A8BE9DA7}"/>
                </a:ext>
              </a:extLst>
            </p:cNvPr>
            <p:cNvSpPr/>
            <p:nvPr/>
          </p:nvSpPr>
          <p:spPr>
            <a:xfrm>
              <a:off x="5235336" y="7264427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3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27" name="Google Shape;78;g37263673d04_0_31">
              <a:extLst>
                <a:ext uri="{FF2B5EF4-FFF2-40B4-BE49-F238E27FC236}">
                  <a16:creationId xmlns:a16="http://schemas.microsoft.com/office/drawing/2014/main" id="{73C15235-7077-1EFB-962D-008F55411751}"/>
                </a:ext>
              </a:extLst>
            </p:cNvPr>
            <p:cNvSpPr txBox="1"/>
            <p:nvPr/>
          </p:nvSpPr>
          <p:spPr>
            <a:xfrm>
              <a:off x="5171572" y="7618111"/>
              <a:ext cx="2577600" cy="13291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30 Mexicali, HGR 20 Tijuana y HGR 1 Tijuana</a:t>
              </a:r>
            </a:p>
            <a:p>
              <a:pPr marR="50800" lvl="0">
                <a:lnSpc>
                  <a:spcPct val="111000"/>
                </a:lnSpc>
              </a:pPr>
              <a:r>
                <a:rPr lang="es-MX" b="1" dirty="0">
                  <a:solidFill>
                    <a:srgbClr val="595959"/>
                  </a:solidFill>
                  <a:latin typeface="Montserrat"/>
                </a:rPr>
                <a:t>$ 89.0 </a:t>
              </a:r>
              <a:r>
                <a:rPr lang="es-MX" b="1" dirty="0" err="1">
                  <a:solidFill>
                    <a:srgbClr val="595959"/>
                  </a:solidFill>
                  <a:latin typeface="Montserrat"/>
                </a:rPr>
                <a:t>mdp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00" dirty="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5080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rPr>
                <a:t> 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28" name="Google Shape;79;g37263673d04_0_31">
              <a:extLst>
                <a:ext uri="{FF2B5EF4-FFF2-40B4-BE49-F238E27FC236}">
                  <a16:creationId xmlns:a16="http://schemas.microsoft.com/office/drawing/2014/main" id="{02DE1B9B-4264-0244-E7D5-CF73FCF5FE71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92547" y="5702093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80;g37263673d04_0_31">
              <a:extLst>
                <a:ext uri="{FF2B5EF4-FFF2-40B4-BE49-F238E27FC236}">
                  <a16:creationId xmlns:a16="http://schemas.microsoft.com/office/drawing/2014/main" id="{79B66542-11E1-025F-EECE-4BC98B2F43C9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0994" y="5702093"/>
              <a:ext cx="2437578" cy="15623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" name="Google Shape;87;g37263673d04_0_31">
              <a:extLst>
                <a:ext uri="{FF2B5EF4-FFF2-40B4-BE49-F238E27FC236}">
                  <a16:creationId xmlns:a16="http://schemas.microsoft.com/office/drawing/2014/main" id="{B34A8943-94DF-9F95-DAFF-B18126CF8A1F}"/>
                </a:ext>
              </a:extLst>
            </p:cNvPr>
            <p:cNvSpPr txBox="1"/>
            <p:nvPr/>
          </p:nvSpPr>
          <p:spPr>
            <a:xfrm>
              <a:off x="0" y="4891070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13 Isla de Cedros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59310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7CCF1AB1-D2DE-5003-2B2F-52DF36BF06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8E4685A0-D507-A362-C07E-7FF0F2F1C71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705C4C9-7DEA-15E1-1818-18F1EBCD5E52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C11DEBA-CDE8-83A1-7FAB-B3D85A795369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31376C1A-8703-9213-5905-865A28580935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4CD038-1861-2B4D-A658-5425B2F3748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A87C76B-2B03-E0F6-589D-D5D57698F24B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+7,857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+367,427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+95,268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3,676,233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367,427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1,210,420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3,739,192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924,405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95,268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342,174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942,430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53,331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7,857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18,279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58,530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17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87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El Sauzal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23,463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Valle Guadalupe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Mexicali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214,011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69,556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212,976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15 E. Hermosillo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C. Morelos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 Benito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25,824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39,150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5 E. Nuevo León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25,904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4 E. Durango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10 Guadalupe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43,334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15,803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51,678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Rosarito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67,427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22,741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75,168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111,438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35,472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112,752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San Vicente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San Felipe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2,868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6,174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Isla de Cedros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Mexicali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29,377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9,827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Rosario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Ensenada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38,702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758,348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51,350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252,267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802,364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5284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0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904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5284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802,364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3C8ABE86-30AA-8EAD-7611-0E7B8F6C9896}"/>
              </a:ext>
            </a:extLst>
          </p:cNvPr>
          <p:cNvSpPr txBox="1"/>
          <p:nvPr/>
        </p:nvSpPr>
        <p:spPr>
          <a:xfrm>
            <a:off x="3924218" y="4802782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Nuevas UMTC con   8 consultorios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C159DB9B-981E-E5AA-87C5-5221FFA53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658467"/>
              </p:ext>
            </p:extLst>
          </p:nvPr>
        </p:nvGraphicFramePr>
        <p:xfrm>
          <a:off x="4462292" y="5858478"/>
          <a:ext cx="2297715" cy="1015662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29771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16 Mexicali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2) UMF 32 Ensenada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338554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3) HGOMF 7 Tijuana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E595041E-EE84-291E-167E-208943725E09}"/>
              </a:ext>
            </a:extLst>
          </p:cNvPr>
          <p:cNvSpPr txBox="1"/>
          <p:nvPr/>
        </p:nvSpPr>
        <p:spPr>
          <a:xfrm>
            <a:off x="4633175" y="8108248"/>
            <a:ext cx="18233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Montserrat" panose="00000500000000000000" pitchFamily="2" charset="0"/>
              </a:rPr>
              <a:t>UMF 33 Tijuana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465088B-35E2-8750-4EFA-EE68632C5D82}"/>
              </a:ext>
            </a:extLst>
          </p:cNvPr>
          <p:cNvSpPr txBox="1"/>
          <p:nvPr/>
        </p:nvSpPr>
        <p:spPr>
          <a:xfrm>
            <a:off x="3930442" y="7202794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2 consultorios en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30 Unidades de Medicina Familiar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 (61 consultorios)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(387,605 consultas)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51200" y="1695600"/>
          <a:ext cx="7473599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Ensenada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167,212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13 San Quintín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78,606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12,918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513,466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171,167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564,816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Mexicali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320,994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330,624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33 Tijuana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223,128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22,010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70,891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220,416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34 El Florido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102,035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25,398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34,718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35 Los Lobos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103,394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27,418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34,830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Palmar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97,106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13,444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33,435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36 Mesa de Otay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182,605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14,582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58,841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Tecate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158,100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18,402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54,122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 Villas del 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176,498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24,474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58,133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Tijuana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163,142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2,056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52,276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21 Rosarito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149,277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26,703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49,072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2,435,563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285,365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799,182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2,454,856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32.6%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13%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164540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43,915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57,416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19,559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160,348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-10,996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60,624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256,435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31,472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88,847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249,660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245,483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35,031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-6,458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13,132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91,265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25,426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924,405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95,268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342,174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942,430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509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58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36.3%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671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509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942,430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7332940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28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20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1 Tijuana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13,901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13,276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HGOMF 7 Tijuana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8 Ensenada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HGPMF 31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6 Tecate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2,718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30 Mexicali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12,596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 23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53,331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7,857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18,279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58,530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473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54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31.2%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635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473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58,530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94 en Hospitales, 2 en sede, 15 en UMF y 211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57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579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2359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2359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044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Quintín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C/mf 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 9 Lázaro Cárdenas (Ensenada)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Detección y Diagnóstico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476874"/>
              </p:ext>
            </p:extLst>
          </p:nvPr>
        </p:nvGraphicFramePr>
        <p:xfrm>
          <a:off x="287050" y="109721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10,154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2,273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16,486	 Personal de Salud: 11,206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+79.8%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151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+38.9%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1,921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2,669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+23.9%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3,398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4,210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+29.4%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2,352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3,043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+90.0%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239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549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14,872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966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164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216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4,350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2,014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34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22,202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(216,640)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(24,629)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(2,254)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(5,848)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(202,872)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(16,338)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(1,969)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(2,259)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(293)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(43,870)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(11,811)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(1,542)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(41,647)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Secuelas de traumatismos e intoxicaciones
(11,169)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(1,180)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(1,424)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(229)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(33,899)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Problemas y enfermedades de la columna vertebral
(9,749)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(1,173)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(1,364)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(192)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185,933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2,265,553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179,634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2,374,516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A7353-8BAA-6006-D479-5553A7E19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754,299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529,710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476,381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352,172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336,513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313,847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254,732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247,321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234,794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228,895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51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E4583F43-E86D-0F1E-8691-BAF3375AD7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564" y="2073154"/>
            <a:ext cx="875508" cy="854908"/>
          </a:xfrm>
          <a:prstGeom prst="rect">
            <a:avLst/>
          </a:prstGeom>
        </p:spPr>
      </p:pic>
      <p:sp>
        <p:nvSpPr>
          <p:cNvPr id="4" name="CuadroTexto 8">
            <a:extLst>
              <a:ext uri="{FF2B5EF4-FFF2-40B4-BE49-F238E27FC236}">
                <a16:creationId xmlns:a16="http://schemas.microsoft.com/office/drawing/2014/main" id="{5703951A-79F9-0F57-1683-4A2C02D4A29F}"/>
              </a:ext>
            </a:extLst>
          </p:cNvPr>
          <p:cNvSpPr txBox="1"/>
          <p:nvPr/>
        </p:nvSpPr>
        <p:spPr>
          <a:xfrm>
            <a:off x="-1214749" y="2199486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BC955C"/>
                </a:solidFill>
                <a:latin typeface="Montserrat"/>
              </a:rPr>
              <a:t>Hospital</a:t>
            </a:r>
            <a:endParaRPr lang="en-US" sz="800"/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717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987553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001343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901952"/>
            <a:ext cx="875508" cy="854908"/>
          </a:xfrm>
          <a:prstGeom prst="rect">
            <a:avLst/>
          </a:prstGeom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915742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7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482445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8" name="Imagen 1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168043"/>
            <a:ext cx="875508" cy="854908"/>
          </a:xfrm>
          <a:prstGeom prst="rect">
            <a:avLst/>
          </a:prstGeom>
        </p:spPr>
      </p:pic>
      <p:sp>
        <p:nvSpPr>
          <p:cNvPr id="19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294375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3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Tomógrafos</a:t>
            </a:r>
            <a:endParaRPr lang="en-US" dirty="0" err="1"/>
          </a:p>
        </p:txBody>
      </p:sp>
      <p:sp>
        <p:nvSpPr>
          <p:cNvPr id="20" name="TextBox 1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785600" y="158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HGR de 216 camas, Ensenada (1a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HGZ No. 30 en Mexicali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$34.0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$1,418.9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785600" y="2844000"/>
          <a:ext cx="5295600" cy="4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14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$628.8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HGPMF 31 Mexicali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$96.8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3 subdelegaciones (San Luis Río Colorado, Tecate y Tijuana)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$78.3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unidades, Baja California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HGO No. 7, Tijuana y HGZ No. 8, Ensenada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HGR No. 20, Tijuana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No. 16,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8 unidades, Baja California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$921.5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785600" y="7164000"/>
          <a:ext cx="52956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81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81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16  piezas de equipo médico: 1 congelador horizontal de refrigerantes para vacunas, 1 refrigerador para vacunas, 4 refrigeradores congeladores de 5.4 pies cúbicos, 2 monitores de signos vitales para el traslado del paciente (con protección antimagnética), 2 Unidades de anestesia básica (con protección antimagnética), 3 tomógrafos, 1 angiógrafo, 1 resonancia magnética, 1 mastógrafo digital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85600" y="896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28870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796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" name="CuadroTexto 16">
            <a:extLst>
              <a:ext uri="{FF2B5EF4-FFF2-40B4-BE49-F238E27FC236}">
                <a16:creationId xmlns:a16="http://schemas.microsoft.com/office/drawing/2014/main" id="{E732EDB4-939B-C564-D4B2-9497DEB259D4}"/>
              </a:ext>
            </a:extLst>
          </p:cNvPr>
          <p:cNvSpPr txBox="1"/>
          <p:nvPr/>
        </p:nvSpPr>
        <p:spPr>
          <a:xfrm>
            <a:off x="-1175551" y="3820996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Transformación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8A8D8CD2-DBCF-78B9-E5EF-827E1375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69" y="4132917"/>
            <a:ext cx="872667" cy="849944"/>
          </a:xfrm>
          <a:prstGeom prst="rect">
            <a:avLst/>
          </a:prstGeom>
        </p:spPr>
      </p:pic>
      <p:sp>
        <p:nvSpPr>
          <p:cNvPr id="12" name="CuadroTexto 18">
            <a:extLst>
              <a:ext uri="{FF2B5EF4-FFF2-40B4-BE49-F238E27FC236}">
                <a16:creationId xmlns:a16="http://schemas.microsoft.com/office/drawing/2014/main" id="{261D4185-A587-C515-FCC3-DB49EF855C8D}"/>
              </a:ext>
            </a:extLst>
          </p:cNvPr>
          <p:cNvSpPr txBox="1"/>
          <p:nvPr/>
        </p:nvSpPr>
        <p:spPr>
          <a:xfrm>
            <a:off x="-1233041" y="4201447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Hospital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Rural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E86C75D-F50A-FF84-41DD-22F979E997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867" y="5044210"/>
            <a:ext cx="872667" cy="849944"/>
          </a:xfrm>
          <a:prstGeom prst="rect">
            <a:avLst/>
          </a:prstGeom>
        </p:spPr>
      </p:pic>
      <p:sp>
        <p:nvSpPr>
          <p:cNvPr id="14" name="CuadroTexto 18">
            <a:extLst>
              <a:ext uri="{FF2B5EF4-FFF2-40B4-BE49-F238E27FC236}">
                <a16:creationId xmlns:a16="http://schemas.microsoft.com/office/drawing/2014/main" id="{FD1C9D9D-7EC9-B9A4-0A18-6BF64EAEDB4E}"/>
              </a:ext>
            </a:extLst>
          </p:cNvPr>
          <p:cNvSpPr txBox="1"/>
          <p:nvPr/>
        </p:nvSpPr>
        <p:spPr>
          <a:xfrm>
            <a:off x="-1209746" y="5181087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5</a:t>
            </a:r>
            <a:endParaRPr lang="en-US" sz="2000" b="1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UMR</a:t>
            </a:r>
            <a:endParaRPr lang="en-US"/>
          </a:p>
        </p:txBody>
      </p:sp>
      <p:pic>
        <p:nvPicPr>
          <p:cNvPr id="15" name="Imagen 1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822E17B-1489-11B0-F897-EB691741A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32" y="2935085"/>
            <a:ext cx="872667" cy="849944"/>
          </a:xfrm>
          <a:prstGeom prst="rect">
            <a:avLst/>
          </a:prstGeom>
        </p:spPr>
      </p:pic>
      <p:sp>
        <p:nvSpPr>
          <p:cNvPr id="16" name="CuadroTexto 11">
            <a:extLst>
              <a:ext uri="{FF2B5EF4-FFF2-40B4-BE49-F238E27FC236}">
                <a16:creationId xmlns:a16="http://schemas.microsoft.com/office/drawing/2014/main" id="{0C08FC0F-9DF2-D636-E638-CE92F3DEC115}"/>
              </a:ext>
            </a:extLst>
          </p:cNvPr>
          <p:cNvSpPr txBox="1"/>
          <p:nvPr/>
        </p:nvSpPr>
        <p:spPr>
          <a:xfrm>
            <a:off x="-1210408" y="30656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1584000"/>
          <a:ext cx="5396400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Ensenada (2a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$1,385.0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Plus, Tijuana (30 CMF + 12 Enfermería + Urgencias + 8 Especialidades + MFR)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$634.1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Sustitución de UMF No. 2, Benito Juárez,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$105.7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Mexicali, 110 lugares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CECI San Ramón, 110 lugares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$2,209.4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3527993"/>
          <a:ext cx="5396400" cy="377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9076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Hospital de Zona HR No. 69 San Quintín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$534.9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$180.6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la UMFH No. 13 San Quintín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 UCIN en HGPMF 31 Mexicali y HGR 1 Tijuana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$24.6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de AMC a Urgencias, UMF No. 16 Mexicali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Camalú, San Quintín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Villa de Jesús María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Punta Colonet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Santo Tomás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UMF No. 29 El Rosario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9076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UMR a UMF Lázaro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9076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$823.2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7487978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15 equipos electromecánicos para 4 Unidades Hospitalarias; 7 equipos para casa de máquinas, 4 lavadoras, 3 secadoras y 1 elevador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3,178.6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Mexicali (2), San Quintín (3), Tijuana (2), Playas de Rosarito, Tijuana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29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3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CECI Mexicali 110 niños, fallo 9 de abril 2026, empresa MARCARSO S.A. de C.V. En integración de expediente para donación: 7 en Ensenada, Mexicali, Playas de Rosarito y Tijuana.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52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49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8,671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984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Tijuana, BC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Mexicali, San Luis Río Colorado, Tijuana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Teatros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Mexicali, Tijuana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Mexicali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65 Tijuana y  86 Ensenada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2_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52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Experiencia Sonorense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30,931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17,969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del Estado de Baja California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8,269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8,277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10,419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10,523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Central Detallista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6,861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-22.22%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-12.21%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-9.33%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-6.97%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-1.09%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+2.43%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+2.63%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+6.24%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+13.95%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917,624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66,967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31,326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1,020,980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939,399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4,922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60,703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25,999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1,031,023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572A7FE9-623A-8A99-5921-2FE753D569A3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$748.81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$355.44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$748.81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$22,464.3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Ensenada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$213.16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Mexicali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$14.73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Patronato del Bosque y Zoológico de la ciudad de Mexicali 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$4.68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Robertson Saracho del Peral SC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$94.67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Aurel Project SC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$68.41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DlR Autotransportes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$52.37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55,773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41,775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3,187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7,179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3,632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1,088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2,156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275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73,004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38,741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34,263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3,046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55,773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778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92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Quintín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94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San Quintín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4233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C/mf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5565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5961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033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15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 9 Lázaro Cárdenas (Ensenada)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Detección y Diagnóstico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3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2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960000" y="5169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069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960000" y="6969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322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211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57455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0000" y="8049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7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322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404</Words>
  <Application>Microsoft Office PowerPoint</Application>
  <PresentationFormat>Personalizado</PresentationFormat>
  <Paragraphs>102</Paragraphs>
  <Slides>25</Slides>
  <Notes>23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141</cp:revision>
  <dcterms:modified xsi:type="dcterms:W3CDTF">2026-05-12T20:31:40Z</dcterms:modified>
</cp:coreProperties>
</file>