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9" r:id="rId3"/>
    <p:sldId id="258" r:id="rId4"/>
    <p:sldId id="259" r:id="rId5"/>
    <p:sldId id="305" r:id="rId6"/>
    <p:sldId id="261" r:id="rId7"/>
    <p:sldId id="287" r:id="rId8"/>
    <p:sldId id="262" r:id="rId9"/>
    <p:sldId id="280" r:id="rId10"/>
    <p:sldId id="267" r:id="rId11"/>
    <p:sldId id="306" r:id="rId12"/>
    <p:sldId id="307" r:id="rId13"/>
    <p:sldId id="303" r:id="rId14"/>
    <p:sldId id="281" r:id="rId15"/>
    <p:sldId id="304" r:id="rId16"/>
    <p:sldId id="288" r:id="rId17"/>
    <p:sldId id="270" r:id="rId18"/>
    <p:sldId id="271" r:id="rId19"/>
    <p:sldId id="272" r:id="rId20"/>
    <p:sldId id="299" r:id="rId21"/>
    <p:sldId id="297" r:id="rId22"/>
    <p:sldId id="308" r:id="rId23"/>
    <p:sldId id="277" r:id="rId24"/>
    <p:sldId id="278" r:id="rId25"/>
    <p:sldId id="279" r:id="rId26"/>
    <p:sldId id="282" r:id="rId27"/>
  </p:sldIdLst>
  <p:sldSz cx="7772400" cy="10058400"/>
  <p:notesSz cx="6858000" cy="9144000"/>
  <p:embeddedFontLst>
    <p:embeddedFont>
      <p:font typeface="Montserrat" panose="020B0604020202020204" charset="0"/>
      <p:regular r:id="rId29"/>
      <p:bold r:id="rId30"/>
      <p:italic r:id="rId31"/>
      <p:boldItalic r:id="rId32"/>
    </p:embeddedFont>
    <p:embeddedFont>
      <p:font typeface="Noto Sans" panose="020B0604020202020204" charset="0"/>
      <p:regular r:id="rId33"/>
      <p:bold r:id="rId34"/>
      <p:italic r:id="rId35"/>
      <p:boldItalic r:id="rId36"/>
    </p:embeddedFont>
    <p:embeddedFont>
      <p:font typeface="Noto Sans Black" panose="020B0604020202020204" charset="0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8D8C37-3F7D-484D-9FBC-950A5C699456}" v="15" dt="2026-07-03T18:37:46.837"/>
    <p1510:client id="{B3782FA9-0F40-4F67-9FCB-F405702AF973}" v="63" dt="2026-07-03T00:18:27.604"/>
    <p1510:client id="{CB68C1EE-0544-4DE6-BF17-048E5FFD48D2}" v="316" dt="2026-07-03T00:34:16.580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68"/>
        <p:guide pos="24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0" Type="http://schemas.openxmlformats.org/officeDocument/2006/relationships/slide" Target="slides/slide19.xml"/><Relationship Id="rId5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6:24.559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6:24.559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6:24.559" v="2" actId="22"/>
          <ac:spMkLst>
            <pc:docMk/>
            <pc:sldMk cId="748044913" sldId="287"/>
            <ac:spMk id="10" creationId="{66E2C4CC-BCCB-1800-003C-F9D41F587FBF}"/>
          </ac:spMkLst>
        </pc:spChg>
        <pc:spChg chg="add">
          <ac:chgData name="Rohan Myron Oprisko" userId="a7c52ab4-f8b1-4d15-aaf6-6388cc510347" providerId="ADAL" clId="{97C26823-81C0-4343-94EC-E87AB1317939}" dt="2026-06-24T15:56:24.559" v="2" actId="22"/>
          <ac:spMkLst>
            <pc:docMk/>
            <pc:sldMk cId="748044913" sldId="287"/>
            <ac:spMk id="12" creationId="{117D5C14-DF62-B56C-B2E9-92CF7E184C97}"/>
          </ac:spMkLst>
        </pc:spChg>
      </pc:sldChg>
    </pc:docChg>
  </pc:docChgLst>
  <pc:docChgLst>
    <pc:chgData name="Daniela Sales Armendariz" userId="184e57a0-798c-4631-a9c3-d4f65b615685" providerId="ADAL" clId="{DF796C4C-B7E6-49EF-A623-003113919E54}"/>
    <pc:docChg chg="undo custSel addSld delSld modSld">
      <pc:chgData name="Daniela Sales Armendariz" userId="184e57a0-798c-4631-a9c3-d4f65b615685" providerId="ADAL" clId="{DF796C4C-B7E6-49EF-A623-003113919E54}" dt="2026-07-03T17:48:11.457" v="3293" actId="1076"/>
      <pc:docMkLst>
        <pc:docMk/>
      </pc:docMkLst>
      <pc:sldChg chg="modSp mod">
        <pc:chgData name="Daniela Sales Armendariz" userId="184e57a0-798c-4631-a9c3-d4f65b615685" providerId="ADAL" clId="{DF796C4C-B7E6-49EF-A623-003113919E54}" dt="2026-06-26T20:43:53.761" v="1" actId="20577"/>
        <pc:sldMkLst>
          <pc:docMk/>
          <pc:sldMk cId="0" sldId="256"/>
        </pc:sldMkLst>
        <pc:spChg chg="mod">
          <ac:chgData name="Daniela Sales Armendariz" userId="184e57a0-798c-4631-a9c3-d4f65b615685" providerId="ADAL" clId="{DF796C4C-B7E6-49EF-A623-003113919E54}" dt="2026-06-26T20:43:53.761" v="1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6T20:48:35.842" v="45" actId="1076"/>
        <pc:sldMkLst>
          <pc:docMk/>
          <pc:sldMk cId="0" sldId="258"/>
        </pc:sldMkLst>
        <pc:spChg chg="mod">
          <ac:chgData name="Daniela Sales Armendariz" userId="184e57a0-798c-4631-a9c3-d4f65b615685" providerId="ADAL" clId="{DF796C4C-B7E6-49EF-A623-003113919E54}" dt="2026-06-26T20:48:35.842" v="45" actId="1076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46:50.373" v="30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46:44.726" v="28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46:30.824" v="25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48:15.036" v="44" actId="208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47:29.027" v="37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45:15.679" v="6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46:11.413" v="22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45:58.986" v="17" actId="1038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47:39.756" v="39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47:03.537" v="31" actId="1076"/>
          <ac:spMkLst>
            <pc:docMk/>
            <pc:sldMk cId="0" sldId="258"/>
            <ac:spMk id="132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20:48:01.512" v="42" actId="207"/>
          <ac:graphicFrameMkLst>
            <pc:docMk/>
            <pc:sldMk cId="0" sldId="258"/>
            <ac:graphicFrameMk id="117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6T20:46:47.701" v="29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20:46:26.227" v="24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20:47:25.303" v="36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20:46:02.549" v="21" actId="1038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20:47:34.247" v="38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modSp mod">
        <pc:chgData name="Daniela Sales Armendariz" userId="184e57a0-798c-4631-a9c3-d4f65b615685" providerId="ADAL" clId="{DF796C4C-B7E6-49EF-A623-003113919E54}" dt="2026-07-02T21:20:51.292" v="1474" actId="20577"/>
        <pc:sldMkLst>
          <pc:docMk/>
          <pc:sldMk cId="0" sldId="259"/>
        </pc:sldMkLst>
        <pc:spChg chg="mod">
          <ac:chgData name="Daniela Sales Armendariz" userId="184e57a0-798c-4631-a9c3-d4f65b615685" providerId="ADAL" clId="{DF796C4C-B7E6-49EF-A623-003113919E54}" dt="2026-07-02T21:20:51.292" v="1474" actId="20577"/>
          <ac:spMkLst>
            <pc:docMk/>
            <pc:sldMk cId="0" sldId="259"/>
            <ac:spMk id="139" creationId="{00000000-0000-0000-0000-000000000000}"/>
          </ac:spMkLst>
        </pc:spChg>
      </pc:sldChg>
      <pc:sldChg chg="addSp delSp modSp mod">
        <pc:chgData name="Daniela Sales Armendariz" userId="184e57a0-798c-4631-a9c3-d4f65b615685" providerId="ADAL" clId="{DF796C4C-B7E6-49EF-A623-003113919E54}" dt="2026-06-26T21:02:02.488" v="265" actId="1035"/>
        <pc:sldMkLst>
          <pc:docMk/>
          <pc:sldMk cId="0" sldId="261"/>
        </pc:sldMkLst>
        <pc:spChg chg="mod">
          <ac:chgData name="Daniela Sales Armendariz" userId="184e57a0-798c-4631-a9c3-d4f65b615685" providerId="ADAL" clId="{DF796C4C-B7E6-49EF-A623-003113919E54}" dt="2026-06-26T21:00:56.225" v="251" actId="20577"/>
          <ac:spMkLst>
            <pc:docMk/>
            <pc:sldMk cId="0" sldId="261"/>
            <ac:spMk id="12" creationId="{4099ECEE-CA2B-3467-61C4-6A649D527590}"/>
          </ac:spMkLst>
        </pc:spChg>
        <pc:graphicFrameChg chg="add mod">
          <ac:chgData name="Daniela Sales Armendariz" userId="184e57a0-798c-4631-a9c3-d4f65b615685" providerId="ADAL" clId="{DF796C4C-B7E6-49EF-A623-003113919E54}" dt="2026-06-26T21:02:02.488" v="265" actId="1035"/>
          <ac:graphicFrameMkLst>
            <pc:docMk/>
            <pc:sldMk cId="0" sldId="261"/>
            <ac:graphicFrameMk id="4" creationId="{104B66BE-1D5B-C076-4FD8-7FBAD7CD0C4D}"/>
          </ac:graphicFrameMkLst>
        </pc:graphicFrameChg>
      </pc:sldChg>
      <pc:sldChg chg="addSp modSp mod">
        <pc:chgData name="Daniela Sales Armendariz" userId="184e57a0-798c-4631-a9c3-d4f65b615685" providerId="ADAL" clId="{DF796C4C-B7E6-49EF-A623-003113919E54}" dt="2026-06-26T23:06:09.463" v="537" actId="1076"/>
        <pc:sldMkLst>
          <pc:docMk/>
          <pc:sldMk cId="0" sldId="262"/>
        </pc:sldMkLst>
        <pc:spChg chg="mod">
          <ac:chgData name="Daniela Sales Armendariz" userId="184e57a0-798c-4631-a9c3-d4f65b615685" providerId="ADAL" clId="{DF796C4C-B7E6-49EF-A623-003113919E54}" dt="2026-06-26T21:03:35.542" v="285" actId="1035"/>
          <ac:spMkLst>
            <pc:docMk/>
            <pc:sldMk cId="0" sldId="262"/>
            <ac:spMk id="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1:03:41.860" v="294" actId="1035"/>
          <ac:spMkLst>
            <pc:docMk/>
            <pc:sldMk cId="0" sldId="262"/>
            <ac:spMk id="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1:03:52.917" v="316" actId="1035"/>
          <ac:spMkLst>
            <pc:docMk/>
            <pc:sldMk cId="0" sldId="262"/>
            <ac:spMk id="5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01:19.166" v="464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00:21.996" v="444" actId="103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00:05.686" v="428" actId="1076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Daniela Sales Armendariz" userId="184e57a0-798c-4631-a9c3-d4f65b615685" providerId="ADAL" clId="{DF796C4C-B7E6-49EF-A623-003113919E54}" dt="2026-06-26T23:03:23.836" v="526" actId="1036"/>
          <ac:spMkLst>
            <pc:docMk/>
            <pc:sldMk cId="0" sldId="262"/>
            <ac:spMk id="16" creationId="{575DD59C-D9AE-191C-FD5D-3F18A43E7253}"/>
          </ac:spMkLst>
        </pc:spChg>
        <pc:spChg chg="add mod">
          <ac:chgData name="Daniela Sales Armendariz" userId="184e57a0-798c-4631-a9c3-d4f65b615685" providerId="ADAL" clId="{DF796C4C-B7E6-49EF-A623-003113919E54}" dt="2026-06-26T23:04:33.386" v="530" actId="1076"/>
          <ac:spMkLst>
            <pc:docMk/>
            <pc:sldMk cId="0" sldId="262"/>
            <ac:spMk id="18" creationId="{4489E49C-6655-C3C2-36D0-1BCD46AD31A2}"/>
          </ac:spMkLst>
        </pc:spChg>
        <pc:spChg chg="add mod">
          <ac:chgData name="Daniela Sales Armendariz" userId="184e57a0-798c-4631-a9c3-d4f65b615685" providerId="ADAL" clId="{DF796C4C-B7E6-49EF-A623-003113919E54}" dt="2026-06-26T23:04:41.466" v="532" actId="1076"/>
          <ac:spMkLst>
            <pc:docMk/>
            <pc:sldMk cId="0" sldId="262"/>
            <ac:spMk id="23" creationId="{40C027E7-38AB-FA00-90FE-B84FC73EE9C1}"/>
          </ac:spMkLst>
        </pc:spChg>
        <pc:spChg chg="add mod">
          <ac:chgData name="Daniela Sales Armendariz" userId="184e57a0-798c-4631-a9c3-d4f65b615685" providerId="ADAL" clId="{DF796C4C-B7E6-49EF-A623-003113919E54}" dt="2026-06-26T23:06:06.210" v="536" actId="1076"/>
          <ac:spMkLst>
            <pc:docMk/>
            <pc:sldMk cId="0" sldId="262"/>
            <ac:spMk id="25" creationId="{486B4C3A-6E68-30BE-6273-055861C165E3}"/>
          </ac:spMkLst>
        </pc:spChg>
        <pc:spChg chg="add mod">
          <ac:chgData name="Daniela Sales Armendariz" userId="184e57a0-798c-4631-a9c3-d4f65b615685" providerId="ADAL" clId="{DF796C4C-B7E6-49EF-A623-003113919E54}" dt="2026-06-26T23:06:09.463" v="537" actId="1076"/>
          <ac:spMkLst>
            <pc:docMk/>
            <pc:sldMk cId="0" sldId="262"/>
            <ac:spMk id="27" creationId="{F0FEFBEF-EF25-B9EF-EAD1-BEB7978789ED}"/>
          </ac:spMkLst>
        </pc:spChg>
        <pc:graphicFrameChg chg="mod modGraphic">
          <ac:chgData name="Daniela Sales Armendariz" userId="184e57a0-798c-4631-a9c3-d4f65b615685" providerId="ADAL" clId="{DF796C4C-B7E6-49EF-A623-003113919E54}" dt="2026-06-26T22:59:11.469" v="420" actId="14100"/>
          <ac:graphicFrameMkLst>
            <pc:docMk/>
            <pc:sldMk cId="0" sldId="262"/>
            <ac:graphicFrameMk id="8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3:05:27.416" v="533" actId="14100"/>
          <ac:graphicFrameMkLst>
            <pc:docMk/>
            <pc:sldMk cId="0" sldId="262"/>
            <ac:graphicFrameMk id="9" creationId="{00000000-0000-0000-0000-000000000000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3:03:15.840" v="517" actId="1036"/>
          <ac:graphicFrameMkLst>
            <pc:docMk/>
            <pc:sldMk cId="0" sldId="262"/>
            <ac:graphicFrameMk id="14" creationId="{A6DB6E18-AAE6-38EC-B245-F50A22CF8F2E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3:04:37.396" v="531" actId="1076"/>
          <ac:graphicFrameMkLst>
            <pc:docMk/>
            <pc:sldMk cId="0" sldId="262"/>
            <ac:graphicFrameMk id="21" creationId="{AB0DAFEB-EDC9-F61D-51C8-1E1CD4C6713D}"/>
          </ac:graphicFrameMkLst>
        </pc:graphicFrameChg>
        <pc:cxnChg chg="mod">
          <ac:chgData name="Daniela Sales Armendariz" userId="184e57a0-798c-4631-a9c3-d4f65b615685" providerId="ADAL" clId="{DF796C4C-B7E6-49EF-A623-003113919E54}" dt="2026-06-26T21:03:46.339" v="301" actId="1035"/>
          <ac:cxnSpMkLst>
            <pc:docMk/>
            <pc:sldMk cId="0" sldId="262"/>
            <ac:cxnSpMk id="7" creationId="{00000000-0000-0000-0000-000000000000}"/>
          </ac:cxnSpMkLst>
        </pc:cxnChg>
        <pc:cxnChg chg="add mod">
          <ac:chgData name="Daniela Sales Armendariz" userId="184e57a0-798c-4631-a9c3-d4f65b615685" providerId="ADAL" clId="{DF796C4C-B7E6-49EF-A623-003113919E54}" dt="2026-06-26T23:03:19.226" v="521" actId="1036"/>
          <ac:cxnSpMkLst>
            <pc:docMk/>
            <pc:sldMk cId="0" sldId="262"/>
            <ac:cxnSpMk id="19" creationId="{7DB0C532-C283-6A4D-208C-ADE7F778303F}"/>
          </ac:cxnSpMkLst>
        </pc:cxnChg>
      </pc:sldChg>
      <pc:sldChg chg="modSp mod">
        <pc:chgData name="Daniela Sales Armendariz" userId="184e57a0-798c-4631-a9c3-d4f65b615685" providerId="ADAL" clId="{DF796C4C-B7E6-49EF-A623-003113919E54}" dt="2026-06-26T23:09:36.883" v="808" actId="1036"/>
        <pc:sldMkLst>
          <pc:docMk/>
          <pc:sldMk cId="0" sldId="267"/>
        </pc:sldMkLst>
        <pc:spChg chg="mod">
          <ac:chgData name="Daniela Sales Armendariz" userId="184e57a0-798c-4631-a9c3-d4f65b615685" providerId="ADAL" clId="{DF796C4C-B7E6-49EF-A623-003113919E54}" dt="2026-06-26T23:09:30.379" v="800" actId="1036"/>
          <ac:spMkLst>
            <pc:docMk/>
            <pc:sldMk cId="0" sldId="267"/>
            <ac:spMk id="23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09:36.883" v="808" actId="1036"/>
          <ac:spMkLst>
            <pc:docMk/>
            <pc:sldMk cId="0" sldId="267"/>
            <ac:spMk id="23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08:12.806" v="672" actId="1035"/>
          <ac:spMkLst>
            <pc:docMk/>
            <pc:sldMk cId="0" sldId="267"/>
            <ac:spMk id="238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23:09:07.742" v="781" actId="1036"/>
          <ac:graphicFrameMkLst>
            <pc:docMk/>
            <pc:sldMk cId="0" sldId="267"/>
            <ac:graphicFrameMk id="230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3:08:59.548" v="768" actId="1036"/>
          <ac:graphicFrameMkLst>
            <pc:docMk/>
            <pc:sldMk cId="0" sldId="267"/>
            <ac:graphicFrameMk id="233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3:08:41.905" v="752" actId="1035"/>
          <ac:graphicFrameMkLst>
            <pc:docMk/>
            <pc:sldMk cId="0" sldId="267"/>
            <ac:graphicFrameMk id="234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3:09:24.821" v="789" actId="1036"/>
          <ac:graphicFrameMkLst>
            <pc:docMk/>
            <pc:sldMk cId="0" sldId="267"/>
            <ac:graphicFrameMk id="235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6T23:27:54.248" v="1151" actId="1036"/>
        <pc:sldMkLst>
          <pc:docMk/>
          <pc:sldMk cId="0" sldId="272"/>
        </pc:sldMkLst>
        <pc:spChg chg="mod">
          <ac:chgData name="Daniela Sales Armendariz" userId="184e57a0-798c-4631-a9c3-d4f65b615685" providerId="ADAL" clId="{DF796C4C-B7E6-49EF-A623-003113919E54}" dt="2026-06-26T23:27:54.248" v="1151" actId="1036"/>
          <ac:spMkLst>
            <pc:docMk/>
            <pc:sldMk cId="0" sldId="272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27:40.690" v="1149" actId="1036"/>
          <ac:spMkLst>
            <pc:docMk/>
            <pc:sldMk cId="0" sldId="272"/>
            <ac:spMk id="8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23:27:22.738" v="1096" actId="1035"/>
          <ac:graphicFrameMkLst>
            <pc:docMk/>
            <pc:sldMk cId="0" sldId="272"/>
            <ac:graphicFrameMk id="10" creationId="{00000000-0000-0000-0000-000000000000}"/>
          </ac:graphicFrameMkLst>
        </pc:graphicFrameChg>
        <pc:cxnChg chg="mod">
          <ac:chgData name="Daniela Sales Armendariz" userId="184e57a0-798c-4631-a9c3-d4f65b615685" providerId="ADAL" clId="{DF796C4C-B7E6-49EF-A623-003113919E54}" dt="2026-06-26T23:27:27.808" v="1115" actId="1036"/>
          <ac:cxnSpMkLst>
            <pc:docMk/>
            <pc:sldMk cId="0" sldId="272"/>
            <ac:cxnSpMk id="9" creationId="{00000000-0000-0000-0000-000000000000}"/>
          </ac:cxnSpMkLst>
        </pc:cxnChg>
      </pc:sldChg>
      <pc:sldChg chg="addSp delSp modSp mod">
        <pc:chgData name="Daniela Sales Armendariz" userId="184e57a0-798c-4631-a9c3-d4f65b615685" providerId="ADAL" clId="{DF796C4C-B7E6-49EF-A623-003113919E54}" dt="2026-07-03T00:34:16.580" v="1861" actId="14734"/>
        <pc:sldMkLst>
          <pc:docMk/>
          <pc:sldMk cId="0" sldId="277"/>
        </pc:sldMkLst>
        <pc:graphicFrameChg chg="mod">
          <ac:chgData name="Daniela Sales Armendariz" userId="184e57a0-798c-4631-a9c3-d4f65b615685" providerId="ADAL" clId="{DF796C4C-B7E6-49EF-A623-003113919E54}" dt="2026-06-26T23:33:55.244" v="1348" actId="1035"/>
          <ac:graphicFrameMkLst>
            <pc:docMk/>
            <pc:sldMk cId="0" sldId="277"/>
            <ac:graphicFrameMk id="457" creationId="{00000000-0000-0000-0000-000000000000}"/>
          </ac:graphicFrameMkLst>
        </pc:graphicFrameChg>
        <pc:graphicFrameChg chg="modGraphic">
          <ac:chgData name="Daniela Sales Armendariz" userId="184e57a0-798c-4631-a9c3-d4f65b615685" providerId="ADAL" clId="{DF796C4C-B7E6-49EF-A623-003113919E54}" dt="2026-07-03T00:34:16.580" v="1861" actId="14734"/>
          <ac:graphicFrameMkLst>
            <pc:docMk/>
            <pc:sldMk cId="0" sldId="277"/>
            <ac:graphicFrameMk id="468" creationId="{00000000-0000-0000-0000-000000000000}"/>
          </ac:graphicFrameMkLst>
        </pc:graphicFrameChg>
        <pc:picChg chg="add">
          <ac:chgData name="Daniela Sales Armendariz" userId="184e57a0-798c-4631-a9c3-d4f65b615685" providerId="ADAL" clId="{DF796C4C-B7E6-49EF-A623-003113919E54}" dt="2026-06-26T23:33:36.239" v="1337" actId="22"/>
          <ac:picMkLst>
            <pc:docMk/>
            <pc:sldMk cId="0" sldId="277"/>
            <ac:picMk id="3" creationId="{303B81CE-B54B-53DD-6DF9-A7FAC8E311FA}"/>
          </ac:picMkLst>
        </pc:picChg>
      </pc:sldChg>
      <pc:sldChg chg="modSp mod">
        <pc:chgData name="Daniela Sales Armendariz" userId="184e57a0-798c-4631-a9c3-d4f65b615685" providerId="ADAL" clId="{DF796C4C-B7E6-49EF-A623-003113919E54}" dt="2026-06-26T23:35:55.761" v="1374" actId="1035"/>
        <pc:sldMkLst>
          <pc:docMk/>
          <pc:sldMk cId="0" sldId="279"/>
        </pc:sldMkLst>
        <pc:spChg chg="mod">
          <ac:chgData name="Daniela Sales Armendariz" userId="184e57a0-798c-4631-a9c3-d4f65b615685" providerId="ADAL" clId="{DF796C4C-B7E6-49EF-A623-003113919E54}" dt="2026-06-26T23:35:03.776" v="1352" actId="1036"/>
          <ac:spMkLst>
            <pc:docMk/>
            <pc:sldMk cId="0" sldId="279"/>
            <ac:spMk id="50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35:47.596" v="1373" actId="1035"/>
          <ac:spMkLst>
            <pc:docMk/>
            <pc:sldMk cId="0" sldId="279"/>
            <ac:spMk id="515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23:35:55.761" v="1374" actId="1035"/>
          <ac:graphicFrameMkLst>
            <pc:docMk/>
            <pc:sldMk cId="0" sldId="279"/>
            <ac:graphicFrameMk id="492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3:35:37.273" v="1359" actId="1035"/>
          <ac:graphicFrameMkLst>
            <pc:docMk/>
            <pc:sldMk cId="0" sldId="279"/>
            <ac:graphicFrameMk id="503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6T23:07:46.095" v="636" actId="1036"/>
        <pc:sldMkLst>
          <pc:docMk/>
          <pc:sldMk cId="540716406" sldId="280"/>
        </pc:sldMkLst>
        <pc:spChg chg="mod">
          <ac:chgData name="Daniela Sales Armendariz" userId="184e57a0-798c-4631-a9c3-d4f65b615685" providerId="ADAL" clId="{DF796C4C-B7E6-49EF-A623-003113919E54}" dt="2026-06-26T23:07:46.095" v="636" actId="1036"/>
          <ac:spMkLst>
            <pc:docMk/>
            <pc:sldMk cId="540716406" sldId="280"/>
            <ac:spMk id="23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07:28.021" v="610" actId="1035"/>
          <ac:spMkLst>
            <pc:docMk/>
            <pc:sldMk cId="540716406" sldId="280"/>
            <ac:spMk id="24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07:19.486" v="591" actId="1036"/>
          <ac:spMkLst>
            <pc:docMk/>
            <pc:sldMk cId="540716406" sldId="280"/>
            <ac:spMk id="241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23:07:37.781" v="628" actId="1036"/>
          <ac:graphicFrameMkLst>
            <pc:docMk/>
            <pc:sldMk cId="540716406" sldId="280"/>
            <ac:graphicFrameMk id="236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3:07:15.169" v="578" actId="1036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6T23:16:49.391" v="891" actId="20577"/>
        <pc:sldMkLst>
          <pc:docMk/>
          <pc:sldMk cId="3828482411" sldId="281"/>
        </pc:sldMkLst>
        <pc:spChg chg="mod">
          <ac:chgData name="Daniela Sales Armendariz" userId="184e57a0-798c-4631-a9c3-d4f65b615685" providerId="ADAL" clId="{DF796C4C-B7E6-49EF-A623-003113919E54}" dt="2026-06-26T23:16:49.391" v="891" actId="20577"/>
          <ac:spMkLst>
            <pc:docMk/>
            <pc:sldMk cId="3828482411" sldId="281"/>
            <ac:spMk id="3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6-26T23:16:36.269" v="882" actId="255"/>
          <ac:graphicFrameMkLst>
            <pc:docMk/>
            <pc:sldMk cId="3828482411" sldId="281"/>
            <ac:graphicFrameMk id="5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6T23:37:40.879" v="1469" actId="20577"/>
        <pc:sldMkLst>
          <pc:docMk/>
          <pc:sldMk cId="0" sldId="282"/>
        </pc:sldMkLst>
        <pc:spChg chg="mod">
          <ac:chgData name="Daniela Sales Armendariz" userId="184e57a0-798c-4631-a9c3-d4f65b615685" providerId="ADAL" clId="{DF796C4C-B7E6-49EF-A623-003113919E54}" dt="2026-06-26T23:36:44.142" v="1412" actId="1035"/>
          <ac:spMkLst>
            <pc:docMk/>
            <pc:sldMk cId="0" sldId="282"/>
            <ac:spMk id="54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36:37.614" v="1397" actId="1036"/>
          <ac:spMkLst>
            <pc:docMk/>
            <pc:sldMk cId="0" sldId="282"/>
            <ac:spMk id="54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37:01.380" v="1431" actId="1036"/>
          <ac:spMkLst>
            <pc:docMk/>
            <pc:sldMk cId="0" sldId="282"/>
            <ac:spMk id="54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36:55.074" v="1419" actId="1036"/>
          <ac:spMkLst>
            <pc:docMk/>
            <pc:sldMk cId="0" sldId="282"/>
            <ac:spMk id="549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23:37:14.874" v="1453" actId="1035"/>
          <ac:graphicFrameMkLst>
            <pc:docMk/>
            <pc:sldMk cId="0" sldId="282"/>
            <ac:graphicFrameMk id="512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3:37:22.934" v="1457" actId="1035"/>
          <ac:graphicFrameMkLst>
            <pc:docMk/>
            <pc:sldMk cId="0" sldId="282"/>
            <ac:graphicFrameMk id="533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3:36:30.929" v="1387" actId="1036"/>
          <ac:graphicFrameMkLst>
            <pc:docMk/>
            <pc:sldMk cId="0" sldId="282"/>
            <ac:graphicFrameMk id="534" creationId="{00000000-0000-0000-0000-000000000000}"/>
          </ac:graphicFrameMkLst>
        </pc:graphicFrameChg>
        <pc:graphicFrameChg chg="modGraphic">
          <ac:chgData name="Daniela Sales Armendariz" userId="184e57a0-798c-4631-a9c3-d4f65b615685" providerId="ADAL" clId="{DF796C4C-B7E6-49EF-A623-003113919E54}" dt="2026-06-26T23:37:40.879" v="1469" actId="20577"/>
          <ac:graphicFrameMkLst>
            <pc:docMk/>
            <pc:sldMk cId="0" sldId="282"/>
            <ac:graphicFrameMk id="536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6T21:02:18.933" v="276" actId="1035"/>
        <pc:sldMkLst>
          <pc:docMk/>
          <pc:sldMk cId="748044913" sldId="287"/>
        </pc:sldMkLst>
        <pc:graphicFrameChg chg="mod">
          <ac:chgData name="Daniela Sales Armendariz" userId="184e57a0-798c-4631-a9c3-d4f65b615685" providerId="ADAL" clId="{DF796C4C-B7E6-49EF-A623-003113919E54}" dt="2026-06-26T21:02:18.933" v="276" actId="1035"/>
          <ac:graphicFrameMkLst>
            <pc:docMk/>
            <pc:sldMk cId="748044913" sldId="287"/>
            <ac:graphicFrameMk id="236" creationId="{00000000-0000-0000-0000-000000000000}"/>
          </ac:graphicFrameMkLst>
        </pc:graphicFrameChg>
      </pc:sldChg>
      <pc:sldChg chg="addSp modSp mod">
        <pc:chgData name="Daniela Sales Armendariz" userId="184e57a0-798c-4631-a9c3-d4f65b615685" providerId="ADAL" clId="{DF796C4C-B7E6-49EF-A623-003113919E54}" dt="2026-07-03T00:31:15.984" v="1817" actId="1038"/>
        <pc:sldMkLst>
          <pc:docMk/>
          <pc:sldMk cId="3805655920" sldId="288"/>
        </pc:sldMkLst>
        <pc:spChg chg="mod">
          <ac:chgData name="Daniela Sales Armendariz" userId="184e57a0-798c-4631-a9c3-d4f65b615685" providerId="ADAL" clId="{DF796C4C-B7E6-49EF-A623-003113919E54}" dt="2026-07-03T00:31:15.984" v="1817" actId="1038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Daniela Sales Armendariz" userId="184e57a0-798c-4631-a9c3-d4f65b615685" providerId="ADAL" clId="{DF796C4C-B7E6-49EF-A623-003113919E54}" dt="2026-06-26T23:22:51.888" v="1033" actId="1076"/>
          <ac:spMkLst>
            <pc:docMk/>
            <pc:sldMk cId="3805655920" sldId="288"/>
            <ac:spMk id="14" creationId="{9A6C4ED5-940F-1BF2-6342-24D55C56B591}"/>
          </ac:spMkLst>
        </pc:spChg>
        <pc:spChg chg="add mod">
          <ac:chgData name="Daniela Sales Armendariz" userId="184e57a0-798c-4631-a9c3-d4f65b615685" providerId="ADAL" clId="{DF796C4C-B7E6-49EF-A623-003113919E54}" dt="2026-06-26T23:23:25.348" v="1049" actId="1076"/>
          <ac:spMkLst>
            <pc:docMk/>
            <pc:sldMk cId="3805655920" sldId="288"/>
            <ac:spMk id="18" creationId="{9F8504F0-EAB8-AB1B-1053-105259F43659}"/>
          </ac:spMkLst>
        </pc:spChg>
        <pc:spChg chg="add mod">
          <ac:chgData name="Daniela Sales Armendariz" userId="184e57a0-798c-4631-a9c3-d4f65b615685" providerId="ADAL" clId="{DF796C4C-B7E6-49EF-A623-003113919E54}" dt="2026-06-26T23:24:24.328" v="1057" actId="1076"/>
          <ac:spMkLst>
            <pc:docMk/>
            <pc:sldMk cId="3805655920" sldId="288"/>
            <ac:spMk id="26" creationId="{77EC53D5-7709-FE9F-9E67-D988A2C302D0}"/>
          </ac:spMkLst>
        </pc:spChg>
        <pc:spChg chg="add mod">
          <ac:chgData name="Daniela Sales Armendariz" userId="184e57a0-798c-4631-a9c3-d4f65b615685" providerId="ADAL" clId="{DF796C4C-B7E6-49EF-A623-003113919E54}" dt="2026-06-26T23:24:46.022" v="1059" actId="1076"/>
          <ac:spMkLst>
            <pc:docMk/>
            <pc:sldMk cId="3805655920" sldId="288"/>
            <ac:spMk id="28" creationId="{DAD3CA11-2C42-DD0B-33F6-D9B4F0C894AA}"/>
          </ac:spMkLst>
        </pc:spChg>
        <pc:spChg chg="add mod">
          <ac:chgData name="Daniela Sales Armendariz" userId="184e57a0-798c-4631-a9c3-d4f65b615685" providerId="ADAL" clId="{DF796C4C-B7E6-49EF-A623-003113919E54}" dt="2026-06-26T23:25:15.088" v="1070" actId="1035"/>
          <ac:spMkLst>
            <pc:docMk/>
            <pc:sldMk cId="3805655920" sldId="288"/>
            <ac:spMk id="30" creationId="{5CDC27A8-7243-6F3F-E465-1F5593ED9FBB}"/>
          </ac:spMkLst>
        </pc:spChg>
        <pc:graphicFrameChg chg="mod">
          <ac:chgData name="Daniela Sales Armendariz" userId="184e57a0-798c-4631-a9c3-d4f65b615685" providerId="ADAL" clId="{DF796C4C-B7E6-49EF-A623-003113919E54}" dt="2026-06-26T23:18:48.859" v="913" actId="1035"/>
          <ac:graphicFrameMkLst>
            <pc:docMk/>
            <pc:sldMk cId="3805655920" sldId="288"/>
            <ac:graphicFrameMk id="2" creationId="{C9BE5060-9A5C-EA0B-3D94-0F77483F4608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7-03T00:31:05.230" v="1809" actId="1038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7-03T00:30:59.351" v="1802" actId="1038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3:22:26.128" v="1029" actId="1076"/>
          <ac:graphicFrameMkLst>
            <pc:docMk/>
            <pc:sldMk cId="3805655920" sldId="288"/>
            <ac:graphicFrameMk id="10" creationId="{E8E8C286-1B57-5F7F-DDE2-A22CD488A943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3:22:40.579" v="1031" actId="1076"/>
          <ac:graphicFrameMkLst>
            <pc:docMk/>
            <pc:sldMk cId="3805655920" sldId="288"/>
            <ac:graphicFrameMk id="12" creationId="{6E4A1D7A-EEC2-A9BD-1900-51AD353D3BE5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3:23:10.018" v="1047" actId="1035"/>
          <ac:graphicFrameMkLst>
            <pc:docMk/>
            <pc:sldMk cId="3805655920" sldId="288"/>
            <ac:graphicFrameMk id="16" creationId="{CDADCD11-2398-EE44-07DE-081BC30C20DB}"/>
          </ac:graphicFrameMkLst>
        </pc:graphicFrameChg>
        <pc:picChg chg="add mod">
          <ac:chgData name="Daniela Sales Armendariz" userId="184e57a0-798c-4631-a9c3-d4f65b615685" providerId="ADAL" clId="{DF796C4C-B7E6-49EF-A623-003113919E54}" dt="2026-06-26T23:23:38.410" v="1051" actId="1076"/>
          <ac:picMkLst>
            <pc:docMk/>
            <pc:sldMk cId="3805655920" sldId="288"/>
            <ac:picMk id="20" creationId="{DE797A9C-DCAE-65D0-A0B3-6D0F7F6D57EA}"/>
          </ac:picMkLst>
        </pc:picChg>
        <pc:picChg chg="add mod">
          <ac:chgData name="Daniela Sales Armendariz" userId="184e57a0-798c-4631-a9c3-d4f65b615685" providerId="ADAL" clId="{DF796C4C-B7E6-49EF-A623-003113919E54}" dt="2026-06-26T23:23:56.238" v="1053" actId="1076"/>
          <ac:picMkLst>
            <pc:docMk/>
            <pc:sldMk cId="3805655920" sldId="288"/>
            <ac:picMk id="22" creationId="{735EAC7A-6C5A-4270-E2BA-10A2C7D4DB3B}"/>
          </ac:picMkLst>
        </pc:picChg>
        <pc:picChg chg="add mod">
          <ac:chgData name="Daniela Sales Armendariz" userId="184e57a0-798c-4631-a9c3-d4f65b615685" providerId="ADAL" clId="{DF796C4C-B7E6-49EF-A623-003113919E54}" dt="2026-06-26T23:24:12.308" v="1055" actId="1076"/>
          <ac:picMkLst>
            <pc:docMk/>
            <pc:sldMk cId="3805655920" sldId="288"/>
            <ac:picMk id="24" creationId="{1A23B2D5-9C85-B49D-F096-8F45A2F5469B}"/>
          </ac:picMkLst>
        </pc:picChg>
      </pc:sldChg>
      <pc:sldChg chg="delSp modSp mod">
        <pc:chgData name="Daniela Sales Armendariz" userId="184e57a0-798c-4631-a9c3-d4f65b615685" providerId="ADAL" clId="{DF796C4C-B7E6-49EF-A623-003113919E54}" dt="2026-07-03T17:48:11.457" v="3293" actId="1076"/>
        <pc:sldMkLst>
          <pc:docMk/>
          <pc:sldMk cId="3240565764" sldId="297"/>
        </pc:sldMkLst>
        <pc:spChg chg="mod">
          <ac:chgData name="Daniela Sales Armendariz" userId="184e57a0-798c-4631-a9c3-d4f65b615685" providerId="ADAL" clId="{DF796C4C-B7E6-49EF-A623-003113919E54}" dt="2026-07-03T00:29:26.154" v="1695" actId="20577"/>
          <ac:spMkLst>
            <pc:docMk/>
            <pc:sldMk cId="3240565764" sldId="297"/>
            <ac:spMk id="12" creationId="{00000000-0000-0000-0000-000000000000}"/>
          </ac:spMkLst>
        </pc:spChg>
        <pc:graphicFrameChg chg="del modGraphic">
          <ac:chgData name="Daniela Sales Armendariz" userId="184e57a0-798c-4631-a9c3-d4f65b615685" providerId="ADAL" clId="{DF796C4C-B7E6-49EF-A623-003113919E54}" dt="2026-07-03T00:29:41.648" v="1696" actId="478"/>
          <ac:graphicFrameMkLst>
            <pc:docMk/>
            <pc:sldMk cId="3240565764" sldId="297"/>
            <ac:graphicFrameMk id="8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3T17:48:05.737" v="3292" actId="14734"/>
          <ac:graphicFrameMkLst>
            <pc:docMk/>
            <pc:sldMk cId="3240565764" sldId="297"/>
            <ac:graphicFrameMk id="9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3T17:48:11.457" v="3293" actId="1076"/>
          <ac:graphicFrameMkLst>
            <pc:docMk/>
            <pc:sldMk cId="3240565764" sldId="297"/>
            <ac:graphicFrameMk id="10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3T00:32:04.459" v="1828" actId="1036"/>
          <ac:graphicFrameMkLst>
            <pc:docMk/>
            <pc:sldMk cId="3240565764" sldId="297"/>
            <ac:graphicFrameMk id="11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7-03T00:32:24.507" v="1857" actId="1036"/>
          <ac:picMkLst>
            <pc:docMk/>
            <pc:sldMk cId="3240565764" sldId="297"/>
            <ac:picMk id="4" creationId="{CA85AAAD-8A8D-5201-B9FA-F67BB632C9A0}"/>
          </ac:picMkLst>
        </pc:picChg>
      </pc:sldChg>
      <pc:sldChg chg="modSp mod">
        <pc:chgData name="Daniela Sales Armendariz" userId="184e57a0-798c-4631-a9c3-d4f65b615685" providerId="ADAL" clId="{DF796C4C-B7E6-49EF-A623-003113919E54}" dt="2026-06-26T23:32:02.417" v="1332" actId="20577"/>
        <pc:sldMkLst>
          <pc:docMk/>
          <pc:sldMk cId="2446341868" sldId="299"/>
        </pc:sldMkLst>
        <pc:spChg chg="mod">
          <ac:chgData name="Daniela Sales Armendariz" userId="184e57a0-798c-4631-a9c3-d4f65b615685" providerId="ADAL" clId="{DF796C4C-B7E6-49EF-A623-003113919E54}" dt="2026-06-26T23:29:27.105" v="1307" actId="404"/>
          <ac:spMkLst>
            <pc:docMk/>
            <pc:sldMk cId="2446341868" sldId="299"/>
            <ac:spMk id="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28:30.921" v="1210" actId="1036"/>
          <ac:spMkLst>
            <pc:docMk/>
            <pc:sldMk cId="2446341868" sldId="299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32:02.417" v="1332" actId="20577"/>
          <ac:spMkLst>
            <pc:docMk/>
            <pc:sldMk cId="2446341868" sldId="299"/>
            <ac:spMk id="10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6-26T23:31:51.229" v="1321" actId="20577"/>
          <ac:graphicFrameMkLst>
            <pc:docMk/>
            <pc:sldMk cId="2446341868" sldId="299"/>
            <ac:graphicFrameMk id="9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6T23:28:50.316" v="1267" actId="1036"/>
          <ac:picMkLst>
            <pc:docMk/>
            <pc:sldMk cId="2446341868" sldId="299"/>
            <ac:picMk id="6" creationId="{00000000-0000-0000-0000-000000000000}"/>
          </ac:picMkLst>
        </pc:picChg>
        <pc:cxnChg chg="mod">
          <ac:chgData name="Daniela Sales Armendariz" userId="184e57a0-798c-4631-a9c3-d4f65b615685" providerId="ADAL" clId="{DF796C4C-B7E6-49EF-A623-003113919E54}" dt="2026-06-26T23:29:40.066" v="1312" actId="1036"/>
          <ac:cxnSpMkLst>
            <pc:docMk/>
            <pc:sldMk cId="2446341868" sldId="299"/>
            <ac:cxnSpMk id="5" creationId="{00000000-0000-0000-0000-000000000000}"/>
          </ac:cxnSpMkLst>
        </pc:cxnChg>
        <pc:cxnChg chg="mod">
          <ac:chgData name="Daniela Sales Armendariz" userId="184e57a0-798c-4631-a9c3-d4f65b615685" providerId="ADAL" clId="{DF796C4C-B7E6-49EF-A623-003113919E54}" dt="2026-06-26T23:29:36.515" v="1311" actId="1036"/>
          <ac:cxnSpMkLst>
            <pc:docMk/>
            <pc:sldMk cId="2446341868" sldId="299"/>
            <ac:cxnSpMk id="8" creationId="{00000000-0000-0000-0000-000000000000}"/>
          </ac:cxnSpMkLst>
        </pc:cxnChg>
      </pc:sldChg>
      <pc:sldChg chg="modSp mod">
        <pc:chgData name="Daniela Sales Armendariz" userId="184e57a0-798c-4631-a9c3-d4f65b615685" providerId="ADAL" clId="{DF796C4C-B7E6-49EF-A623-003113919E54}" dt="2026-06-26T23:17:00.420" v="900" actId="20577"/>
        <pc:sldMkLst>
          <pc:docMk/>
          <pc:sldMk cId="0" sldId="304"/>
        </pc:sldMkLst>
        <pc:spChg chg="mod">
          <ac:chgData name="Daniela Sales Armendariz" userId="184e57a0-798c-4631-a9c3-d4f65b615685" providerId="ADAL" clId="{DF796C4C-B7E6-49EF-A623-003113919E54}" dt="2026-06-26T23:17:00.420" v="900" actId="20577"/>
          <ac:spMkLst>
            <pc:docMk/>
            <pc:sldMk cId="0" sldId="304"/>
            <ac:spMk id="3" creationId="{00000000-0000-0000-0000-000000000000}"/>
          </ac:spMkLst>
        </pc:spChg>
      </pc:sldChg>
      <pc:sldChg chg="modSp add mod">
        <pc:chgData name="Daniela Sales Armendariz" userId="184e57a0-798c-4631-a9c3-d4f65b615685" providerId="ADAL" clId="{DF796C4C-B7E6-49EF-A623-003113919E54}" dt="2026-07-02T22:38:58.959" v="1478" actId="20577"/>
        <pc:sldMkLst>
          <pc:docMk/>
          <pc:sldMk cId="0" sldId="305"/>
        </pc:sldMkLst>
        <pc:spChg chg="mod">
          <ac:chgData name="Daniela Sales Armendariz" userId="184e57a0-798c-4631-a9c3-d4f65b615685" providerId="ADAL" clId="{DF796C4C-B7E6-49EF-A623-003113919E54}" dt="2026-07-02T22:38:58.959" v="1478" actId="20577"/>
          <ac:spMkLst>
            <pc:docMk/>
            <pc:sldMk cId="0" sldId="305"/>
            <ac:spMk id="15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7-02T22:38:34.981" v="1475" actId="20577"/>
          <ac:graphicFrameMkLst>
            <pc:docMk/>
            <pc:sldMk cId="0" sldId="305"/>
            <ac:graphicFrameMk id="6" creationId="{EB165E63-6EC5-B758-228E-C9E62DDEF0D4}"/>
          </ac:graphicFrameMkLst>
        </pc:graphicFrameChg>
      </pc:sldChg>
      <pc:sldChg chg="add">
        <pc:chgData name="Daniela Sales Armendariz" userId="184e57a0-798c-4631-a9c3-d4f65b615685" providerId="ADAL" clId="{DF796C4C-B7E6-49EF-A623-003113919E54}" dt="2026-06-26T23:13:26.906" v="867"/>
        <pc:sldMkLst>
          <pc:docMk/>
          <pc:sldMk cId="4069750906" sldId="306"/>
        </pc:sldMkLst>
      </pc:sldChg>
      <pc:sldChg chg="add">
        <pc:chgData name="Daniela Sales Armendariz" userId="184e57a0-798c-4631-a9c3-d4f65b615685" providerId="ADAL" clId="{DF796C4C-B7E6-49EF-A623-003113919E54}" dt="2026-06-26T23:13:57.980" v="869"/>
        <pc:sldMkLst>
          <pc:docMk/>
          <pc:sldMk cId="0" sldId="307"/>
        </pc:sldMkLst>
      </pc:sldChg>
      <pc:sldChg chg="addSp modSp add mod">
        <pc:chgData name="Daniela Sales Armendariz" userId="184e57a0-798c-4631-a9c3-d4f65b615685" providerId="ADAL" clId="{DF796C4C-B7E6-49EF-A623-003113919E54}" dt="2026-07-03T17:47:42.376" v="3290" actId="1035"/>
        <pc:sldMkLst>
          <pc:docMk/>
          <pc:sldMk cId="1213191247" sldId="308"/>
        </pc:sldMkLst>
        <pc:spChg chg="mod">
          <ac:chgData name="Daniela Sales Armendariz" userId="184e57a0-798c-4631-a9c3-d4f65b615685" providerId="ADAL" clId="{DF796C4C-B7E6-49EF-A623-003113919E54}" dt="2026-07-03T16:52:11.227" v="2396" actId="1035"/>
          <ac:spMkLst>
            <pc:docMk/>
            <pc:sldMk cId="1213191247" sldId="308"/>
            <ac:spMk id="3" creationId="{ABCC6279-D2EB-1F1F-D811-3FFF80887FF1}"/>
          </ac:spMkLst>
        </pc:spChg>
        <pc:spChg chg="mod">
          <ac:chgData name="Daniela Sales Armendariz" userId="184e57a0-798c-4631-a9c3-d4f65b615685" providerId="ADAL" clId="{DF796C4C-B7E6-49EF-A623-003113919E54}" dt="2026-07-03T17:45:40.796" v="3184" actId="1076"/>
          <ac:spMkLst>
            <pc:docMk/>
            <pc:sldMk cId="1213191247" sldId="308"/>
            <ac:spMk id="6" creationId="{4578A0AA-9DC1-3453-263A-76BE5A8BE282}"/>
          </ac:spMkLst>
        </pc:spChg>
        <pc:spChg chg="mod">
          <ac:chgData name="Daniela Sales Armendariz" userId="184e57a0-798c-4631-a9c3-d4f65b615685" providerId="ADAL" clId="{DF796C4C-B7E6-49EF-A623-003113919E54}" dt="2026-07-03T16:51:52.132" v="2377" actId="1035"/>
          <ac:spMkLst>
            <pc:docMk/>
            <pc:sldMk cId="1213191247" sldId="308"/>
            <ac:spMk id="7" creationId="{8E24F6E5-E3CB-0C93-0587-E21A33C953B7}"/>
          </ac:spMkLst>
        </pc:spChg>
        <pc:spChg chg="mod">
          <ac:chgData name="Daniela Sales Armendariz" userId="184e57a0-798c-4631-a9c3-d4f65b615685" providerId="ADAL" clId="{DF796C4C-B7E6-49EF-A623-003113919E54}" dt="2026-07-03T17:45:35.102" v="3183" actId="1076"/>
          <ac:spMkLst>
            <pc:docMk/>
            <pc:sldMk cId="1213191247" sldId="308"/>
            <ac:spMk id="9" creationId="{907F7F6F-8FF8-56A0-795F-B2A127C97D4D}"/>
          </ac:spMkLst>
        </pc:spChg>
        <pc:spChg chg="mod">
          <ac:chgData name="Daniela Sales Armendariz" userId="184e57a0-798c-4631-a9c3-d4f65b615685" providerId="ADAL" clId="{DF796C4C-B7E6-49EF-A623-003113919E54}" dt="2026-07-03T17:45:28.720" v="3182" actId="1076"/>
          <ac:spMkLst>
            <pc:docMk/>
            <pc:sldMk cId="1213191247" sldId="308"/>
            <ac:spMk id="11" creationId="{2C157DF6-A7FD-940D-19DA-323ACD68454D}"/>
          </ac:spMkLst>
        </pc:spChg>
        <pc:spChg chg="mod">
          <ac:chgData name="Daniela Sales Armendariz" userId="184e57a0-798c-4631-a9c3-d4f65b615685" providerId="ADAL" clId="{DF796C4C-B7E6-49EF-A623-003113919E54}" dt="2026-07-03T16:51:47.228" v="2370" actId="1035"/>
          <ac:spMkLst>
            <pc:docMk/>
            <pc:sldMk cId="1213191247" sldId="308"/>
            <ac:spMk id="1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7-03T16:50:50.250" v="2273" actId="1035"/>
          <ac:spMkLst>
            <pc:docMk/>
            <pc:sldMk cId="1213191247" sldId="308"/>
            <ac:spMk id="20" creationId="{00C2955E-0978-D43E-D146-996FF1D1A092}"/>
          </ac:spMkLst>
        </pc:spChg>
        <pc:spChg chg="mod">
          <ac:chgData name="Daniela Sales Armendariz" userId="184e57a0-798c-4631-a9c3-d4f65b615685" providerId="ADAL" clId="{DF796C4C-B7E6-49EF-A623-003113919E54}" dt="2026-07-03T16:51:31.664" v="2361" actId="1035"/>
          <ac:spMkLst>
            <pc:docMk/>
            <pc:sldMk cId="1213191247" sldId="308"/>
            <ac:spMk id="21" creationId="{0124E0BE-B9E1-374E-B6AF-D2C9E8CC9B52}"/>
          </ac:spMkLst>
        </pc:spChg>
        <pc:spChg chg="mod">
          <ac:chgData name="Daniela Sales Armendariz" userId="184e57a0-798c-4631-a9c3-d4f65b615685" providerId="ADAL" clId="{DF796C4C-B7E6-49EF-A623-003113919E54}" dt="2026-07-03T16:51:18.298" v="2332" actId="1036"/>
          <ac:spMkLst>
            <pc:docMk/>
            <pc:sldMk cId="1213191247" sldId="308"/>
            <ac:spMk id="22" creationId="{5185183E-EB9C-63BB-41C8-16FAE654B8E1}"/>
          </ac:spMkLst>
        </pc:spChg>
        <pc:spChg chg="mod">
          <ac:chgData name="Daniela Sales Armendariz" userId="184e57a0-798c-4631-a9c3-d4f65b615685" providerId="ADAL" clId="{DF796C4C-B7E6-49EF-A623-003113919E54}" dt="2026-07-03T16:51:09.037" v="2310" actId="1036"/>
          <ac:spMkLst>
            <pc:docMk/>
            <pc:sldMk cId="1213191247" sldId="308"/>
            <ac:spMk id="23" creationId="{224351E1-7513-64EA-67DB-823759B2CB0E}"/>
          </ac:spMkLst>
        </pc:spChg>
        <pc:spChg chg="mod">
          <ac:chgData name="Daniela Sales Armendariz" userId="184e57a0-798c-4631-a9c3-d4f65b615685" providerId="ADAL" clId="{DF796C4C-B7E6-49EF-A623-003113919E54}" dt="2026-07-03T16:51:27.214" v="2349" actId="1036"/>
          <ac:spMkLst>
            <pc:docMk/>
            <pc:sldMk cId="1213191247" sldId="308"/>
            <ac:spMk id="26" creationId="{1B3423AC-335B-7431-7EA3-3EF7E8CD1498}"/>
          </ac:spMkLst>
        </pc:spChg>
        <pc:spChg chg="mod">
          <ac:chgData name="Daniela Sales Armendariz" userId="184e57a0-798c-4631-a9c3-d4f65b615685" providerId="ADAL" clId="{DF796C4C-B7E6-49EF-A623-003113919E54}" dt="2026-07-03T16:51:22.934" v="2341" actId="1036"/>
          <ac:spMkLst>
            <pc:docMk/>
            <pc:sldMk cId="1213191247" sldId="308"/>
            <ac:spMk id="27" creationId="{E7390CCF-2FB7-EF7A-F650-915E212C6D6F}"/>
          </ac:spMkLst>
        </pc:spChg>
        <pc:spChg chg="mod">
          <ac:chgData name="Daniela Sales Armendariz" userId="184e57a0-798c-4631-a9c3-d4f65b615685" providerId="ADAL" clId="{DF796C4C-B7E6-49EF-A623-003113919E54}" dt="2026-07-03T17:45:19.101" v="3181" actId="1076"/>
          <ac:spMkLst>
            <pc:docMk/>
            <pc:sldMk cId="1213191247" sldId="308"/>
            <ac:spMk id="32" creationId="{D19B18F9-0D72-F6E5-13A8-6BDF66B4A1E7}"/>
          </ac:spMkLst>
        </pc:spChg>
        <pc:spChg chg="add mod">
          <ac:chgData name="Daniela Sales Armendariz" userId="184e57a0-798c-4631-a9c3-d4f65b615685" providerId="ADAL" clId="{DF796C4C-B7E6-49EF-A623-003113919E54}" dt="2026-07-03T17:47:42.376" v="3290" actId="1035"/>
          <ac:spMkLst>
            <pc:docMk/>
            <pc:sldMk cId="1213191247" sldId="308"/>
            <ac:spMk id="36" creationId="{003FB05A-7AD6-58F9-18FC-1D13A0A0EC66}"/>
          </ac:spMkLst>
        </pc:spChg>
        <pc:graphicFrameChg chg="mod">
          <ac:chgData name="Daniela Sales Armendariz" userId="184e57a0-798c-4631-a9c3-d4f65b615685" providerId="ADAL" clId="{DF796C4C-B7E6-49EF-A623-003113919E54}" dt="2026-07-03T16:52:04.363" v="2389" actId="1036"/>
          <ac:graphicFrameMkLst>
            <pc:docMk/>
            <pc:sldMk cId="1213191247" sldId="308"/>
            <ac:graphicFrameMk id="5" creationId="{B762DBC9-2C5F-4219-04BA-4A2BF2F57E2F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3T17:03:49.940" v="3043" actId="1035"/>
          <ac:graphicFrameMkLst>
            <pc:docMk/>
            <pc:sldMk cId="1213191247" sldId="308"/>
            <ac:graphicFrameMk id="13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3T17:45:59.890" v="3192" actId="1035"/>
          <ac:graphicFrameMkLst>
            <pc:docMk/>
            <pc:sldMk cId="1213191247" sldId="308"/>
            <ac:graphicFrameMk id="14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3T17:45:51.436" v="3188" actId="1036"/>
          <ac:graphicFrameMkLst>
            <pc:docMk/>
            <pc:sldMk cId="1213191247" sldId="308"/>
            <ac:graphicFrameMk id="15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3T17:45:46.577" v="3186" actId="1036"/>
          <ac:graphicFrameMkLst>
            <pc:docMk/>
            <pc:sldMk cId="1213191247" sldId="308"/>
            <ac:graphicFrameMk id="16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7-03T16:54:15.889" v="2474" actId="1036"/>
          <ac:graphicFrameMkLst>
            <pc:docMk/>
            <pc:sldMk cId="1213191247" sldId="308"/>
            <ac:graphicFrameMk id="19" creationId="{25C56DEC-2254-18C4-05FE-22679FA17567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7-03T16:51:15.444" v="2323" actId="1036"/>
          <ac:graphicFrameMkLst>
            <pc:docMk/>
            <pc:sldMk cId="1213191247" sldId="308"/>
            <ac:graphicFrameMk id="25" creationId="{D9F46CB9-5789-399A-CB38-358EA003EDC2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7-03T17:47:33.405" v="3283" actId="1035"/>
          <ac:graphicFrameMkLst>
            <pc:docMk/>
            <pc:sldMk cId="1213191247" sldId="308"/>
            <ac:graphicFrameMk id="31" creationId="{70DA4824-037D-326C-A1BF-2683E0342A0A}"/>
          </ac:graphicFrameMkLst>
        </pc:graphicFrameChg>
        <pc:graphicFrameChg chg="add mod modGraphic">
          <ac:chgData name="Daniela Sales Armendariz" userId="184e57a0-798c-4631-a9c3-d4f65b615685" providerId="ADAL" clId="{DF796C4C-B7E6-49EF-A623-003113919E54}" dt="2026-07-03T17:47:37.121" v="3285" actId="1035"/>
          <ac:graphicFrameMkLst>
            <pc:docMk/>
            <pc:sldMk cId="1213191247" sldId="308"/>
            <ac:graphicFrameMk id="34" creationId="{8032D87D-C61D-7206-0CDC-1F5D37FA8CE0}"/>
          </ac:graphicFrameMkLst>
        </pc:graphicFrameChg>
        <pc:picChg chg="mod">
          <ac:chgData name="Daniela Sales Armendariz" userId="184e57a0-798c-4631-a9c3-d4f65b615685" providerId="ADAL" clId="{DF796C4C-B7E6-49EF-A623-003113919E54}" dt="2026-07-03T16:51:43.601" v="2365" actId="1035"/>
          <ac:picMkLst>
            <pc:docMk/>
            <pc:sldMk cId="1213191247" sldId="308"/>
            <ac:picMk id="2" creationId="{1B5687F4-45A0-92B4-9653-1598AF1BC42E}"/>
          </ac:picMkLst>
        </pc:picChg>
        <pc:picChg chg="mod">
          <ac:chgData name="Daniela Sales Armendariz" userId="184e57a0-798c-4631-a9c3-d4f65b615685" providerId="ADAL" clId="{DF796C4C-B7E6-49EF-A623-003113919E54}" dt="2026-07-03T17:08:12.874" v="3177" actId="1076"/>
          <ac:picMkLst>
            <pc:docMk/>
            <pc:sldMk cId="1213191247" sldId="308"/>
            <ac:picMk id="4" creationId="{488C755F-8E2D-8CE1-6C1B-6DBB55EE2CD3}"/>
          </ac:picMkLst>
        </pc:picChg>
        <pc:picChg chg="mod">
          <ac:chgData name="Daniela Sales Armendariz" userId="184e57a0-798c-4631-a9c3-d4f65b615685" providerId="ADAL" clId="{DF796C4C-B7E6-49EF-A623-003113919E54}" dt="2026-07-03T17:08:16.440" v="3178" actId="1076"/>
          <ac:picMkLst>
            <pc:docMk/>
            <pc:sldMk cId="1213191247" sldId="308"/>
            <ac:picMk id="8" creationId="{4F2E1097-3694-6090-CBA5-667DCD67E48E}"/>
          </ac:picMkLst>
        </pc:picChg>
        <pc:picChg chg="mod">
          <ac:chgData name="Daniela Sales Armendariz" userId="184e57a0-798c-4631-a9c3-d4f65b615685" providerId="ADAL" clId="{DF796C4C-B7E6-49EF-A623-003113919E54}" dt="2026-07-03T17:08:28.790" v="3180" actId="1076"/>
          <ac:picMkLst>
            <pc:docMk/>
            <pc:sldMk cId="1213191247" sldId="308"/>
            <ac:picMk id="10" creationId="{CA24C0E7-282C-9B96-A7B5-7554B2C6EF8D}"/>
          </ac:picMkLst>
        </pc:picChg>
        <pc:picChg chg="mod">
          <ac:chgData name="Daniela Sales Armendariz" userId="184e57a0-798c-4631-a9c3-d4f65b615685" providerId="ADAL" clId="{DF796C4C-B7E6-49EF-A623-003113919E54}" dt="2026-07-03T16:51:02.779" v="2290" actId="1038"/>
          <ac:picMkLst>
            <pc:docMk/>
            <pc:sldMk cId="1213191247" sldId="308"/>
            <ac:picMk id="18" creationId="{79301213-B983-6012-D1FC-0B2F778FE9D9}"/>
          </ac:picMkLst>
        </pc:picChg>
        <pc:picChg chg="mod">
          <ac:chgData name="Daniela Sales Armendariz" userId="184e57a0-798c-4631-a9c3-d4f65b615685" providerId="ADAL" clId="{DF796C4C-B7E6-49EF-A623-003113919E54}" dt="2026-07-03T17:08:19.340" v="3179" actId="1076"/>
          <ac:picMkLst>
            <pc:docMk/>
            <pc:sldMk cId="1213191247" sldId="308"/>
            <ac:picMk id="30" creationId="{7C7605E9-BAA6-C55A-0E2C-41B8E6324981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custSel modSld">
      <pc:chgData name="Laura Patricia Galvan Chavez" userId="6b13af50-ce8b-483e-8fc4-f994efaf3289" providerId="ADAL" clId="{655D084B-7DF1-4C24-9447-417D7DC498B8}" dt="2026-07-03T18:37:46.837" v="41" actId="20577"/>
      <pc:docMkLst>
        <pc:docMk/>
      </pc:docMkLst>
      <pc:sldChg chg="modSp mod">
        <pc:chgData name="Laura Patricia Galvan Chavez" userId="6b13af50-ce8b-483e-8fc4-f994efaf3289" providerId="ADAL" clId="{655D084B-7DF1-4C24-9447-417D7DC498B8}" dt="2026-06-29T19:48:24.305" v="15" actId="1076"/>
        <pc:sldMkLst>
          <pc:docMk/>
          <pc:sldMk cId="0" sldId="267"/>
        </pc:sldMkLst>
        <pc:spChg chg="mod">
          <ac:chgData name="Laura Patricia Galvan Chavez" userId="6b13af50-ce8b-483e-8fc4-f994efaf3289" providerId="ADAL" clId="{655D084B-7DF1-4C24-9447-417D7DC498B8}" dt="2026-06-29T19:48:17.368" v="14" actId="1076"/>
          <ac:spMkLst>
            <pc:docMk/>
            <pc:sldMk cId="0" sldId="267"/>
            <ac:spMk id="23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48:24.305" v="15" actId="1076"/>
          <ac:spMkLst>
            <pc:docMk/>
            <pc:sldMk cId="0" sldId="267"/>
            <ac:spMk id="237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48:17.368" v="14" actId="1076"/>
          <ac:spMkLst>
            <pc:docMk/>
            <pc:sldMk cId="0" sldId="267"/>
            <ac:spMk id="238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9:48:17.368" v="14" actId="1076"/>
          <ac:graphicFrameMkLst>
            <pc:docMk/>
            <pc:sldMk cId="0" sldId="267"/>
            <ac:graphicFrameMk id="235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49:57.564" v="25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9:49:57.564" v="25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48:05.955" v="13" actId="1076"/>
        <pc:sldMkLst>
          <pc:docMk/>
          <pc:sldMk cId="540716406" sldId="280"/>
        </pc:sldMkLst>
        <pc:spChg chg="mod">
          <ac:chgData name="Laura Patricia Galvan Chavez" userId="6b13af50-ce8b-483e-8fc4-f994efaf3289" providerId="ADAL" clId="{655D084B-7DF1-4C24-9447-417D7DC498B8}" dt="2026-06-29T19:48:05.955" v="13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48:05.955" v="13" actId="1076"/>
          <ac:spMkLst>
            <pc:docMk/>
            <pc:sldMk cId="540716406" sldId="280"/>
            <ac:spMk id="24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48:05.955" v="13" actId="1076"/>
          <ac:spMkLst>
            <pc:docMk/>
            <pc:sldMk cId="540716406" sldId="280"/>
            <ac:spMk id="241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9:48:05.955" v="13" actId="1076"/>
          <ac:graphicFrameMkLst>
            <pc:docMk/>
            <pc:sldMk cId="540716406" sldId="280"/>
            <ac:graphicFrameMk id="238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18:31:40.773" v="30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7-03T18:31:30.134" v="29" actId="1076"/>
          <ac:spMkLst>
            <pc:docMk/>
            <pc:sldMk cId="3805655920" sldId="288"/>
            <ac:spMk id="4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7-03T18:31:40.773" v="30" actId="1076"/>
          <ac:graphicFrameMkLst>
            <pc:docMk/>
            <pc:sldMk cId="3805655920" sldId="288"/>
            <ac:graphicFrameMk id="5" creationId="{00000000-0000-0000-0000-000000000000}"/>
          </ac:graphicFrameMkLst>
        </pc:graphicFrameChg>
      </pc:sldChg>
      <pc:sldChg chg="addSp delSp modSp mod">
        <pc:chgData name="Laura Patricia Galvan Chavez" userId="6b13af50-ce8b-483e-8fc4-f994efaf3289" providerId="ADAL" clId="{655D084B-7DF1-4C24-9447-417D7DC498B8}" dt="2026-06-29T19:47:03.457" v="12" actId="20577"/>
        <pc:sldMkLst>
          <pc:docMk/>
          <pc:sldMk cId="3763779569" sldId="289"/>
        </pc:sldMkLst>
        <pc:spChg chg="add mod">
          <ac:chgData name="Laura Patricia Galvan Chavez" userId="6b13af50-ce8b-483e-8fc4-f994efaf3289" providerId="ADAL" clId="{655D084B-7DF1-4C24-9447-417D7DC498B8}" dt="2026-06-26T00:05:25.290" v="1"/>
          <ac:spMkLst>
            <pc:docMk/>
            <pc:sldMk cId="3763779569" sldId="289"/>
            <ac:spMk id="4" creationId="{E93D7B70-DF50-5348-7584-A7FEB3162F82}"/>
          </ac:spMkLst>
        </pc:spChg>
        <pc:spChg chg="add mod">
          <ac:chgData name="Laura Patricia Galvan Chavez" userId="6b13af50-ce8b-483e-8fc4-f994efaf3289" providerId="ADAL" clId="{655D084B-7DF1-4C24-9447-417D7DC498B8}" dt="2026-06-26T00:05:25.290" v="1"/>
          <ac:spMkLst>
            <pc:docMk/>
            <pc:sldMk cId="3763779569" sldId="289"/>
            <ac:spMk id="5" creationId="{D768A795-621B-D5A5-D25F-89786B902988}"/>
          </ac:spMkLst>
        </pc:spChg>
        <pc:graphicFrameChg chg="modGraphic">
          <ac:chgData name="Laura Patricia Galvan Chavez" userId="6b13af50-ce8b-483e-8fc4-f994efaf3289" providerId="ADAL" clId="{655D084B-7DF1-4C24-9447-417D7DC498B8}" dt="2026-06-29T19:47:03.457" v="12" actId="20577"/>
          <ac:graphicFrameMkLst>
            <pc:docMk/>
            <pc:sldMk cId="3763779569" sldId="289"/>
            <ac:graphicFrameMk id="6" creationId="{E2D7BFBF-0607-9B03-DB6F-81E4A183A2F6}"/>
          </ac:graphicFrameMkLst>
        </pc:graphicFrameChg>
        <pc:picChg chg="add mod">
          <ac:chgData name="Laura Patricia Galvan Chavez" userId="6b13af50-ce8b-483e-8fc4-f994efaf3289" providerId="ADAL" clId="{655D084B-7DF1-4C24-9447-417D7DC498B8}" dt="2026-06-26T00:05:25.290" v="1"/>
          <ac:picMkLst>
            <pc:docMk/>
            <pc:sldMk cId="3763779569" sldId="289"/>
            <ac:picMk id="7" creationId="{661FFA26-E720-9735-4622-854CA9E3421F}"/>
          </ac:picMkLst>
        </pc:picChg>
        <pc:picChg chg="add mod">
          <ac:chgData name="Laura Patricia Galvan Chavez" userId="6b13af50-ce8b-483e-8fc4-f994efaf3289" providerId="ADAL" clId="{655D084B-7DF1-4C24-9447-417D7DC498B8}" dt="2026-06-26T00:05:25.290" v="1"/>
          <ac:picMkLst>
            <pc:docMk/>
            <pc:sldMk cId="3763779569" sldId="289"/>
            <ac:picMk id="8" creationId="{499536D4-9497-2B34-CA9C-2FAA4CD7232A}"/>
          </ac:picMkLst>
        </pc:picChg>
        <pc:picChg chg="add mod">
          <ac:chgData name="Laura Patricia Galvan Chavez" userId="6b13af50-ce8b-483e-8fc4-f994efaf3289" providerId="ADAL" clId="{655D084B-7DF1-4C24-9447-417D7DC498B8}" dt="2026-06-26T00:05:25.290" v="1"/>
          <ac:picMkLst>
            <pc:docMk/>
            <pc:sldMk cId="3763779569" sldId="289"/>
            <ac:picMk id="10" creationId="{8B8E69F3-DC22-A294-30A0-1402D6B0EED1}"/>
          </ac:picMkLst>
        </pc:picChg>
        <pc:picChg chg="add mod">
          <ac:chgData name="Laura Patricia Galvan Chavez" userId="6b13af50-ce8b-483e-8fc4-f994efaf3289" providerId="ADAL" clId="{655D084B-7DF1-4C24-9447-417D7DC498B8}" dt="2026-06-26T00:05:25.290" v="1"/>
          <ac:picMkLst>
            <pc:docMk/>
            <pc:sldMk cId="3763779569" sldId="289"/>
            <ac:picMk id="11" creationId="{A8417C91-D622-E3DC-26F4-F706618C979A}"/>
          </ac:picMkLst>
        </pc:picChg>
        <pc:picChg chg="add mod">
          <ac:chgData name="Laura Patricia Galvan Chavez" userId="6b13af50-ce8b-483e-8fc4-f994efaf3289" providerId="ADAL" clId="{655D084B-7DF1-4C24-9447-417D7DC498B8}" dt="2026-06-26T00:05:25.290" v="1"/>
          <ac:picMkLst>
            <pc:docMk/>
            <pc:sldMk cId="3763779569" sldId="289"/>
            <ac:picMk id="12" creationId="{3543AFC9-27D5-642D-3E1A-3703184E1F52}"/>
          </ac:picMkLst>
        </pc:picChg>
        <pc:picChg chg="add mod">
          <ac:chgData name="Laura Patricia Galvan Chavez" userId="6b13af50-ce8b-483e-8fc4-f994efaf3289" providerId="ADAL" clId="{655D084B-7DF1-4C24-9447-417D7DC498B8}" dt="2026-06-26T00:05:25.290" v="1"/>
          <ac:picMkLst>
            <pc:docMk/>
            <pc:sldMk cId="3763779569" sldId="289"/>
            <ac:picMk id="13" creationId="{EF3DAE7E-F628-C185-C7FC-F7A6D8EC3481}"/>
          </ac:picMkLst>
        </pc:picChg>
        <pc:picChg chg="add mod">
          <ac:chgData name="Laura Patricia Galvan Chavez" userId="6b13af50-ce8b-483e-8fc4-f994efaf3289" providerId="ADAL" clId="{655D084B-7DF1-4C24-9447-417D7DC498B8}" dt="2026-06-26T00:05:25.290" v="1"/>
          <ac:picMkLst>
            <pc:docMk/>
            <pc:sldMk cId="3763779569" sldId="289"/>
            <ac:picMk id="14" creationId="{C351E667-A883-DF4C-FA39-D6737ADB7B1E}"/>
          </ac:picMkLst>
        </pc:picChg>
        <pc:picChg chg="add mod">
          <ac:chgData name="Laura Patricia Galvan Chavez" userId="6b13af50-ce8b-483e-8fc4-f994efaf3289" providerId="ADAL" clId="{655D084B-7DF1-4C24-9447-417D7DC498B8}" dt="2026-06-26T00:05:25.290" v="1"/>
          <ac:picMkLst>
            <pc:docMk/>
            <pc:sldMk cId="3763779569" sldId="289"/>
            <ac:picMk id="15" creationId="{23310086-AB5A-C5E1-02E5-183E9F996DC3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7-03T18:35:18.534" v="34" actId="20577"/>
        <pc:sldMkLst>
          <pc:docMk/>
          <pc:sldMk cId="3240565764" sldId="297"/>
        </pc:sldMkLst>
        <pc:spChg chg="mod">
          <ac:chgData name="Laura Patricia Galvan Chavez" userId="6b13af50-ce8b-483e-8fc4-f994efaf3289" providerId="ADAL" clId="{655D084B-7DF1-4C24-9447-417D7DC498B8}" dt="2026-07-03T18:35:18.534" v="34" actId="20577"/>
          <ac:spMkLst>
            <pc:docMk/>
            <pc:sldMk cId="3240565764" sldId="297"/>
            <ac:spMk id="12" creationId="{00000000-0000-0000-0000-000000000000}"/>
          </ac:spMkLst>
        </pc:spChg>
        <pc:graphicFrameChg chg="modGraphic">
          <ac:chgData name="Laura Patricia Galvan Chavez" userId="6b13af50-ce8b-483e-8fc4-f994efaf3289" providerId="ADAL" clId="{655D084B-7DF1-4C24-9447-417D7DC498B8}" dt="2026-07-03T18:34:30.578" v="32" actId="20577"/>
          <ac:graphicFrameMkLst>
            <pc:docMk/>
            <pc:sldMk cId="3240565764" sldId="297"/>
            <ac:graphicFrameMk id="9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6T23:54:05.868" v="6" actId="20577"/>
        <pc:sldMkLst>
          <pc:docMk/>
          <pc:sldMk cId="0" sldId="303"/>
        </pc:sldMkLst>
        <pc:spChg chg="mod">
          <ac:chgData name="Laura Patricia Galvan Chavez" userId="6b13af50-ce8b-483e-8fc4-f994efaf3289" providerId="ADAL" clId="{655D084B-7DF1-4C24-9447-417D7DC498B8}" dt="2026-06-26T23:54:05.868" v="6" actId="20577"/>
          <ac:spMkLst>
            <pc:docMk/>
            <pc:sldMk cId="0" sldId="303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3T18:23:05.343" v="27" actId="1076"/>
        <pc:sldMkLst>
          <pc:docMk/>
          <pc:sldMk cId="0" sldId="305"/>
        </pc:sldMkLst>
        <pc:picChg chg="mod">
          <ac:chgData name="Laura Patricia Galvan Chavez" userId="6b13af50-ce8b-483e-8fc4-f994efaf3289" providerId="ADAL" clId="{655D084B-7DF1-4C24-9447-417D7DC498B8}" dt="2026-07-03T18:23:05.343" v="27" actId="1076"/>
          <ac:picMkLst>
            <pc:docMk/>
            <pc:sldMk cId="0" sldId="305"/>
            <ac:picMk id="13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6T23:53:52.856" v="3" actId="21"/>
        <pc:sldMkLst>
          <pc:docMk/>
          <pc:sldMk cId="0" sldId="307"/>
        </pc:sldMkLst>
        <pc:spChg chg="mod">
          <ac:chgData name="Laura Patricia Galvan Chavez" userId="6b13af50-ce8b-483e-8fc4-f994efaf3289" providerId="ADAL" clId="{655D084B-7DF1-4C24-9447-417D7DC498B8}" dt="2026-06-26T23:53:52.856" v="3" actId="21"/>
          <ac:spMkLst>
            <pc:docMk/>
            <pc:sldMk cId="0" sldId="307"/>
            <ac:spMk id="1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3T18:37:46.837" v="41" actId="20577"/>
        <pc:sldMkLst>
          <pc:docMk/>
          <pc:sldMk cId="1213191247" sldId="308"/>
        </pc:sldMkLst>
        <pc:graphicFrameChg chg="modGraphic">
          <ac:chgData name="Laura Patricia Galvan Chavez" userId="6b13af50-ce8b-483e-8fc4-f994efaf3289" providerId="ADAL" clId="{655D084B-7DF1-4C24-9447-417D7DC498B8}" dt="2026-07-03T18:37:13.161" v="35" actId="113"/>
          <ac:graphicFrameMkLst>
            <pc:docMk/>
            <pc:sldMk cId="1213191247" sldId="308"/>
            <ac:graphicFrameMk id="15" creationId="{00000000-0000-0000-0000-000000000000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3T18:37:18.612" v="36" actId="113"/>
          <ac:graphicFrameMkLst>
            <pc:docMk/>
            <pc:sldMk cId="1213191247" sldId="308"/>
            <ac:graphicFrameMk id="16" creationId="{00000000-0000-0000-0000-000000000000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3T18:37:46.837" v="41" actId="20577"/>
          <ac:graphicFrameMkLst>
            <pc:docMk/>
            <pc:sldMk cId="1213191247" sldId="308"/>
            <ac:graphicFrameMk id="34" creationId="{8032D87D-C61D-7206-0CDC-1F5D37FA8CE0}"/>
          </ac:graphicFrameMkLst>
        </pc:graphicFrameChg>
      </pc:sldChg>
    </pc:docChg>
  </pc:docChgLst>
  <pc:docChgLst>
    <pc:chgData name="Norma Edith Jimenez Hernandez" userId="71858b7e-10a9-4afa-b58c-7b4a6c30cd53" providerId="ADAL" clId="{91141CC3-E5EA-4DD9-AA7B-0F0F2578B8AD}"/>
    <pc:docChg chg="modSld">
      <pc:chgData name="Norma Edith Jimenez Hernandez" userId="71858b7e-10a9-4afa-b58c-7b4a6c30cd53" providerId="ADAL" clId="{91141CC3-E5EA-4DD9-AA7B-0F0F2578B8AD}" dt="2026-07-03T00:18:27.604" v="62" actId="1036"/>
      <pc:docMkLst>
        <pc:docMk/>
      </pc:docMkLst>
      <pc:sldChg chg="modSp mod">
        <pc:chgData name="Norma Edith Jimenez Hernandez" userId="71858b7e-10a9-4afa-b58c-7b4a6c30cd53" providerId="ADAL" clId="{91141CC3-E5EA-4DD9-AA7B-0F0F2578B8AD}" dt="2026-07-03T00:17:27.264" v="38" actId="1036"/>
        <pc:sldMkLst>
          <pc:docMk/>
          <pc:sldMk cId="3805655920" sldId="288"/>
        </pc:sldMkLst>
        <pc:graphicFrameChg chg="mod">
          <ac:chgData name="Norma Edith Jimenez Hernandez" userId="71858b7e-10a9-4afa-b58c-7b4a6c30cd53" providerId="ADAL" clId="{91141CC3-E5EA-4DD9-AA7B-0F0F2578B8AD}" dt="2026-07-03T00:17:27.264" v="38" actId="1036"/>
          <ac:graphicFrameMkLst>
            <pc:docMk/>
            <pc:sldMk cId="3805655920" sldId="288"/>
            <ac:graphicFrameMk id="5" creationId="{00000000-0000-0000-0000-000000000000}"/>
          </ac:graphicFrameMkLst>
        </pc:graphicFrameChg>
      </pc:sldChg>
      <pc:sldChg chg="modSp mod">
        <pc:chgData name="Norma Edith Jimenez Hernandez" userId="71858b7e-10a9-4afa-b58c-7b4a6c30cd53" providerId="ADAL" clId="{91141CC3-E5EA-4DD9-AA7B-0F0F2578B8AD}" dt="2026-07-03T00:18:27.604" v="62" actId="1036"/>
        <pc:sldMkLst>
          <pc:docMk/>
          <pc:sldMk cId="3240565764" sldId="297"/>
        </pc:sldMkLst>
        <pc:graphicFrameChg chg="mod modGraphic">
          <ac:chgData name="Norma Edith Jimenez Hernandez" userId="71858b7e-10a9-4afa-b58c-7b4a6c30cd53" providerId="ADAL" clId="{91141CC3-E5EA-4DD9-AA7B-0F0F2578B8AD}" dt="2026-07-03T00:17:55.739" v="44" actId="14100"/>
          <ac:graphicFrameMkLst>
            <pc:docMk/>
            <pc:sldMk cId="3240565764" sldId="297"/>
            <ac:graphicFrameMk id="8" creationId="{00000000-0000-0000-0000-000000000000}"/>
          </ac:graphicFrameMkLst>
        </pc:graphicFrameChg>
        <pc:graphicFrameChg chg="modGraphic">
          <ac:chgData name="Norma Edith Jimenez Hernandez" userId="71858b7e-10a9-4afa-b58c-7b4a6c30cd53" providerId="ADAL" clId="{91141CC3-E5EA-4DD9-AA7B-0F0F2578B8AD}" dt="2026-07-03T00:17:42.215" v="41" actId="14734"/>
          <ac:graphicFrameMkLst>
            <pc:docMk/>
            <pc:sldMk cId="3240565764" sldId="297"/>
            <ac:graphicFrameMk id="9" creationId="{00000000-0000-0000-0000-000000000000}"/>
          </ac:graphicFrameMkLst>
        </pc:graphicFrameChg>
        <pc:graphicFrameChg chg="mod modGraphic">
          <ac:chgData name="Norma Edith Jimenez Hernandez" userId="71858b7e-10a9-4afa-b58c-7b4a6c30cd53" providerId="ADAL" clId="{91141CC3-E5EA-4DD9-AA7B-0F0F2578B8AD}" dt="2026-07-03T00:18:27.604" v="62" actId="1036"/>
          <ac:graphicFrameMkLst>
            <pc:docMk/>
            <pc:sldMk cId="3240565764" sldId="297"/>
            <ac:graphicFrameMk id="11" creationId="{00000000-0000-0000-0000-000000000000}"/>
          </ac:graphicFrameMkLst>
        </pc:graphicFrameChg>
      </pc:sldChg>
    </pc:docChg>
  </pc:docChgLst>
  <pc:docChgLst>
    <pc:chgData name="Laura Patricia Galvan Chavez" userId="S::laura.galvan@imss.gob.mx::6b13af50-ce8b-483e-8fc4-f994efaf3289" providerId="AD" clId="Web-{3309777A-B3FA-5BBF-A1DD-45286D1CB6E7}"/>
    <pc:docChg chg="modSld">
      <pc:chgData name="Laura Patricia Galvan Chavez" userId="S::laura.galvan@imss.gob.mx::6b13af50-ce8b-483e-8fc4-f994efaf3289" providerId="AD" clId="Web-{3309777A-B3FA-5BBF-A1DD-45286D1CB6E7}" dt="2026-06-23T20:46:21.845" v="5"/>
      <pc:docMkLst>
        <pc:docMk/>
      </pc:docMkLst>
    </pc:docChg>
  </pc:docChgLst>
  <pc:docChgLst>
    <pc:chgData name="Laura Patricia Galvan Chavez" userId="S::laura.galvan@imss.gob.mx::6b13af50-ce8b-483e-8fc4-f994efaf3289" providerId="AD" clId="Web-{A9E35CA3-59DF-0543-7116-4FE8BB41C0C4}"/>
    <pc:docChg chg="modSld">
      <pc:chgData name="Laura Patricia Galvan Chavez" userId="S::laura.galvan@imss.gob.mx::6b13af50-ce8b-483e-8fc4-f994efaf3289" providerId="AD" clId="Web-{A9E35CA3-59DF-0543-7116-4FE8BB41C0C4}" dt="2026-06-23T23:35:58.913" v="19" actId="1076"/>
      <pc:docMkLst>
        <pc:docMk/>
      </pc:docMkLst>
      <pc:sldChg chg="addSp delSp modSp">
        <pc:chgData name="Laura Patricia Galvan Chavez" userId="S::laura.galvan@imss.gob.mx::6b13af50-ce8b-483e-8fc4-f994efaf3289" providerId="AD" clId="Web-{A9E35CA3-59DF-0543-7116-4FE8BB41C0C4}" dt="2026-06-23T23:35:00.320" v="3" actId="1076"/>
        <pc:sldMkLst>
          <pc:docMk/>
          <pc:sldMk cId="3240565764" sldId="297"/>
        </pc:sldMkLst>
        <pc:picChg chg="add mod">
          <ac:chgData name="Laura Patricia Galvan Chavez" userId="S::laura.galvan@imss.gob.mx::6b13af50-ce8b-483e-8fc4-f994efaf3289" providerId="AD" clId="Web-{A9E35CA3-59DF-0543-7116-4FE8BB41C0C4}" dt="2026-06-23T23:35:00.320" v="3" actId="1076"/>
          <ac:picMkLst>
            <pc:docMk/>
            <pc:sldMk cId="3240565764" sldId="297"/>
            <ac:picMk id="4" creationId="{CA85AAAD-8A8D-5201-B9FA-F67BB632C9A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2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8_203AAD76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E_0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6_0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7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8908-4742-A1F1-E1A42D71A54B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>
                <a:solidFill>
                  <a:schemeClr val="tx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908-4742-A1F1-E1A42D71A54B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8908-4742-A1F1-E1A42D71A54B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8908-4742-A1F1-E1A42D71A54B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8908-4742-A1F1-E1A42D71A54B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1313866</c:v>
                </c:pt>
                <c:pt idx="1">
                  <c:v>458392</c:v>
                </c:pt>
                <c:pt idx="2">
                  <c:v>221617</c:v>
                </c:pt>
                <c:pt idx="3">
                  <c:v>525524</c:v>
                </c:pt>
                <c:pt idx="4">
                  <c:v>23137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08-4742-A1F1-E1A42D71A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4B0-4CD7-BBDE-8E33207586CD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4B0-4CD7-BBDE-8E33207586CD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42.748496066635816</c:v>
                </c:pt>
                <c:pt idx="1">
                  <c:v>57.251503933364184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B0-4CD7-BBDE-8E33207586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>
        <c:manualLayout>
          <c:layoutTarget val="inner"/>
          <c:xMode val="edge"/>
          <c:yMode val="edge"/>
          <c:x val="0.18047518004115226"/>
          <c:y val="0.35194966092853419"/>
          <c:w val="0.54922196502057619"/>
          <c:h val="0.5569574856546687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478-4B2D-A052-BC14ACCD098F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478-4B2D-A052-BC14ACCD098F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9.2882114298000005</c:v>
                </c:pt>
                <c:pt idx="1">
                  <c:v>90.7117885702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78-4B2D-A052-BC14ACCD09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  <c:userShapes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AAD-49D7-99CE-52DA99559613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AAD-49D7-99CE-52DA99559613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42.42</c:v>
                </c:pt>
                <c:pt idx="1">
                  <c:v>57.58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AD-49D7-99CE-52DA995596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E82-492D-A185-73E7DC1A1325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E82-492D-A185-73E7DC1A1325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38.409999999999997</c:v>
                </c:pt>
                <c:pt idx="1">
                  <c:v>61.59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82-492D-A185-73E7DC1A13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1BA5-4FE3-AB43-51D0A2AAAB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</c:v>
                </c:pt>
                <c:pt idx="1">
                  <c:v>250</c:v>
                </c:pt>
                <c:pt idx="2">
                  <c:v>222</c:v>
                </c:pt>
                <c:pt idx="3">
                  <c:v>237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BA5-4FE3-AB43-51D0A2AAAB8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84576640"/>
        <c:axId val="243664768"/>
      </c:barChart>
      <c:catAx>
        <c:axId val="184576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243664768"/>
        <c:crosses val="autoZero"/>
        <c:auto val="1"/>
        <c:lblAlgn val="ctr"/>
        <c:lblOffset val="100"/>
        <c:noMultiLvlLbl val="0"/>
      </c:catAx>
      <c:valAx>
        <c:axId val="24366476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84576640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Servicios para Empresas, Personas y el Hogar</c:v>
                </c:pt>
                <c:pt idx="5">
                  <c:v>Comercio</c:v>
                </c:pt>
                <c:pt idx="6">
                  <c:v>Ind Eléctrica y Captación y Suministro de Agua Potable</c:v>
                </c:pt>
                <c:pt idx="7">
                  <c:v>Servicios Sociales y Comunales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44415</c:v>
                </c:pt>
                <c:pt idx="1">
                  <c:v>87291</c:v>
                </c:pt>
                <c:pt idx="2">
                  <c:v>25602</c:v>
                </c:pt>
                <c:pt idx="3">
                  <c:v>13013</c:v>
                </c:pt>
                <c:pt idx="4">
                  <c:v>77291</c:v>
                </c:pt>
                <c:pt idx="5">
                  <c:v>93201</c:v>
                </c:pt>
                <c:pt idx="6">
                  <c:v>3756</c:v>
                </c:pt>
                <c:pt idx="7">
                  <c:v>91884</c:v>
                </c:pt>
                <c:pt idx="8">
                  <c:v>1503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40E-4E4E-90E4-EE3447D722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Servicios para Empresas, Personas y el Hogar</c:v>
                </c:pt>
                <c:pt idx="5">
                  <c:v>Comercio</c:v>
                </c:pt>
                <c:pt idx="6">
                  <c:v>Ind Eléctrica y Captación y Suministro de Agua Potable</c:v>
                </c:pt>
                <c:pt idx="7">
                  <c:v>Servicios Sociales y Comunales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38999</c:v>
                </c:pt>
                <c:pt idx="1">
                  <c:v>83673</c:v>
                </c:pt>
                <c:pt idx="2">
                  <c:v>24823</c:v>
                </c:pt>
                <c:pt idx="3">
                  <c:v>13264</c:v>
                </c:pt>
                <c:pt idx="4">
                  <c:v>78820</c:v>
                </c:pt>
                <c:pt idx="5">
                  <c:v>95091</c:v>
                </c:pt>
                <c:pt idx="6">
                  <c:v>3851</c:v>
                </c:pt>
                <c:pt idx="7">
                  <c:v>94322</c:v>
                </c:pt>
                <c:pt idx="8">
                  <c:v>1734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40E-4E4E-90E4-EE3447D72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85524608"/>
        <c:axId val="185526144"/>
      </c:barChart>
      <c:catAx>
        <c:axId val="18552460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185526144"/>
        <c:crosses val="autoZero"/>
        <c:auto val="1"/>
        <c:lblAlgn val="ctr"/>
        <c:lblOffset val="100"/>
        <c:noMultiLvlLbl val="0"/>
      </c:catAx>
      <c:valAx>
        <c:axId val="18552614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85524608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363698</c:v>
                </c:pt>
                <c:pt idx="1">
                  <c:v>381670</c:v>
                </c:pt>
                <c:pt idx="2">
                  <c:v>365817</c:v>
                </c:pt>
                <c:pt idx="3">
                  <c:v>375061</c:v>
                </c:pt>
                <c:pt idx="4">
                  <c:v>402221</c:v>
                </c:pt>
                <c:pt idx="5">
                  <c:v>423677</c:v>
                </c:pt>
                <c:pt idx="6">
                  <c:v>437588</c:v>
                </c:pt>
                <c:pt idx="7">
                  <c:v>437956</c:v>
                </c:pt>
                <c:pt idx="8">
                  <c:v>434577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0E3-4E5D-9E98-DE8C9CE64A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85805056"/>
        <c:axId val="182484992"/>
      </c:barChart>
      <c:catAx>
        <c:axId val="18580505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82484992"/>
        <c:crosses val="autoZero"/>
        <c:auto val="1"/>
        <c:lblAlgn val="ctr"/>
        <c:lblOffset val="100"/>
        <c:noMultiLvlLbl val="0"/>
      </c:catAx>
      <c:valAx>
        <c:axId val="1824849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8580505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0.53185</cdr:y>
    </cdr:from>
    <cdr:to>
      <cdr:x>1</cdr:x>
      <cdr:y>0.7724</cdr:y>
    </cdr:to>
    <cdr:sp macro="" textlink="">
      <cdr:nvSpPr>
        <cdr:cNvPr id="2" name="TextBox 9">
          <a:extLst xmlns:a="http://schemas.openxmlformats.org/drawingml/2006/main">
            <a:ext uri="{FF2B5EF4-FFF2-40B4-BE49-F238E27FC236}">
              <a16:creationId xmlns:a16="http://schemas.microsoft.com/office/drawing/2014/main" id="{742E364C-93DB-17EF-CFBC-A49932F5E88B}"/>
            </a:ext>
          </a:extLst>
        </cdr:cNvPr>
        <cdr:cNvSpPr txBox="1"/>
      </cdr:nvSpPr>
      <cdr:spPr>
        <a:xfrm xmlns:a="http://schemas.openxmlformats.org/drawingml/2006/main">
          <a:off x="0" y="680465"/>
          <a:ext cx="1382640" cy="307777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lang="es-MX" b="1" dirty="0">
              <a:solidFill>
                <a:srgbClr val="9F2241"/>
              </a:solidFill>
              <a:latin typeface="Montserrat"/>
            </a:rPr>
            <a:t>9</a:t>
          </a:r>
          <a:r>
            <a:rPr b="1" dirty="0">
              <a:solidFill>
                <a:srgbClr val="9F2241"/>
              </a:solidFill>
              <a:latin typeface="Montserrat"/>
            </a:rPr>
            <a:t>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396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chart" Target="../charts/chart6.xml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Yucatán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4" name="Google Shape;68;p15">
            <a:extLst>
              <a:ext uri="{FF2B5EF4-FFF2-40B4-BE49-F238E27FC236}">
                <a16:creationId xmlns:a16="http://schemas.microsoft.com/office/drawing/2014/main" id="{E93D7B70-DF50-5348-7584-A7FEB3162F82}"/>
              </a:ext>
            </a:extLst>
          </p:cNvPr>
          <p:cNvSpPr txBox="1"/>
          <p:nvPr/>
        </p:nvSpPr>
        <p:spPr>
          <a:xfrm>
            <a:off x="0" y="547200"/>
            <a:ext cx="7772400" cy="18582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51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Google Shape;69;p15">
            <a:extLst>
              <a:ext uri="{FF2B5EF4-FFF2-40B4-BE49-F238E27FC236}">
                <a16:creationId xmlns:a16="http://schemas.microsoft.com/office/drawing/2014/main" id="{D768A795-621B-D5A5-D25F-89786B902988}"/>
              </a:ext>
            </a:extLst>
          </p:cNvPr>
          <p:cNvSpPr txBox="1"/>
          <p:nvPr/>
        </p:nvSpPr>
        <p:spPr>
          <a:xfrm>
            <a:off x="2552400" y="789067"/>
            <a:ext cx="4026200" cy="142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Dr.</a:t>
            </a:r>
            <a:r>
              <a:rPr lang="es" b="1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 Gustavo Ignacio Prieto Torres.</a:t>
            </a:r>
            <a:endParaRPr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Médico </a:t>
            </a:r>
            <a:r>
              <a:rPr lang="e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Internista con especialidad en Geriatría y Maestría en Economía Y Finanzas.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b="1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 </a:t>
            </a:r>
            <a:r>
              <a:rPr lang="es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16 abril 2026</a:t>
            </a:r>
            <a:r>
              <a:rPr lang="es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" name="Google Shape;70;p15">
            <a:extLst>
              <a:ext uri="{FF2B5EF4-FFF2-40B4-BE49-F238E27FC236}">
                <a16:creationId xmlns:a16="http://schemas.microsoft.com/office/drawing/2014/main" id="{E2D7BFBF-0607-9B03-DB6F-81E4A183A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4267044"/>
              </p:ext>
            </p:extLst>
          </p:nvPr>
        </p:nvGraphicFramePr>
        <p:xfrm>
          <a:off x="263912" y="2417638"/>
          <a:ext cx="6522308" cy="693812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04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835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Prestaciones Médicas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Dra. Maria José Frayre Torres</a:t>
                      </a:r>
                      <a:r>
                        <a:rPr lang="es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Especialidad Epidemiología.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</a:t>
                      </a: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16 febrero 2024</a:t>
                      </a:r>
                      <a:endParaRPr sz="9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1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Salud en el Trabajo, Prestaciones Económicas y Sociales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Dra. Rubí Beatriz Sandoval Cruz</a:t>
                      </a:r>
                      <a:r>
                        <a:rPr lang="es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Especialidad en Medicina Familiar</a:t>
                      </a: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</a:t>
                      </a:r>
                      <a:r>
                        <a:rPr lang="es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16 mayo 2025</a:t>
                      </a:r>
                      <a:endParaRPr sz="9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Afiliación y Cobranza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Alejandra de Jesús Victorin Contreras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Administración.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</a:t>
                      </a:r>
                      <a:r>
                        <a:rPr lang="es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 noviembre 2020</a:t>
                      </a:r>
                      <a:endParaRPr sz="9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781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Desarrollo de Personal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CP. Abril Ortega Cruz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Contaduría.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</a:t>
                      </a:r>
                      <a:r>
                        <a:rPr lang="es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16 enero 2023</a:t>
                      </a:r>
                      <a:endParaRPr sz="9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3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Finanzas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LADE. Yerson Sosa Meza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Administración y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Desarrollo Empresarial.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</a:t>
                      </a:r>
                      <a:r>
                        <a:rPr lang="es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 junio 2023</a:t>
                      </a:r>
                      <a:endParaRPr sz="9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80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Carlos Geovani Medina Roca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Derecho.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</a:t>
                      </a:r>
                      <a:r>
                        <a:rPr lang="es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16 octubre 2020</a:t>
                      </a:r>
                      <a:endParaRPr sz="9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81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" sz="9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</a:t>
                      </a: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Brianly Hernández Lugo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Derecho.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</a:t>
                      </a:r>
                      <a:r>
                        <a:rPr lang="es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16 febrero 2023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875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MX" sz="9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Secretaría General de la Sección  VI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MX" sz="9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900" b="1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Enf</a:t>
                      </a:r>
                      <a:r>
                        <a:rPr lang="es-MX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 Javier del Carmen Campos Rosado</a:t>
                      </a:r>
                      <a:endParaRPr lang="es-MX" sz="9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9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Enfermería.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9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</a:t>
                      </a:r>
                      <a:r>
                        <a:rPr lang="es-MX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16 agosto 2024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MX" sz="9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988891"/>
                  </a:ext>
                </a:extLst>
              </a:tr>
            </a:tbl>
          </a:graphicData>
        </a:graphic>
      </p:graphicFrame>
      <p:pic>
        <p:nvPicPr>
          <p:cNvPr id="7" name="Google Shape;71;p15">
            <a:extLst>
              <a:ext uri="{FF2B5EF4-FFF2-40B4-BE49-F238E27FC236}">
                <a16:creationId xmlns:a16="http://schemas.microsoft.com/office/drawing/2014/main" id="{661FFA26-E720-9735-4622-854CA9E3421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l="-3933" r="3933" b="53384"/>
          <a:stretch>
            <a:fillRect/>
          </a:stretch>
        </p:blipFill>
        <p:spPr>
          <a:xfrm>
            <a:off x="6103563" y="2374703"/>
            <a:ext cx="1668837" cy="86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2;p15">
            <a:extLst>
              <a:ext uri="{FF2B5EF4-FFF2-40B4-BE49-F238E27FC236}">
                <a16:creationId xmlns:a16="http://schemas.microsoft.com/office/drawing/2014/main" id="{499536D4-9497-2B34-CA9C-2FAA4CD723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b="53226"/>
          <a:stretch>
            <a:fillRect/>
          </a:stretch>
        </p:blipFill>
        <p:spPr>
          <a:xfrm>
            <a:off x="6157601" y="3219525"/>
            <a:ext cx="1761833" cy="891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3;p15">
            <a:extLst>
              <a:ext uri="{FF2B5EF4-FFF2-40B4-BE49-F238E27FC236}">
                <a16:creationId xmlns:a16="http://schemas.microsoft.com/office/drawing/2014/main" id="{415DB439-D496-F122-6C1C-5F82B7CAEBF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b="53226"/>
          <a:stretch>
            <a:fillRect/>
          </a:stretch>
        </p:blipFill>
        <p:spPr>
          <a:xfrm>
            <a:off x="6150935" y="4086777"/>
            <a:ext cx="1726686" cy="891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4;p15">
            <a:extLst>
              <a:ext uri="{FF2B5EF4-FFF2-40B4-BE49-F238E27FC236}">
                <a16:creationId xmlns:a16="http://schemas.microsoft.com/office/drawing/2014/main" id="{8B8E69F3-DC22-A294-30A0-1402D6B0EED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rcRect b="53395"/>
          <a:stretch>
            <a:fillRect/>
          </a:stretch>
        </p:blipFill>
        <p:spPr>
          <a:xfrm>
            <a:off x="6127115" y="4951877"/>
            <a:ext cx="1792319" cy="9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5;p15">
            <a:extLst>
              <a:ext uri="{FF2B5EF4-FFF2-40B4-BE49-F238E27FC236}">
                <a16:creationId xmlns:a16="http://schemas.microsoft.com/office/drawing/2014/main" id="{A8417C91-D622-E3DC-26F4-F706618C979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rcRect b="53174"/>
          <a:stretch>
            <a:fillRect/>
          </a:stretch>
        </p:blipFill>
        <p:spPr>
          <a:xfrm>
            <a:off x="6130281" y="5872173"/>
            <a:ext cx="1792319" cy="9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6;p15">
            <a:extLst>
              <a:ext uri="{FF2B5EF4-FFF2-40B4-BE49-F238E27FC236}">
                <a16:creationId xmlns:a16="http://schemas.microsoft.com/office/drawing/2014/main" id="{3543AFC9-27D5-642D-3E1A-3703184E1F5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rcRect b="52077"/>
          <a:stretch>
            <a:fillRect/>
          </a:stretch>
        </p:blipFill>
        <p:spPr>
          <a:xfrm>
            <a:off x="6195914" y="6781668"/>
            <a:ext cx="1681707" cy="969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8;p15" title="Dr. Gustavo Ignacio Prieto Torres.jpeg">
            <a:extLst>
              <a:ext uri="{FF2B5EF4-FFF2-40B4-BE49-F238E27FC236}">
                <a16:creationId xmlns:a16="http://schemas.microsoft.com/office/drawing/2014/main" id="{EF3DAE7E-F628-C185-C7FC-F7A6D8EC3481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0878" y="695681"/>
            <a:ext cx="1292898" cy="147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C351E667-A883-DF4C-FA39-D6737ADB7B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6301135" y="7700699"/>
            <a:ext cx="1576486" cy="927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3310086-AB5A-C5E1-02E5-183E9F996D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1438" y="8532091"/>
            <a:ext cx="915879" cy="91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70%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68728" y="45722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516497"/>
              </p:ext>
            </p:extLst>
          </p:nvPr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095521" y="2851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1,313,866</a:t>
            </a:r>
            <a:br>
              <a:rPr/>
            </a:br>
            <a:r>
              <a:t>52%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3337" y="28871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496955" y="3054599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354439" y="387540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458,392</a:t>
            </a:r>
            <a:br>
              <a:rPr/>
            </a:br>
            <a:r>
              <a:t>18%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2564" y="37674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666800" y="3913186"/>
            <a:ext cx="122400" cy="122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0" y="2647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221,617</a:t>
            </a:r>
            <a:br>
              <a:rPr/>
            </a:br>
            <a:r>
              <a:t>9%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609" y="26658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145600" y="27576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-280800" y="12744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525,524</a:t>
            </a:r>
            <a:br/>
            <a:r>
              <a:t>21%</a:t>
            </a:r>
          </a:p>
        </p:txBody>
      </p:sp>
      <p:pic>
        <p:nvPicPr>
          <p:cNvPr id="128" name="Picture 127" descr="3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255" y="1231200"/>
            <a:ext cx="1904118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790900" y="14003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604400" y="1007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23,137</a:t>
            </a:r>
            <a:br>
              <a:rPr/>
            </a:br>
            <a:r>
              <a:t>0.91%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3227" y="108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4583300" y="12312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2,542,536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1,090,589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1,313,866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588,759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754,894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374,432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434,577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116,592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157,712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501,830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558,972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208,580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1,643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1,513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6,407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8,861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31_y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761820"/>
              </p:ext>
            </p:extLst>
          </p:nvPr>
        </p:nvGraphicFramePr>
        <p:xfrm>
          <a:off x="97200" y="6854400"/>
          <a:ext cx="4359600" cy="149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Nivel</a:t>
                      </a:r>
                      <a:endParaRPr/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  <a:r>
                        <a:rPr lang="es-MX" sz="1000">
                          <a:latin typeface="Montserrat"/>
                        </a:rPr>
                        <a:t>0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659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</a:t>
                      </a:r>
                      <a:r>
                        <a:rPr lang="es-MX" sz="1000">
                          <a:latin typeface="Montserrat"/>
                        </a:rPr>
                        <a:t>43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</a:t>
                      </a:r>
                      <a:r>
                        <a:rPr lang="es-MX" sz="1000">
                          <a:latin typeface="Montserrat"/>
                        </a:rPr>
                        <a:t>5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00">
                          <a:latin typeface="Montserrat"/>
                        </a:rPr>
                        <a:t>802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5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23 UMF, 4 UMFH y no incluye 27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</a:t>
            </a:r>
            <a:r>
              <a:t>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274;g3d0b4d3c5c9_2_20">
            <a:extLst>
              <a:ext uri="{FF2B5EF4-FFF2-40B4-BE49-F238E27FC236}">
                <a16:creationId xmlns:a16="http://schemas.microsoft.com/office/drawing/2014/main" id="{EB165E63-6EC5-B758-228E-C9E62DDEF0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113743"/>
              </p:ext>
            </p:extLst>
          </p:nvPr>
        </p:nvGraphicFramePr>
        <p:xfrm>
          <a:off x="237600" y="929860"/>
          <a:ext cx="7448050" cy="487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4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6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12, Yucatán</a:t>
                      </a:r>
                      <a:endParaRPr sz="16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275;g3d0b4d3c5c9_2_20">
            <a:extLst>
              <a:ext uri="{FF2B5EF4-FFF2-40B4-BE49-F238E27FC236}">
                <a16:creationId xmlns:a16="http://schemas.microsoft.com/office/drawing/2014/main" id="{553F638D-7C35-0C3D-D8E5-3A590F49FA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524" y="2564078"/>
            <a:ext cx="1861591" cy="948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77;g3d0b4d3c5c9_2_20" descr="La casa Palomeque">
            <a:extLst>
              <a:ext uri="{FF2B5EF4-FFF2-40B4-BE49-F238E27FC236}">
                <a16:creationId xmlns:a16="http://schemas.microsoft.com/office/drawing/2014/main" id="{4E794BF8-F659-A24F-347D-A37E6B48B9D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1578" t="14718" r="20158" b="13767"/>
          <a:stretch/>
        </p:blipFill>
        <p:spPr>
          <a:xfrm>
            <a:off x="521719" y="1453528"/>
            <a:ext cx="1933397" cy="102849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88CF927-22CC-1978-2CC6-FB6E6686FD2B}"/>
              </a:ext>
            </a:extLst>
          </p:cNvPr>
          <p:cNvSpPr txBox="1"/>
          <p:nvPr/>
        </p:nvSpPr>
        <p:spPr>
          <a:xfrm>
            <a:off x="2578070" y="1668894"/>
            <a:ext cx="4909930" cy="159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Los servicios sociales de la entidad iniciaron el 1 de septiembre de 1957, en 1958 se inauguró la UMF 52 conocida como “Casa Palomeque” dando inicio la atención médica en la entidad. 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El HGR 1 fue el primer Hospital del IMSS en el estado. El 18 de enero de 1962 el presidente López Mateos, y el director general del IMSS Benito </a:t>
            </a:r>
            <a:r>
              <a:rPr kumimoji="0" lang="es-ES" sz="9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Coquet</a:t>
            </a:r>
            <a:r>
              <a:rPr kumimoji="0" lang="es-E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 lo inauguraron junto con el Centro de Seguridad Social. 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Se consolidó como Hospital General Regional de segundo nivel de atención, ofreciendo consulta externa, especialidades médicas, hospitalización, servicios de laboratorio y farmacia.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YUCATÁN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" y="510657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kumimoji="0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" y="894705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31_YUCATÁ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524" y="3593194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200" y="4450935"/>
          <a:ext cx="7650000" cy="199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751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7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HGR 1 Mérida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sz="800"/>
                        <a:t>Enero</a:t>
                      </a:r>
                      <a:r>
                        <a:rPr sz="800"/>
                        <a:t> de </a:t>
                      </a:r>
                      <a:r>
                        <a:rPr lang="es-MX" sz="800"/>
                        <a:t>1962</a:t>
                      </a:r>
                      <a:endParaRPr sz="8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45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21338"/>
                  </a:ext>
                </a:extLst>
              </a:tr>
              <a:tr h="1637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HGR 12 Mérida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 err="1"/>
                        <a:t>Noviembre</a:t>
                      </a:r>
                      <a:r>
                        <a:rPr sz="800"/>
                        <a:t> de 1972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258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78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28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7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HGSMF 46 Uman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Noviembre de 1972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39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7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HGSMF 3 </a:t>
                      </a:r>
                      <a:r>
                        <a:rPr sz="800" err="1"/>
                        <a:t>Motul</a:t>
                      </a:r>
                      <a:endParaRPr sz="80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 err="1"/>
                        <a:t>Noviembre</a:t>
                      </a:r>
                      <a:r>
                        <a:rPr sz="800"/>
                        <a:t> de 1972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45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4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7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HGSMF 5 Tizimin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Noviembre de 1985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7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UMAA 1 Mérida (</a:t>
                      </a:r>
                      <a:r>
                        <a:rPr sz="800" err="1"/>
                        <a:t>Aut</a:t>
                      </a:r>
                      <a:r>
                        <a:rPr sz="800"/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Mayo de 2006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32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10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788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800"/>
                        <a:t>Subtotal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800"/>
                        <a:t>659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800"/>
                        <a:t>268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800"/>
                        <a:t>30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800"/>
                        <a:t>21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800"/>
                        <a:t>97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FFFFFF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¹Incluye salas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quirófano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salas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híbridas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y salas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mixtas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no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considera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salas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tococirugía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y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expulsión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Fuente: Cédula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actualización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variables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seleccionados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del IFU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enviados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por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el OOAD.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consultas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medicina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familiar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incluyen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los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con UMF.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Información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: ma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o de 2026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5328B166-730C-DE23-9E30-902C2C77BBB7}"/>
              </a:ext>
            </a:extLst>
          </p:cNvPr>
          <p:cNvGraphicFramePr>
            <a:graphicFrameLocks noGrp="1"/>
          </p:cNvGraphicFramePr>
          <p:nvPr/>
        </p:nvGraphicFramePr>
        <p:xfrm>
          <a:off x="61200" y="6447375"/>
          <a:ext cx="76500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727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</a:t>
                      </a:r>
                      <a:r>
                        <a:rPr err="1"/>
                        <a:t>Coplamar</a:t>
                      </a:r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782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HR Oxkutzcab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 err="1"/>
                        <a:t>Noviembre</a:t>
                      </a:r>
                      <a:r>
                        <a:rPr sz="800"/>
                        <a:t>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782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HR </a:t>
                      </a:r>
                      <a:r>
                        <a:rPr sz="800" err="1"/>
                        <a:t>Acanceh</a:t>
                      </a:r>
                      <a:endParaRPr sz="80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Enero de 1996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82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HR Izamal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Enero de 1996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782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HR Maxcanú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Noviembre de 1996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4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123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686C3C04-6A03-5AAA-E8CE-393CEBD6F8BE}"/>
              </a:ext>
            </a:extLst>
          </p:cNvPr>
          <p:cNvGraphicFramePr>
            <a:graphicFrameLocks noGrp="1"/>
          </p:cNvGraphicFramePr>
          <p:nvPr/>
        </p:nvGraphicFramePr>
        <p:xfrm>
          <a:off x="61200" y="8032334"/>
          <a:ext cx="76500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9983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800"/>
                        <a:t>UMAE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800"/>
                        <a:t>Inicio de operaciones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800"/>
                        <a:t>Camas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800"/>
                        <a:t>Camas no censables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800"/>
                        <a:t>Camas de cuidados intensivos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800"/>
                        <a:t>Salas Quirúrgicas¹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800"/>
                        <a:t>Consultorios de especialidades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325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sz="800"/>
                        <a:t>HES CMN Mérida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Agosto de 2005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sz="800"/>
                        <a:t>20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991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991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910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432CC8F6-1F48-B352-9169-DEAC38BF6498}"/>
              </a:ext>
            </a:extLst>
          </p:cNvPr>
          <p:cNvGrpSpPr/>
          <p:nvPr/>
        </p:nvGrpSpPr>
        <p:grpSpPr>
          <a:xfrm>
            <a:off x="0" y="5264411"/>
            <a:ext cx="7772400" cy="3757385"/>
            <a:chOff x="0" y="5264411"/>
            <a:chExt cx="7772400" cy="3757385"/>
          </a:xfrm>
        </p:grpSpPr>
        <p:sp>
          <p:nvSpPr>
            <p:cNvPr id="12" name="Google Shape;371;g3d62d805bc0_1_0">
              <a:extLst>
                <a:ext uri="{FF2B5EF4-FFF2-40B4-BE49-F238E27FC236}">
                  <a16:creationId xmlns:a16="http://schemas.microsoft.com/office/drawing/2014/main" id="{4099ECEE-CA2B-3467-61C4-6A649D527590}"/>
                </a:ext>
              </a:extLst>
            </p:cNvPr>
            <p:cNvSpPr txBox="1"/>
            <p:nvPr/>
          </p:nvSpPr>
          <p:spPr>
            <a:xfrm>
              <a:off x="0" y="5264411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" name="Google Shape;373;g3d62d805bc0_1_0">
              <a:extLst>
                <a:ext uri="{FF2B5EF4-FFF2-40B4-BE49-F238E27FC236}">
                  <a16:creationId xmlns:a16="http://schemas.microsoft.com/office/drawing/2014/main" id="{E5926295-9B71-CEC4-5AFA-CABB7219438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4375" y="5926459"/>
              <a:ext cx="2745151" cy="19202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374;g3d62d805bc0_1_0">
              <a:extLst>
                <a:ext uri="{FF2B5EF4-FFF2-40B4-BE49-F238E27FC236}">
                  <a16:creationId xmlns:a16="http://schemas.microsoft.com/office/drawing/2014/main" id="{D2E068D1-B463-5D57-C021-4FC5A596066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97024" y="5993134"/>
              <a:ext cx="3000000" cy="18464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375;g3d62d805bc0_1_0">
              <a:extLst>
                <a:ext uri="{FF2B5EF4-FFF2-40B4-BE49-F238E27FC236}">
                  <a16:creationId xmlns:a16="http://schemas.microsoft.com/office/drawing/2014/main" id="{25056006-9C7A-3BD4-691B-1B2930282CA4}"/>
                </a:ext>
              </a:extLst>
            </p:cNvPr>
            <p:cNvSpPr/>
            <p:nvPr/>
          </p:nvSpPr>
          <p:spPr>
            <a:xfrm>
              <a:off x="801107" y="7735413"/>
              <a:ext cx="514800" cy="4821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103650" tIns="103650" rIns="103650" bIns="1036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87"/>
                <a:buFont typeface="Arial"/>
                <a:buNone/>
              </a:pPr>
              <a:r>
                <a:rPr lang="es" sz="1587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587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6" name="Google Shape;376;g3d62d805bc0_1_0">
              <a:extLst>
                <a:ext uri="{FF2B5EF4-FFF2-40B4-BE49-F238E27FC236}">
                  <a16:creationId xmlns:a16="http://schemas.microsoft.com/office/drawing/2014/main" id="{A2C5704C-4D69-F614-74F0-DB54C6CDAEBC}"/>
                </a:ext>
              </a:extLst>
            </p:cNvPr>
            <p:cNvSpPr/>
            <p:nvPr/>
          </p:nvSpPr>
          <p:spPr>
            <a:xfrm>
              <a:off x="1316056" y="7732549"/>
              <a:ext cx="2087400" cy="4821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103650" tIns="103650" rIns="103650" bIns="1036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4"/>
                <a:buFont typeface="Arial"/>
                <a:buNone/>
              </a:pPr>
              <a:r>
                <a:rPr lang="es" sz="1474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24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oogle Shape;377;g3d62d805bc0_1_0">
              <a:extLst>
                <a:ext uri="{FF2B5EF4-FFF2-40B4-BE49-F238E27FC236}">
                  <a16:creationId xmlns:a16="http://schemas.microsoft.com/office/drawing/2014/main" id="{975FAAF8-7E0B-802D-3233-E60AFEE9FDEA}"/>
                </a:ext>
              </a:extLst>
            </p:cNvPr>
            <p:cNvGrpSpPr/>
            <p:nvPr/>
          </p:nvGrpSpPr>
          <p:grpSpPr>
            <a:xfrm>
              <a:off x="4089965" y="7744001"/>
              <a:ext cx="2747758" cy="439407"/>
              <a:chOff x="4538448" y="7426607"/>
              <a:chExt cx="2097525" cy="381000"/>
            </a:xfrm>
          </p:grpSpPr>
          <p:sp>
            <p:nvSpPr>
              <p:cNvPr id="18" name="Google Shape;378;g3d62d805bc0_1_0">
                <a:extLst>
                  <a:ext uri="{FF2B5EF4-FFF2-40B4-BE49-F238E27FC236}">
                    <a16:creationId xmlns:a16="http://schemas.microsoft.com/office/drawing/2014/main" id="{5D986733-EA2A-EFA0-E9C0-8ECE61030497}"/>
                  </a:ext>
                </a:extLst>
              </p:cNvPr>
              <p:cNvSpPr/>
              <p:nvPr/>
            </p:nvSpPr>
            <p:spPr>
              <a:xfrm>
                <a:off x="4538448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105425" tIns="105425" rIns="105425" bIns="105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5"/>
                  <a:buFont typeface="Arial"/>
                  <a:buNone/>
                </a:pPr>
                <a:r>
                  <a:rPr lang="es" sz="1615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615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9" name="Google Shape;379;g3d62d805bc0_1_0">
                <a:extLst>
                  <a:ext uri="{FF2B5EF4-FFF2-40B4-BE49-F238E27FC236}">
                    <a16:creationId xmlns:a16="http://schemas.microsoft.com/office/drawing/2014/main" id="{80341C5B-121C-D685-7ABB-80A5D331C3EF}"/>
                  </a:ext>
                </a:extLst>
              </p:cNvPr>
              <p:cNvSpPr/>
              <p:nvPr/>
            </p:nvSpPr>
            <p:spPr>
              <a:xfrm>
                <a:off x="5002173" y="7426607"/>
                <a:ext cx="16338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105425" tIns="105425" rIns="105425" bIns="105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99"/>
                  <a:buFont typeface="Arial"/>
                  <a:buNone/>
                </a:pPr>
                <a:r>
                  <a:rPr lang="es" sz="1499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26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" name="Google Shape;380;g3d62d805bc0_1_0">
              <a:extLst>
                <a:ext uri="{FF2B5EF4-FFF2-40B4-BE49-F238E27FC236}">
                  <a16:creationId xmlns:a16="http://schemas.microsoft.com/office/drawing/2014/main" id="{94A61D35-0809-A076-642C-1CB057FF1274}"/>
                </a:ext>
              </a:extLst>
            </p:cNvPr>
            <p:cNvSpPr txBox="1"/>
            <p:nvPr/>
          </p:nvSpPr>
          <p:spPr>
            <a:xfrm>
              <a:off x="3987375" y="8342372"/>
              <a:ext cx="30000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Mérida</a:t>
              </a:r>
            </a:p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$4.3 mdp</a:t>
              </a:r>
              <a:endParaRPr sz="13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" name="Google Shape;381;g3d62d805bc0_1_0">
              <a:extLst>
                <a:ext uri="{FF2B5EF4-FFF2-40B4-BE49-F238E27FC236}">
                  <a16:creationId xmlns:a16="http://schemas.microsoft.com/office/drawing/2014/main" id="{C7FA3192-4F51-4390-4900-C3A33CD6F567}"/>
                </a:ext>
              </a:extLst>
            </p:cNvPr>
            <p:cNvSpPr txBox="1"/>
            <p:nvPr/>
          </p:nvSpPr>
          <p:spPr>
            <a:xfrm>
              <a:off x="644100" y="8377034"/>
              <a:ext cx="30000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Mérida 256 cortes (2)</a:t>
              </a:r>
            </a:p>
            <a:p>
              <a:pPr marL="0" marR="6350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t>Proyectos de implementación/sustitución 2019-2025. Incluye equipo de la compra 2025-2026.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  <p:graphicFrame>
        <p:nvGraphicFramePr>
          <p:cNvPr id="4" name="Table 156">
            <a:extLst>
              <a:ext uri="{FF2B5EF4-FFF2-40B4-BE49-F238E27FC236}">
                <a16:creationId xmlns:a16="http://schemas.microsoft.com/office/drawing/2014/main" id="{104B66BE-1D5B-C076-4FD8-7FBAD7CD0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990365"/>
              </p:ext>
            </p:extLst>
          </p:nvPr>
        </p:nvGraphicFramePr>
        <p:xfrm>
          <a:off x="93600" y="3663600"/>
          <a:ext cx="753479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71165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49FBB8E-D68B-04A2-96B7-7D867BADF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79E2961-2CD7-B3A9-ACAF-4AFC2343771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B37CF9C-09C6-EA32-C0C5-48F15C6268EB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26E85C6-274D-8DB9-5D86-13CC1C6D30D3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B152F47-DF89-478D-2185-84B9E0B152B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66E2C4CC-BCCB-1800-003C-F9D41F587FBF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117D5C14-DF62-B56C-B2E9-92CF7E184C97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+5,049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+184,401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+63,005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183248"/>
              </p:ext>
            </p:extLst>
          </p:nvPr>
        </p:nvGraphicFramePr>
        <p:xfrm>
          <a:off x="144000" y="13914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Indicador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2,424,712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184,401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1,094,213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2,442,072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622,708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63,005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290,175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684,010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34,107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5,049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16,379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42,642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5337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</a:t>
            </a:r>
            <a:r>
              <a:rPr err="1"/>
              <a:t>Unidades</a:t>
            </a:r>
            <a:r>
              <a:t>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8036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</a:t>
            </a:r>
            <a:r>
              <a:rPr err="1"/>
              <a:t>viernes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999" y="11324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err="1"/>
              <a:t>Productividad</a:t>
            </a:r>
            <a:r>
              <a:t> de </a:t>
            </a:r>
            <a:r>
              <a:rPr err="1"/>
              <a:t>consultas</a:t>
            </a:r>
            <a:r>
              <a:t> de </a:t>
            </a:r>
            <a:r>
              <a:rPr err="1"/>
              <a:t>medicina</a:t>
            </a:r>
            <a:r>
              <a:t>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</a:t>
            </a:r>
            <a:r>
              <a:rPr err="1"/>
              <a:t>el</a:t>
            </a:r>
            <a:r>
              <a:t> </a:t>
            </a:r>
            <a:r>
              <a:rPr err="1"/>
              <a:t>año</a:t>
            </a:r>
            <a:r>
              <a:t> 2025 no </a:t>
            </a:r>
            <a:r>
              <a:rPr err="1"/>
              <a:t>incluye</a:t>
            </a:r>
            <a:r>
              <a:t> </a:t>
            </a:r>
            <a:r>
              <a:rPr err="1"/>
              <a:t>información</a:t>
            </a:r>
            <a:r>
              <a:t> de HR y UMR</a:t>
            </a:r>
            <a:br>
              <a:rPr/>
            </a:br>
            <a:r>
              <a:t>No </a:t>
            </a:r>
            <a:r>
              <a:rPr err="1"/>
              <a:t>incluye</a:t>
            </a:r>
            <a:r>
              <a:t> </a:t>
            </a:r>
            <a:r>
              <a:rPr err="1"/>
              <a:t>Unidades</a:t>
            </a:r>
            <a:r>
              <a:t> </a:t>
            </a:r>
            <a:r>
              <a:rPr err="1"/>
              <a:t>Auxiliares</a:t>
            </a:r>
            <a:r>
              <a:t> de Medicina Familiar, </a:t>
            </a:r>
            <a:r>
              <a:rPr err="1"/>
              <a:t>ni</a:t>
            </a:r>
            <a:r>
              <a:t> </a:t>
            </a:r>
            <a:r>
              <a:rPr err="1"/>
              <a:t>hospitales</a:t>
            </a:r>
            <a:r>
              <a:t> con </a:t>
            </a:r>
            <a:r>
              <a:rPr err="1"/>
              <a:t>servicio</a:t>
            </a:r>
            <a:r>
              <a:t> de </a:t>
            </a:r>
            <a:r>
              <a:rPr err="1"/>
              <a:t>medicina</a:t>
            </a:r>
            <a:r>
              <a:t> familiar.</a:t>
            </a:r>
            <a:br>
              <a:rPr/>
            </a:br>
            <a:r>
              <a:t>El </a:t>
            </a:r>
            <a:r>
              <a:rPr err="1"/>
              <a:t>año</a:t>
            </a:r>
            <a:r>
              <a:t> de </a:t>
            </a:r>
            <a:r>
              <a:rPr err="1"/>
              <a:t>proceso</a:t>
            </a:r>
            <a:r>
              <a:t> </a:t>
            </a:r>
            <a:r>
              <a:rPr err="1"/>
              <a:t>inicia</a:t>
            </a:r>
            <a:r>
              <a:t> del 26 de </a:t>
            </a:r>
            <a:r>
              <a:rPr err="1"/>
              <a:t>diciembre</a:t>
            </a:r>
            <a:r>
              <a:t> del </a:t>
            </a:r>
            <a:r>
              <a:rPr err="1"/>
              <a:t>año</a:t>
            </a:r>
            <a:r>
              <a:t> anterior al 25 de </a:t>
            </a:r>
            <a:r>
              <a:rPr err="1"/>
              <a:t>diciembre</a:t>
            </a:r>
            <a:r>
              <a:t> del </a:t>
            </a:r>
            <a:r>
              <a:rPr err="1"/>
              <a:t>año</a:t>
            </a:r>
            <a:r>
              <a:t> </a:t>
            </a:r>
            <a:r>
              <a:rPr err="1"/>
              <a:t>en</a:t>
            </a:r>
            <a:r>
              <a:t> curso:2025 (del 26 de </a:t>
            </a:r>
            <a:r>
              <a:rPr err="1"/>
              <a:t>dic</a:t>
            </a:r>
            <a:r>
              <a:t> de 2024 al 25 de </a:t>
            </a:r>
            <a:r>
              <a:rPr err="1"/>
              <a:t>dic</a:t>
            </a:r>
            <a:r>
              <a:t> de 2025).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Semana 24, 7 </a:t>
            </a:r>
            <a:r>
              <a:rPr err="1"/>
              <a:t>junio</a:t>
            </a:r>
            <a:r>
              <a:t>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1711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053475"/>
              </p:ext>
            </p:extLst>
          </p:nvPr>
        </p:nvGraphicFramePr>
        <p:xfrm>
          <a:off x="151200" y="1476100"/>
          <a:ext cx="7473599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61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Tzucacab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Col. Yucatán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Coloradas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 Valladolid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54,370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26,140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Maxcanu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-2,249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Samahil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Komchen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Tekax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Acanceh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34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Los Héroes de la Salud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163,689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40,476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76,132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Kinchil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Halachó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46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399,513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60,274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184,759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432,200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906463"/>
              </p:ext>
            </p:extLst>
          </p:nvPr>
        </p:nvGraphicFramePr>
        <p:xfrm>
          <a:off x="5274733" y="4005940"/>
          <a:ext cx="1064663" cy="1089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88598" y="4363682"/>
            <a:ext cx="167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9F2241"/>
                </a:solidFill>
                <a:latin typeface="Montserrat"/>
              </a:rPr>
              <a:t>42.7%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299" y="4339340"/>
            <a:ext cx="1538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603" y="3981964"/>
            <a:ext cx="26110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400"/>
              <a:t>432,200 </a:t>
            </a:r>
            <a:br>
              <a:rPr sz="2400"/>
            </a:br>
            <a:r>
              <a:rPr sz="2400"/>
              <a:t>Meta 2026</a:t>
            </a:r>
          </a:p>
        </p:txBody>
      </p:sp>
      <p:graphicFrame>
        <p:nvGraphicFramePr>
          <p:cNvPr id="14" name="Table 17">
            <a:extLst>
              <a:ext uri="{FF2B5EF4-FFF2-40B4-BE49-F238E27FC236}">
                <a16:creationId xmlns:a16="http://schemas.microsoft.com/office/drawing/2014/main" id="{A6DB6E18-AAE6-38EC-B245-F50A22CF8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798871"/>
              </p:ext>
            </p:extLst>
          </p:nvPr>
        </p:nvGraphicFramePr>
        <p:xfrm>
          <a:off x="147601" y="5429363"/>
          <a:ext cx="74735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57,424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28,289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19 Hunucma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43,466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20,402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50 Conkal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31,743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15,567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Kanasin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34,214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Chuburna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78,481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35,194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54 Ticul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29,699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52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158,096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20,174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69,595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57 La Ceiba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204,681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92,726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96,131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43,476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58 Mérida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12,819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125,350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311,965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-536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136,557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303,072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Izamal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67,600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29,111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49 Tixkokob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20,474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60 Poniente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140,630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64,357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Caucel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166,601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16,409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75,010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1,785,446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112,966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803,478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1,776,760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6" name="TextBox 12">
            <a:extLst>
              <a:ext uri="{FF2B5EF4-FFF2-40B4-BE49-F238E27FC236}">
                <a16:creationId xmlns:a16="http://schemas.microsoft.com/office/drawing/2014/main" id="{575DD59C-D9AE-191C-FD5D-3F18A43E7253}"/>
              </a:ext>
            </a:extLst>
          </p:cNvPr>
          <p:cNvSpPr txBox="1"/>
          <p:nvPr/>
        </p:nvSpPr>
        <p:spPr>
          <a:xfrm>
            <a:off x="147600" y="4996865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15 </a:t>
            </a:r>
            <a:r>
              <a:rPr err="1"/>
              <a:t>Unidades</a:t>
            </a:r>
            <a:r>
              <a:t> </a:t>
            </a:r>
            <a:r>
              <a:rPr err="1"/>
              <a:t>Médicas</a:t>
            </a:r>
            <a:r>
              <a:t> de </a:t>
            </a:r>
            <a:r>
              <a:rPr err="1"/>
              <a:t>tiempo</a:t>
            </a:r>
            <a:r>
              <a:t> </a:t>
            </a:r>
            <a:r>
              <a:rPr err="1"/>
              <a:t>completo</a:t>
            </a:r>
            <a:r>
              <a:t> (31 </a:t>
            </a:r>
            <a:r>
              <a:rPr err="1"/>
              <a:t>consultorios</a:t>
            </a:r>
            <a:r>
              <a:t>)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4489E49C-6655-C3C2-36D0-1BCD46AD31A2}"/>
              </a:ext>
            </a:extLst>
          </p:cNvPr>
          <p:cNvSpPr txBox="1"/>
          <p:nvPr/>
        </p:nvSpPr>
        <p:spPr>
          <a:xfrm>
            <a:off x="2367499" y="8414753"/>
            <a:ext cx="181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rPr sz="1200"/>
              <a:t>de las </a:t>
            </a:r>
            <a:r>
              <a:rPr sz="1200" err="1"/>
              <a:t>consultas</a:t>
            </a:r>
            <a:r>
              <a:rPr sz="1200"/>
              <a:t> en 2025 </a:t>
            </a:r>
            <a:r>
              <a:rPr sz="1200" err="1"/>
              <a:t>fueron</a:t>
            </a:r>
            <a:r>
              <a:rPr sz="1200"/>
              <a:t> en fin de </a:t>
            </a:r>
            <a:r>
              <a:rPr sz="1200" err="1"/>
              <a:t>semana</a:t>
            </a:r>
            <a:r>
              <a:rPr sz="1200"/>
              <a:t> (170,886 </a:t>
            </a:r>
            <a:r>
              <a:rPr sz="1200" err="1"/>
              <a:t>consultas</a:t>
            </a:r>
            <a:r>
              <a:rPr sz="1200"/>
              <a:t>)</a:t>
            </a:r>
          </a:p>
        </p:txBody>
      </p:sp>
      <p:cxnSp>
        <p:nvCxnSpPr>
          <p:cNvPr id="19" name="Connector 14">
            <a:extLst>
              <a:ext uri="{FF2B5EF4-FFF2-40B4-BE49-F238E27FC236}">
                <a16:creationId xmlns:a16="http://schemas.microsoft.com/office/drawing/2014/main" id="{7DB0C532-C283-6A4D-208C-ADE7F778303F}"/>
              </a:ext>
            </a:extLst>
          </p:cNvPr>
          <p:cNvCxnSpPr/>
          <p:nvPr/>
        </p:nvCxnSpPr>
        <p:spPr>
          <a:xfrm>
            <a:off x="127602" y="5344495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hart 18">
            <a:extLst>
              <a:ext uri="{FF2B5EF4-FFF2-40B4-BE49-F238E27FC236}">
                <a16:creationId xmlns:a16="http://schemas.microsoft.com/office/drawing/2014/main" id="{AB0DAFEB-EDC9-F61D-51C8-1E1CD4C67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795326"/>
              </p:ext>
            </p:extLst>
          </p:nvPr>
        </p:nvGraphicFramePr>
        <p:xfrm>
          <a:off x="1257159" y="8020860"/>
          <a:ext cx="1382640" cy="1279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TextBox 10">
            <a:extLst>
              <a:ext uri="{FF2B5EF4-FFF2-40B4-BE49-F238E27FC236}">
                <a16:creationId xmlns:a16="http://schemas.microsoft.com/office/drawing/2014/main" id="{40C027E7-38AB-FA00-90FE-B84FC73EE9C1}"/>
              </a:ext>
            </a:extLst>
          </p:cNvPr>
          <p:cNvSpPr txBox="1"/>
          <p:nvPr/>
        </p:nvSpPr>
        <p:spPr>
          <a:xfrm>
            <a:off x="273829" y="8724564"/>
            <a:ext cx="1538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6B4C3A-6E68-30BE-6273-055861C165E3}"/>
              </a:ext>
            </a:extLst>
          </p:cNvPr>
          <p:cNvSpPr txBox="1"/>
          <p:nvPr/>
        </p:nvSpPr>
        <p:spPr>
          <a:xfrm>
            <a:off x="4303728" y="8364721"/>
            <a:ext cx="3006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sz="120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sz="1200"/>
              <a:t>1 Nueva UMTC con   1 consultorio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0FEFBEF-EF25-B9EF-EAD1-BEB7978789ED}"/>
              </a:ext>
            </a:extLst>
          </p:cNvPr>
          <p:cNvSpPr txBox="1"/>
          <p:nvPr/>
        </p:nvSpPr>
        <p:spPr>
          <a:xfrm>
            <a:off x="4667018" y="8836057"/>
            <a:ext cx="22800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sz="1200">
                <a:latin typeface="Montserrat" panose="00000500000000000000" pitchFamily="2" charset="0"/>
              </a:rPr>
              <a:t>UMFH 4 Valladolid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44011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23072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err="1"/>
              <a:t>Productividad</a:t>
            </a:r>
            <a:r>
              <a:t> de </a:t>
            </a:r>
            <a:r>
              <a:rPr err="1"/>
              <a:t>consultas</a:t>
            </a:r>
            <a:r>
              <a:t> de </a:t>
            </a:r>
            <a:r>
              <a:rPr err="1"/>
              <a:t>especialidad</a:t>
            </a:r>
            <a:r>
              <a:t>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736989"/>
              </p:ext>
            </p:extLst>
          </p:nvPr>
        </p:nvGraphicFramePr>
        <p:xfrm>
          <a:off x="144000" y="1768320"/>
          <a:ext cx="7340399" cy="23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141,108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302,220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155,352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70,134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15,371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46,720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536,321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50,697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246,924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572,320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727641"/>
              </p:ext>
            </p:extLst>
          </p:nvPr>
        </p:nvGraphicFramePr>
        <p:xfrm>
          <a:off x="144000" y="4392360"/>
          <a:ext cx="7340399" cy="121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43,251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86,387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12,308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43,251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622,708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63,005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290,175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684,010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219930"/>
              </p:ext>
            </p:extLst>
          </p:nvPr>
        </p:nvGraphicFramePr>
        <p:xfrm>
          <a:off x="4823003" y="643392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823003" y="715392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42.4%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823003" y="814536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73002" y="724164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684,010 </a:t>
            </a:r>
            <a:br>
              <a:rPr/>
            </a:br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151799270"/>
              </p:ext>
            </p:extLst>
          </p:nvPr>
        </p:nvGraphicFramePr>
        <p:xfrm>
          <a:off x="143502" y="80500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472289"/>
              </p:ext>
            </p:extLst>
          </p:nvPr>
        </p:nvGraphicFramePr>
        <p:xfrm>
          <a:off x="144000" y="1442400"/>
          <a:ext cx="7340399" cy="23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30,823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4,278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14,522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35,742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008650"/>
              </p:ext>
            </p:extLst>
          </p:nvPr>
        </p:nvGraphicFramePr>
        <p:xfrm>
          <a:off x="144000" y="4447440"/>
          <a:ext cx="7340399" cy="121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3,284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1,857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34,107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5,049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16,379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42,642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050190"/>
              </p:ext>
            </p:extLst>
          </p:nvPr>
        </p:nvGraphicFramePr>
        <p:xfrm>
          <a:off x="4766732" y="6460116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66732" y="7180116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38.4%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66732" y="8190858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16731" y="6947796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42,642 </a:t>
            </a:r>
            <a:br>
              <a:rPr/>
            </a:br>
            <a:r>
              <a:t>Meta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0">
                <a:solidFill>
                  <a:srgbClr val="BC955C"/>
                </a:solidFill>
                <a:latin typeface="Montserrat"/>
              </a:defRPr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133 en Hospitales, 2 en sede, 6 en UMF y 137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47723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133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(1 de 3)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6400" y="1922519"/>
          <a:ext cx="345600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6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69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Endoscopia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y </a:t>
                      </a:r>
                      <a:r>
                        <a:rPr err="1"/>
                        <a:t>Obstetricia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2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2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2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2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2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2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4000" y="5234995"/>
          <a:ext cx="3456000" cy="1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y </a:t>
                      </a:r>
                      <a:r>
                        <a:rPr err="1"/>
                        <a:t>Obstetricia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Neurología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Otorrinolaringología</a:t>
                      </a:r>
                      <a:r>
                        <a:t> y Cirugía de Cabeza y Cuello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6400" y="4355997"/>
          <a:ext cx="3456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4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671251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11961" y="1926595"/>
          <a:ext cx="3456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247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71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Anatomía</a:t>
                      </a:r>
                      <a:r>
                        <a:t> </a:t>
                      </a:r>
                      <a:r>
                        <a:rPr err="1"/>
                        <a:t>Patológica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4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</a:t>
                      </a:r>
                      <a:r>
                        <a:rPr err="1"/>
                        <a:t>Oncológica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4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y </a:t>
                      </a:r>
                      <a:r>
                        <a:rPr err="1"/>
                        <a:t>Obstetricia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1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</a:t>
                      </a:r>
                      <a:r>
                        <a:rPr err="1"/>
                        <a:t>Diagnóstico</a:t>
                      </a:r>
                      <a:r>
                        <a:t> y Terapéutica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4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Nefrología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4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24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Pediatría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24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51800" y="4453701"/>
          <a:ext cx="345600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37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71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Acanceh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3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3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y </a:t>
                      </a:r>
                      <a:r>
                        <a:rPr err="1"/>
                        <a:t>Obstetricia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8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</a:t>
                      </a:r>
                      <a:r>
                        <a:rPr err="1"/>
                        <a:t>Diagnóstico</a:t>
                      </a:r>
                      <a:r>
                        <a:t> y Terapéutica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3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3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3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3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3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3" name="Table 7"/>
          <p:cNvGraphicFramePr>
            <a:graphicFrameLocks noGrp="1"/>
          </p:cNvGraphicFramePr>
          <p:nvPr/>
        </p:nvGraphicFramePr>
        <p:xfrm>
          <a:off x="4051800" y="6771121"/>
          <a:ext cx="3456000" cy="236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35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353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Maxcanú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3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3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8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</a:t>
                      </a:r>
                      <a:r>
                        <a:rPr err="1"/>
                        <a:t>Diagnóstico</a:t>
                      </a:r>
                      <a:r>
                        <a:t> y Terapéutica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3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3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3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Pediatría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3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3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4" name="Table 8"/>
          <p:cNvGraphicFramePr>
            <a:graphicFrameLocks noGrp="1"/>
          </p:cNvGraphicFramePr>
          <p:nvPr/>
        </p:nvGraphicFramePr>
        <p:xfrm>
          <a:off x="324000" y="7638759"/>
          <a:ext cx="3456000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667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673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Oxkutzcab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6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6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6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6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Pediatría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6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750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YUCATÁN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2692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133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 de 3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614469"/>
          <a:ext cx="345600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1836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836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</a:t>
                      </a:r>
                      <a:r>
                        <a:rPr err="1"/>
                        <a:t>Izamal</a:t>
                      </a:r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8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8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</a:t>
                      </a:r>
                      <a:r>
                        <a:rPr err="1"/>
                        <a:t>Diagnóstico</a:t>
                      </a:r>
                      <a:r>
                        <a:t> y Terapéutica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8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8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8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Pediatría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8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8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86200" y="1614469"/>
          <a:ext cx="3456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70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701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7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Cardiología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7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</a:t>
                      </a:r>
                      <a:r>
                        <a:rPr err="1"/>
                        <a:t>Cardiotorácica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7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Coloproctología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7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y </a:t>
                      </a:r>
                      <a:r>
                        <a:rPr err="1"/>
                        <a:t>Obstetricia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7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Hemodinamia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7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Oncología</a:t>
                      </a:r>
                      <a:r>
                        <a:t> Médica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57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57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Box 3">
            <a:extLst>
              <a:ext uri="{FF2B5EF4-FFF2-40B4-BE49-F238E27FC236}">
                <a16:creationId xmlns:a16="http://schemas.microsoft.com/office/drawing/2014/main" id="{4FA75304-0AC2-1CFA-9B07-D7E2098F7F02}"/>
              </a:ext>
            </a:extLst>
          </p:cNvPr>
          <p:cNvSpPr txBox="1"/>
          <p:nvPr/>
        </p:nvSpPr>
        <p:spPr>
          <a:xfrm>
            <a:off x="445563" y="3997640"/>
            <a:ext cx="328487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 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Sede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2000" b="1" i="0" u="none" strike="noStrike" kern="0" cap="none" spc="0" normalizeH="0" baseline="0" noProof="0" err="1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delegacional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cxnSp>
        <p:nvCxnSpPr>
          <p:cNvPr id="12" name="Connector 4">
            <a:extLst>
              <a:ext uri="{FF2B5EF4-FFF2-40B4-BE49-F238E27FC236}">
                <a16:creationId xmlns:a16="http://schemas.microsoft.com/office/drawing/2014/main" id="{1CEC644B-EBBF-B78B-0EAF-69B422801942}"/>
              </a:ext>
            </a:extLst>
          </p:cNvPr>
          <p:cNvCxnSpPr/>
          <p:nvPr/>
        </p:nvCxnSpPr>
        <p:spPr>
          <a:xfrm>
            <a:off x="445563" y="4404725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ECB477FA-85B4-AE70-ADC4-28BE9F6821B8}"/>
              </a:ext>
            </a:extLst>
          </p:cNvPr>
          <p:cNvGraphicFramePr>
            <a:graphicFrameLocks noGrp="1"/>
          </p:cNvGraphicFramePr>
          <p:nvPr/>
        </p:nvGraphicFramePr>
        <p:xfrm>
          <a:off x="1813306" y="4490858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Sede</a:t>
                      </a:r>
                      <a:r>
                        <a:t> </a:t>
                      </a:r>
                      <a:r>
                        <a:rPr err="1"/>
                        <a:t>Delegación</a:t>
                      </a:r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</a:t>
                      </a:r>
                      <a:r>
                        <a:rPr err="1"/>
                        <a:t>Diagnóstico</a:t>
                      </a:r>
                      <a:r>
                        <a:t> y Terapéutica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6"/>
          <p:cNvSpPr txBox="1"/>
          <p:nvPr/>
        </p:nvSpPr>
        <p:spPr>
          <a:xfrm>
            <a:off x="360000" y="5727489"/>
            <a:ext cx="497764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6 en Unidades de Medicina Familiar</a:t>
            </a:r>
          </a:p>
        </p:txBody>
      </p:sp>
      <p:cxnSp>
        <p:nvCxnSpPr>
          <p:cNvPr id="15" name="Connector 7"/>
          <p:cNvCxnSpPr/>
          <p:nvPr/>
        </p:nvCxnSpPr>
        <p:spPr>
          <a:xfrm>
            <a:off x="310437" y="6135922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8"/>
          <p:cNvGraphicFramePr>
            <a:graphicFrameLocks noGrp="1"/>
          </p:cNvGraphicFramePr>
          <p:nvPr/>
        </p:nvGraphicFramePr>
        <p:xfrm>
          <a:off x="310437" y="6321594"/>
          <a:ext cx="34560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88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83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5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883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9"/>
          <p:cNvGraphicFramePr>
            <a:graphicFrameLocks noGrp="1"/>
          </p:cNvGraphicFramePr>
          <p:nvPr/>
        </p:nvGraphicFramePr>
        <p:xfrm>
          <a:off x="3910437" y="6321595"/>
          <a:ext cx="3456000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50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504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2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0"/>
          <p:cNvGraphicFramePr>
            <a:graphicFrameLocks noGrp="1"/>
          </p:cNvGraphicFramePr>
          <p:nvPr/>
        </p:nvGraphicFramePr>
        <p:xfrm>
          <a:off x="310437" y="7473594"/>
          <a:ext cx="3456000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11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11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2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1"/>
          <p:cNvGraphicFramePr>
            <a:graphicFrameLocks noGrp="1"/>
          </p:cNvGraphicFramePr>
          <p:nvPr/>
        </p:nvGraphicFramePr>
        <p:xfrm>
          <a:off x="3910437" y="7473593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12"/>
          <p:cNvGraphicFramePr>
            <a:graphicFrameLocks noGrp="1"/>
          </p:cNvGraphicFramePr>
          <p:nvPr/>
        </p:nvGraphicFramePr>
        <p:xfrm>
          <a:off x="2038437" y="8304885"/>
          <a:ext cx="3456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41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417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4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278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503214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137 </a:t>
            </a:r>
            <a:r>
              <a:rPr err="1"/>
              <a:t>especialistas</a:t>
            </a:r>
            <a:r>
              <a:t> </a:t>
            </a:r>
            <a:r>
              <a:rPr err="1"/>
              <a:t>sustitutos</a:t>
            </a:r>
            <a:r>
              <a:rPr lang="es-MX" sz="2000" b="1">
                <a:solidFill>
                  <a:srgbClr val="BC955C"/>
                </a:solidFill>
                <a:latin typeface="Montserrat"/>
              </a:rPr>
              <a:t> (3 de 3)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910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897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7951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(1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606054"/>
              </p:ext>
            </p:extLst>
          </p:nvPr>
        </p:nvGraphicFramePr>
        <p:xfrm>
          <a:off x="1007999" y="1655999"/>
          <a:ext cx="5756399" cy="700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3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Anestesiología</a:t>
                      </a:r>
                      <a:endParaRPr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y </a:t>
                      </a:r>
                      <a:r>
                        <a:rPr err="1"/>
                        <a:t>Obstetricia</a:t>
                      </a:r>
                      <a:endParaRPr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3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3373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262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480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(2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5219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111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111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113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9BE5060-9A5C-EA0B-3D94-0F77483F46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9855705"/>
              </p:ext>
            </p:extLst>
          </p:nvPr>
        </p:nvGraphicFramePr>
        <p:xfrm>
          <a:off x="287050" y="809806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4112" y="4021033"/>
            <a:ext cx="526237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834862"/>
              </p:ext>
            </p:extLst>
          </p:nvPr>
        </p:nvGraphicFramePr>
        <p:xfrm>
          <a:off x="166530" y="1563570"/>
          <a:ext cx="36395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</a:t>
                      </a:r>
                      <a:r>
                        <a:rPr err="1"/>
                        <a:t>acumulado</a:t>
                      </a:r>
                      <a:r>
                        <a:t>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Reemplazos Articulares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Columna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5,158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362627"/>
              </p:ext>
            </p:extLst>
          </p:nvPr>
        </p:nvGraphicFramePr>
        <p:xfrm>
          <a:off x="3966272" y="1507970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Colecistectomías</a:t>
                      </a: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Google Shape;230;g370e87ffe7a_2_137">
            <a:extLst>
              <a:ext uri="{FF2B5EF4-FFF2-40B4-BE49-F238E27FC236}">
                <a16:creationId xmlns:a16="http://schemas.microsoft.com/office/drawing/2014/main" id="{E8E8C286-1B57-5F7F-DDE2-A22CD488A9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475804"/>
              </p:ext>
            </p:extLst>
          </p:nvPr>
        </p:nvGraphicFramePr>
        <p:xfrm>
          <a:off x="287050" y="5226444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232">
            <a:extLst>
              <a:ext uri="{FF2B5EF4-FFF2-40B4-BE49-F238E27FC236}">
                <a16:creationId xmlns:a16="http://schemas.microsoft.com/office/drawing/2014/main" id="{6E4A1D7A-EEC2-A9BD-1900-51AD353D3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377915"/>
              </p:ext>
            </p:extLst>
          </p:nvPr>
        </p:nvGraphicFramePr>
        <p:xfrm>
          <a:off x="729209" y="5776469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1,257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1,198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232,993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150,701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TextBox 231">
            <a:extLst>
              <a:ext uri="{FF2B5EF4-FFF2-40B4-BE49-F238E27FC236}">
                <a16:creationId xmlns:a16="http://schemas.microsoft.com/office/drawing/2014/main" id="{9A6C4ED5-940F-1BF2-6342-24D55C56B591}"/>
              </a:ext>
            </a:extLst>
          </p:cNvPr>
          <p:cNvSpPr txBox="1"/>
          <p:nvPr/>
        </p:nvSpPr>
        <p:spPr>
          <a:xfrm>
            <a:off x="729209" y="6492943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información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: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junio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2026</a:t>
            </a:r>
          </a:p>
        </p:txBody>
      </p:sp>
      <p:graphicFrame>
        <p:nvGraphicFramePr>
          <p:cNvPr id="16" name="Table 232">
            <a:extLst>
              <a:ext uri="{FF2B5EF4-FFF2-40B4-BE49-F238E27FC236}">
                <a16:creationId xmlns:a16="http://schemas.microsoft.com/office/drawing/2014/main" id="{CDADCD11-2398-EE44-07DE-081BC30C2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862034"/>
              </p:ext>
            </p:extLst>
          </p:nvPr>
        </p:nvGraphicFramePr>
        <p:xfrm>
          <a:off x="2052378" y="6785918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60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8" name="TextBox 231">
            <a:extLst>
              <a:ext uri="{FF2B5EF4-FFF2-40B4-BE49-F238E27FC236}">
                <a16:creationId xmlns:a16="http://schemas.microsoft.com/office/drawing/2014/main" id="{9F8504F0-EAB8-AB1B-1053-105259F43659}"/>
              </a:ext>
            </a:extLst>
          </p:cNvPr>
          <p:cNvSpPr txBox="1"/>
          <p:nvPr/>
        </p:nvSpPr>
        <p:spPr>
          <a:xfrm>
            <a:off x="2052378" y="7503231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 cada brigada participan 5 personas del IMSS.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pic>
        <p:nvPicPr>
          <p:cNvPr id="20" name="Imagen 19" descr="Icono&#10;&#10;El contenido generado por IA puede ser incorrecto.">
            <a:extLst>
              <a:ext uri="{FF2B5EF4-FFF2-40B4-BE49-F238E27FC236}">
                <a16:creationId xmlns:a16="http://schemas.microsoft.com/office/drawing/2014/main" id="{DE797A9C-DCAE-65D0-A0B3-6D0F7F6D5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79" y="7747822"/>
            <a:ext cx="603366" cy="713510"/>
          </a:xfrm>
          <a:prstGeom prst="rect">
            <a:avLst/>
          </a:prstGeom>
        </p:spPr>
      </p:pic>
      <p:pic>
        <p:nvPicPr>
          <p:cNvPr id="22" name="Imagen 21" descr="Icono&#10;&#10;El contenido generado por IA puede ser incorrecto.">
            <a:extLst>
              <a:ext uri="{FF2B5EF4-FFF2-40B4-BE49-F238E27FC236}">
                <a16:creationId xmlns:a16="http://schemas.microsoft.com/office/drawing/2014/main" id="{735EAC7A-6C5A-4270-E2BA-10A2C7D4D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132" y="7792157"/>
            <a:ext cx="730135" cy="669175"/>
          </a:xfrm>
          <a:prstGeom prst="rect">
            <a:avLst/>
          </a:prstGeom>
        </p:spPr>
      </p:pic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1A23B2D5-9C85-B49D-F096-8F45A2F54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4885" y="7969388"/>
            <a:ext cx="924445" cy="491944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77EC53D5-7709-FE9F-9E67-D988A2C302D0}"/>
              </a:ext>
            </a:extLst>
          </p:cNvPr>
          <p:cNvSpPr txBox="1"/>
          <p:nvPr/>
        </p:nvSpPr>
        <p:spPr>
          <a:xfrm>
            <a:off x="400627" y="8371490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6556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9,354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Valoraciones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</a:b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nutricionales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AD3CA11-2C42-DD0B-33F6-D9B4F0C894AA}"/>
              </a:ext>
            </a:extLst>
          </p:cNvPr>
          <p:cNvSpPr txBox="1"/>
          <p:nvPr/>
        </p:nvSpPr>
        <p:spPr>
          <a:xfrm>
            <a:off x="2988833" y="8371490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6556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11,827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Valoraciones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</a:b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bucales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CDC27A8-7243-6F3F-E465-1F5593ED9FBB}"/>
              </a:ext>
            </a:extLst>
          </p:cNvPr>
          <p:cNvSpPr txBox="1"/>
          <p:nvPr/>
        </p:nvSpPr>
        <p:spPr>
          <a:xfrm>
            <a:off x="5416472" y="8410241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6556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3,830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Salud visual</a:t>
            </a:r>
          </a:p>
        </p:txBody>
      </p:sp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11,996	 Personal de Salud: 7,575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+26.9%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+40.7%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1,835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2,374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2,696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+16.1%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1,817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+58.1%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800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-10.3%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9,952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827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2,735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947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14,461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6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(160,789)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(21,341)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(1,550)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(2,866)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(154,970)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(13,486)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(1,494)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(1,663)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(34,361)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(12,166)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(1,634)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(21,238)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(7,654)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(764)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(1,375)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(16,749)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(7,342)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(643)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(1,143)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48960"/>
            <a:ext cx="655019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Fuente: Portal de Control de Abasto. En 2026, se </a:t>
            </a:r>
            <a:r>
              <a:rPr err="1">
                <a:solidFill>
                  <a:schemeClr val="tx1"/>
                </a:solidFill>
              </a:rPr>
              <a:t>muestra</a:t>
            </a:r>
            <a:r>
              <a:rPr>
                <a:solidFill>
                  <a:schemeClr val="tx1"/>
                </a:solidFill>
              </a:rPr>
              <a:t> lo </a:t>
            </a:r>
            <a:r>
              <a:rPr err="1">
                <a:solidFill>
                  <a:schemeClr val="tx1"/>
                </a:solidFill>
              </a:rPr>
              <a:t>correspondiente</a:t>
            </a:r>
            <a:r>
              <a:rPr>
                <a:solidFill>
                  <a:schemeClr val="tx1"/>
                </a:solidFill>
              </a:rPr>
              <a:t> al </a:t>
            </a:r>
            <a:r>
              <a:rPr err="1">
                <a:solidFill>
                  <a:schemeClr val="tx1"/>
                </a:solidFill>
              </a:rPr>
              <a:t>periodo</a:t>
            </a:r>
            <a:r>
              <a:rPr>
                <a:solidFill>
                  <a:schemeClr val="tx1"/>
                </a:solidFill>
              </a:rPr>
              <a:t> del 1 de </a:t>
            </a:r>
            <a:r>
              <a:rPr err="1">
                <a:solidFill>
                  <a:schemeClr val="tx1"/>
                </a:solidFill>
              </a:rPr>
              <a:t>enero</a:t>
            </a:r>
            <a:r>
              <a:rPr>
                <a:solidFill>
                  <a:schemeClr val="tx1"/>
                </a:solidFill>
              </a:rPr>
              <a:t>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04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Recetas</a:t>
            </a:r>
            <a:r>
              <a:t> </a:t>
            </a:r>
            <a:r>
              <a:rPr err="1"/>
              <a:t>manuales</a:t>
            </a:r>
            <a:r>
              <a:t> y </a:t>
            </a:r>
            <a:r>
              <a:rPr err="1"/>
              <a:t>electrónicas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74320" y="70586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318430"/>
              </p:ext>
            </p:extLst>
          </p:nvPr>
        </p:nvGraphicFramePr>
        <p:xfrm>
          <a:off x="457200" y="75107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err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  <a:endParaRPr sz="1100" b="1">
                        <a:solidFill>
                          <a:srgbClr val="FFFFFF"/>
                        </a:solidFill>
                        <a:latin typeface="Montserrat"/>
                      </a:endParaRP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181,102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1,875,485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140,568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2,053,553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0B5A3-E51B-8765-B18C-8ED099BB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235499"/>
            <a:ext cx="22057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sz="1800" err="1"/>
              <a:t>Piezas</a:t>
            </a:r>
            <a:r>
              <a:rPr sz="1800"/>
              <a:t> </a:t>
            </a:r>
            <a:r>
              <a:rPr sz="1800" err="1"/>
              <a:t>consumidas</a:t>
            </a:r>
            <a:endParaRPr sz="1800"/>
          </a:p>
        </p:txBody>
      </p:sp>
      <p:cxnSp>
        <p:nvCxnSpPr>
          <p:cNvPr id="5" name="Connector 4"/>
          <p:cNvCxnSpPr/>
          <p:nvPr/>
        </p:nvCxnSpPr>
        <p:spPr>
          <a:xfrm>
            <a:off x="180000" y="15563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6783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53991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Medicamentos</a:t>
            </a:r>
            <a:r>
              <a:t> con mayor </a:t>
            </a:r>
            <a:r>
              <a:rPr err="1"/>
              <a:t>demanda</a:t>
            </a:r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80000" y="57326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46156"/>
              </p:ext>
            </p:extLst>
          </p:nvPr>
        </p:nvGraphicFramePr>
        <p:xfrm>
          <a:off x="180000" y="6115899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lang="es-MX"/>
                        <a:t>mayo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294,840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290,617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216,954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213,671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188,401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172,543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141,592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135,202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Loratadina, tableta o gragea (antihistamínico)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133,597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124,622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</a:t>
            </a:r>
            <a:r>
              <a:rPr lang="es-MX"/>
              <a:t>1</a:t>
            </a:r>
            <a:r>
              <a:t> de </a:t>
            </a:r>
            <a:r>
              <a:rPr lang="es-MX"/>
              <a:t>mayo</a:t>
            </a:r>
            <a: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2446341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28870"/>
            <a:ext cx="1599000" cy="7583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A85AAAD-8A8D-5201-B9FA-F67BB632C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14426" y="1880037"/>
            <a:ext cx="4054226" cy="45701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678386"/>
              </p:ext>
            </p:extLst>
          </p:nvPr>
        </p:nvGraphicFramePr>
        <p:xfrm>
          <a:off x="1785600" y="1928194"/>
          <a:ext cx="5295600" cy="2079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26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Conservación</a:t>
                      </a:r>
                      <a:r>
                        <a:t>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1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$416.5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residencias </a:t>
                      </a:r>
                      <a:r>
                        <a:rPr sz="1000" err="1">
                          <a:latin typeface="Montserrat"/>
                        </a:rPr>
                        <a:t>médicas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7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(H. de </a:t>
                      </a:r>
                      <a:r>
                        <a:rPr sz="1000" err="1">
                          <a:latin typeface="Montserrat"/>
                        </a:rPr>
                        <a:t>Especialidades</a:t>
                      </a:r>
                      <a:r>
                        <a:rPr sz="1000">
                          <a:latin typeface="Montserrat"/>
                        </a:rPr>
                        <a:t> No.1, HGR No.1 , HGR No.12, UMF No. 20, UMF No.58, UMF No.59, UMF No. 60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Mérida)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5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HGR 12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5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terapia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intensiva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UMAE HE 1 Mérida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5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Mérida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1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Intervención en áreas de accesibilidad (rampas) en UMAE HE No. 1 Yucatán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8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$564.</a:t>
                      </a:r>
                      <a:r>
                        <a:rPr lang="es-MX"/>
                        <a:t>7</a:t>
                      </a:r>
                      <a:endParaRPr/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78188"/>
              </p:ext>
            </p:extLst>
          </p:nvPr>
        </p:nvGraphicFramePr>
        <p:xfrm>
          <a:off x="1785600" y="4381004"/>
          <a:ext cx="5295600" cy="144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1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27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18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1 monitor de </a:t>
                      </a:r>
                      <a:r>
                        <a:rPr sz="1000" err="1">
                          <a:latin typeface="Montserrat"/>
                        </a:rPr>
                        <a:t>radiación</a:t>
                      </a:r>
                      <a:r>
                        <a:rPr sz="1000">
                          <a:latin typeface="Montserrat"/>
                        </a:rPr>
                        <a:t> de pared,1 monitor de </a:t>
                      </a:r>
                      <a:r>
                        <a:rPr sz="1000" err="1">
                          <a:latin typeface="Montserrat"/>
                        </a:rPr>
                        <a:t>signos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vitales</a:t>
                      </a:r>
                      <a:r>
                        <a:rPr sz="1000">
                          <a:latin typeface="Montserrat"/>
                        </a:rPr>
                        <a:t> para el </a:t>
                      </a:r>
                      <a:r>
                        <a:rPr sz="1000" err="1">
                          <a:latin typeface="Montserrat"/>
                        </a:rPr>
                        <a:t>traslado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paciente</a:t>
                      </a:r>
                      <a:r>
                        <a:rPr sz="1000">
                          <a:latin typeface="Montserrat"/>
                        </a:rPr>
                        <a:t>.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1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anestesia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básica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1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horizontal 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8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3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con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mastógrafo</a:t>
                      </a:r>
                      <a:r>
                        <a:rPr sz="1000">
                          <a:latin typeface="Montserrat"/>
                        </a:rPr>
                        <a:t> digital con </a:t>
                      </a:r>
                      <a:r>
                        <a:rPr sz="1000" err="1">
                          <a:latin typeface="Montserrat"/>
                        </a:rPr>
                        <a:t>estereotaxia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tomosíntesis</a:t>
                      </a:r>
                      <a:r>
                        <a:rPr sz="1000">
                          <a:latin typeface="Montserrat"/>
                        </a:rPr>
                        <a:t>, 2 </a:t>
                      </a:r>
                      <a:r>
                        <a:rPr sz="1000" err="1">
                          <a:latin typeface="Montserrat"/>
                        </a:rPr>
                        <a:t>tomógrafos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axiales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computarizados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alta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resolución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$68.0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98852"/>
              </p:ext>
            </p:extLst>
          </p:nvPr>
        </p:nvGraphicFramePr>
        <p:xfrm>
          <a:off x="1785600" y="6203403"/>
          <a:ext cx="5295600" cy="480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2612" y="878400"/>
            <a:ext cx="6703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lang="es-MX"/>
              <a:t>657</a:t>
            </a:r>
            <a:r>
              <a:t>.</a:t>
            </a:r>
            <a:r>
              <a:rPr lang="es-MX"/>
              <a:t>5</a:t>
            </a:r>
            <a:endParaRPr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6040963"/>
              </p:ext>
            </p:extLst>
          </p:nvPr>
        </p:nvGraphicFramePr>
        <p:xfrm>
          <a:off x="298150" y="82248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42006" y="79814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601250" y="496400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995844" y="1267680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Construcción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9" y="1771832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436474" y="194659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Hospital</a:t>
            </a: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9" y="2784423"/>
            <a:ext cx="864074" cy="841575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436474" y="2920558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UMF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794" y="2753972"/>
            <a:ext cx="871408" cy="848718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588602" y="2857632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Centro de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err="1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Mezclas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YUCATÁN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368064"/>
              </p:ext>
            </p:extLst>
          </p:nvPr>
        </p:nvGraphicFramePr>
        <p:xfrm>
          <a:off x="1796050" y="1364784"/>
          <a:ext cx="5396400" cy="914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3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</a:t>
                      </a:r>
                      <a:r>
                        <a:rPr sz="1000" err="1">
                          <a:latin typeface="Montserrat"/>
                        </a:rPr>
                        <a:t>Ticul</a:t>
                      </a:r>
                      <a:r>
                        <a:rPr sz="1000">
                          <a:latin typeface="Montserrat"/>
                        </a:rPr>
                        <a:t> 2da Etapa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$400.0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5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10+5 con AMC, Francisco de Montejo, Mérida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$198.5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5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2 CECI, Ciudad </a:t>
                      </a:r>
                      <a:r>
                        <a:rPr sz="1000" err="1">
                          <a:latin typeface="Montserrat"/>
                        </a:rPr>
                        <a:t>Caucel</a:t>
                      </a:r>
                      <a:r>
                        <a:rPr sz="1000">
                          <a:latin typeface="Montserrat"/>
                        </a:rPr>
                        <a:t> y Serapio Rendón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$92.0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5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$690.5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13019"/>
              </p:ext>
            </p:extLst>
          </p:nvPr>
        </p:nvGraphicFramePr>
        <p:xfrm>
          <a:off x="1790202" y="2397863"/>
          <a:ext cx="5396400" cy="67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5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2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$166.1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err="1">
                          <a:latin typeface="Montserrat"/>
                        </a:rPr>
                        <a:t>Equipamento</a:t>
                      </a:r>
                      <a:r>
                        <a:rPr lang="es-MX" sz="1000">
                          <a:latin typeface="Montserrat"/>
                        </a:rPr>
                        <a:t> del </a:t>
                      </a:r>
                      <a:r>
                        <a:rPr sz="1000">
                          <a:latin typeface="Montserrat"/>
                        </a:rPr>
                        <a:t>Centro de </a:t>
                      </a:r>
                      <a:r>
                        <a:rPr sz="1000" err="1">
                          <a:latin typeface="Montserrat"/>
                        </a:rPr>
                        <a:t>Mezclas</a:t>
                      </a:r>
                      <a:r>
                        <a:rPr sz="1000">
                          <a:latin typeface="Montserrat"/>
                        </a:rPr>
                        <a:t> UMU No. 12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Por definir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$</a:t>
                      </a:r>
                      <a:r>
                        <a:rPr lang="es-MX" sz="1000"/>
                        <a:t>166.1</a:t>
                      </a:r>
                      <a:endParaRPr sz="1000"/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980473"/>
              </p:ext>
            </p:extLst>
          </p:nvPr>
        </p:nvGraphicFramePr>
        <p:xfrm>
          <a:off x="1796050" y="3207914"/>
          <a:ext cx="5396400" cy="455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6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97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Programa</a:t>
                      </a:r>
                      <a:r>
                        <a:rPr sz="1000">
                          <a:latin typeface="Montserrat"/>
                        </a:rPr>
                        <a:t> para la </a:t>
                      </a: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Equipo </a:t>
                      </a:r>
                      <a:r>
                        <a:rPr sz="1000" err="1">
                          <a:latin typeface="Montserrat"/>
                        </a:rPr>
                        <a:t>CeSiECQ</a:t>
                      </a:r>
                      <a:r>
                        <a:rPr sz="1000">
                          <a:latin typeface="Montserrat"/>
                        </a:rPr>
                        <a:t> Mérida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latin typeface="Montserrat"/>
                        </a:rPr>
                        <a:t>$32.0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767931"/>
              </p:ext>
            </p:extLst>
          </p:nvPr>
        </p:nvGraphicFramePr>
        <p:xfrm>
          <a:off x="1796050" y="3734971"/>
          <a:ext cx="5396400" cy="496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2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83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4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casas de </a:t>
                      </a:r>
                      <a:r>
                        <a:rPr sz="1000" err="1">
                          <a:latin typeface="Montserrat"/>
                        </a:rPr>
                        <a:t>máquinas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el HGR No. 12 y el HE de la UMAE Mérida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latin typeface="Montserrat"/>
                        </a:rPr>
                        <a:t>$59.4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135108" y="646483"/>
            <a:ext cx="6206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9</a:t>
            </a:r>
            <a:r>
              <a:rPr kumimoji="0" lang="es-MX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48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kumimoji="0" sz="14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mdp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pic>
        <p:nvPicPr>
          <p:cNvPr id="18" name="Google Shape;551;g3d0ffe769cd_0_0">
            <a:extLst>
              <a:ext uri="{FF2B5EF4-FFF2-40B4-BE49-F238E27FC236}">
                <a16:creationId xmlns:a16="http://schemas.microsoft.com/office/drawing/2014/main" id="{79301213-B983-6012-D1FC-0B2F778FE9D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276123" y="6446424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" name="Google Shape;559;g3d0ffe769cd_0_0">
            <a:extLst>
              <a:ext uri="{FF2B5EF4-FFF2-40B4-BE49-F238E27FC236}">
                <a16:creationId xmlns:a16="http://schemas.microsoft.com/office/drawing/2014/main" id="{25C56DEC-2254-18C4-05FE-22679FA175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4690587"/>
              </p:ext>
            </p:extLst>
          </p:nvPr>
        </p:nvGraphicFramePr>
        <p:xfrm>
          <a:off x="271320" y="5994496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Google Shape;552;g3d0ffe769cd_0_0">
            <a:extLst>
              <a:ext uri="{FF2B5EF4-FFF2-40B4-BE49-F238E27FC236}">
                <a16:creationId xmlns:a16="http://schemas.microsoft.com/office/drawing/2014/main" id="{00C2955E-0978-D43E-D146-996FF1D1A092}"/>
              </a:ext>
            </a:extLst>
          </p:cNvPr>
          <p:cNvSpPr/>
          <p:nvPr/>
        </p:nvSpPr>
        <p:spPr>
          <a:xfrm>
            <a:off x="279913" y="6438058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556;g3d0ffe769cd_0_0">
            <a:extLst>
              <a:ext uri="{FF2B5EF4-FFF2-40B4-BE49-F238E27FC236}">
                <a16:creationId xmlns:a16="http://schemas.microsoft.com/office/drawing/2014/main" id="{0124E0BE-B9E1-374E-B6AF-D2C9E8CC9B52}"/>
              </a:ext>
            </a:extLst>
          </p:cNvPr>
          <p:cNvSpPr/>
          <p:nvPr/>
        </p:nvSpPr>
        <p:spPr>
          <a:xfrm>
            <a:off x="897305" y="6669795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553;g3d0ffe769cd_0_0">
            <a:extLst>
              <a:ext uri="{FF2B5EF4-FFF2-40B4-BE49-F238E27FC236}">
                <a16:creationId xmlns:a16="http://schemas.microsoft.com/office/drawing/2014/main" id="{5185183E-EB9C-63BB-41C8-16FAE654B8E1}"/>
              </a:ext>
            </a:extLst>
          </p:cNvPr>
          <p:cNvSpPr/>
          <p:nvPr/>
        </p:nvSpPr>
        <p:spPr>
          <a:xfrm>
            <a:off x="336019" y="7482162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554;g3d0ffe769cd_0_0">
            <a:extLst>
              <a:ext uri="{FF2B5EF4-FFF2-40B4-BE49-F238E27FC236}">
                <a16:creationId xmlns:a16="http://schemas.microsoft.com/office/drawing/2014/main" id="{224351E1-7513-64EA-67DB-823759B2CB0E}"/>
              </a:ext>
            </a:extLst>
          </p:cNvPr>
          <p:cNvSpPr txBox="1"/>
          <p:nvPr/>
        </p:nvSpPr>
        <p:spPr>
          <a:xfrm>
            <a:off x="321922" y="8408429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Google Shape;562;g3d0ffe769cd_0_0">
            <a:extLst>
              <a:ext uri="{FF2B5EF4-FFF2-40B4-BE49-F238E27FC236}">
                <a16:creationId xmlns:a16="http://schemas.microsoft.com/office/drawing/2014/main" id="{2A70CB7B-F4F2-627E-015B-4CA68416EBC4}"/>
              </a:ext>
            </a:extLst>
          </p:cNvPr>
          <p:cNvSpPr txBox="1"/>
          <p:nvPr/>
        </p:nvSpPr>
        <p:spPr>
          <a:xfrm rot="16200000">
            <a:off x="2003061" y="7882528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D9F46CB9-5789-399A-CB38-358EA003E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669741"/>
              </p:ext>
            </p:extLst>
          </p:nvPr>
        </p:nvGraphicFramePr>
        <p:xfrm>
          <a:off x="2597621" y="6884435"/>
          <a:ext cx="4928400" cy="221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</a:t>
                      </a:r>
                      <a:r>
                        <a:rPr err="1"/>
                        <a:t>Predios</a:t>
                      </a:r>
                      <a:r>
                        <a:t>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ruta</a:t>
                      </a:r>
                      <a:r>
                        <a:t>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</a:t>
                      </a:r>
                      <a:r>
                        <a:rPr err="1"/>
                        <a:t>Reserva</a:t>
                      </a:r>
                      <a:r>
                        <a:t>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Mérida (2), Valladolid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Caucel</a:t>
                      </a:r>
                      <a:r>
                        <a:t>, </a:t>
                      </a:r>
                      <a:r>
                        <a:rPr err="1"/>
                        <a:t>Halachó</a:t>
                      </a:r>
                      <a:r>
                        <a:t>, </a:t>
                      </a:r>
                      <a:r>
                        <a:rPr err="1"/>
                        <a:t>Hunucmá</a:t>
                      </a:r>
                      <a:r>
                        <a:t>, </a:t>
                      </a:r>
                      <a:r>
                        <a:rPr err="1"/>
                        <a:t>Izamal</a:t>
                      </a:r>
                      <a:r>
                        <a:t>, </a:t>
                      </a:r>
                      <a:r>
                        <a:rPr err="1"/>
                        <a:t>Kanasín</a:t>
                      </a:r>
                      <a:r>
                        <a:t> (2), </a:t>
                      </a:r>
                      <a:r>
                        <a:rPr err="1"/>
                        <a:t>Kinchil</a:t>
                      </a:r>
                      <a:r>
                        <a:t>, </a:t>
                      </a:r>
                      <a:r>
                        <a:rPr err="1"/>
                        <a:t>Maxcanú</a:t>
                      </a:r>
                      <a:r>
                        <a:t>, Mérida (2), </a:t>
                      </a:r>
                      <a:r>
                        <a:rPr err="1"/>
                        <a:t>Tizimín</a:t>
                      </a:r>
                      <a:r>
                        <a:t> (2), </a:t>
                      </a:r>
                      <a:r>
                        <a:rPr err="1"/>
                        <a:t>Tzucacab</a:t>
                      </a:r>
                      <a:r>
                        <a:t>, </a:t>
                      </a:r>
                      <a:r>
                        <a:rPr err="1"/>
                        <a:t>Umán</a:t>
                      </a:r>
                      <a:r>
                        <a:t> (2)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Oval 24">
            <a:extLst>
              <a:ext uri="{FF2B5EF4-FFF2-40B4-BE49-F238E27FC236}">
                <a16:creationId xmlns:a16="http://schemas.microsoft.com/office/drawing/2014/main" id="{1B3423AC-335B-7431-7EA3-3EF7E8CD1498}"/>
              </a:ext>
            </a:extLst>
          </p:cNvPr>
          <p:cNvSpPr/>
          <p:nvPr/>
        </p:nvSpPr>
        <p:spPr>
          <a:xfrm>
            <a:off x="930821" y="6692664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705085"/>
                </a:solidFill>
                <a:latin typeface="Montserrat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705085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Arial"/>
              </a:rPr>
              <a:t>29</a:t>
            </a: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E7390CCF-2FB7-EF7A-F650-915E212C6D6F}"/>
              </a:ext>
            </a:extLst>
          </p:cNvPr>
          <p:cNvSpPr/>
          <p:nvPr/>
        </p:nvSpPr>
        <p:spPr>
          <a:xfrm>
            <a:off x="408821" y="7523184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Arial"/>
              </a:rPr>
              <a:t>28 CECI IMSS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Arial"/>
              </a:rPr>
              <a:t>1 CECI CAMPO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AE804B86-4E33-BC68-8C78-3FAC3FA88539}"/>
              </a:ext>
            </a:extLst>
          </p:cNvPr>
          <p:cNvSpPr txBox="1"/>
          <p:nvPr/>
        </p:nvSpPr>
        <p:spPr>
          <a:xfrm>
            <a:off x="374832" y="9554144"/>
            <a:ext cx="7151189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rgbClr val="000000"/>
                </a:solidFill>
                <a:latin typeface="Montserrat"/>
              </a:defRPr>
            </a:pPr>
            <a:r>
              <a:rPr kumimoji="0" lang="es-MX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Terrenos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validados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. </a:t>
            </a: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2 CECI p</a:t>
            </a:r>
            <a:r>
              <a:rPr kumimoji="0" sz="9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ara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9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entregar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a SICT</a:t>
            </a: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lang="es-MX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 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Mérida (Ciudad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Caucel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) y Mérida (Serapio Rendon). </a:t>
            </a:r>
            <a:endParaRPr kumimoji="0" lang="es-MX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900">
                <a:solidFill>
                  <a:srgbClr val="000000"/>
                </a:solidFill>
                <a:latin typeface="Montserrat"/>
              </a:defRPr>
            </a:pP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11 CECI e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n </a:t>
            </a:r>
            <a:r>
              <a:rPr kumimoji="0" sz="9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validación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o </a:t>
            </a:r>
            <a:r>
              <a:rPr kumimoji="0" sz="9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9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integración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</a:t>
            </a:r>
            <a:r>
              <a:rPr kumimoji="0" sz="9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expediente</a:t>
            </a:r>
            <a:r>
              <a:rPr kumimoji="0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para </a:t>
            </a:r>
            <a:r>
              <a:rPr kumimoji="0" sz="9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donación</a:t>
            </a: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Mérida,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Tzucacab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Tizimín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Kanasín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Umán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Hunucmá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e </a:t>
            </a:r>
            <a:r>
              <a:rPr kumimoji="0" sz="9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Izamal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.</a:t>
            </a:r>
          </a:p>
        </p:txBody>
      </p:sp>
      <p:pic>
        <p:nvPicPr>
          <p:cNvPr id="30" name="Imagen 2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7C7605E9-BAA6-C55A-0E2C-41B8E6324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56" y="1776503"/>
            <a:ext cx="871408" cy="848718"/>
          </a:xfrm>
          <a:prstGeom prst="rect">
            <a:avLst/>
          </a:prstGeom>
        </p:spPr>
      </p:pic>
      <p:sp>
        <p:nvSpPr>
          <p:cNvPr id="32" name="CuadroTexto 11">
            <a:extLst>
              <a:ext uri="{FF2B5EF4-FFF2-40B4-BE49-F238E27FC236}">
                <a16:creationId xmlns:a16="http://schemas.microsoft.com/office/drawing/2014/main" id="{D19B18F9-0D72-F6E5-13A8-6BDF66B4A1E7}"/>
              </a:ext>
            </a:extLst>
          </p:cNvPr>
          <p:cNvSpPr txBox="1"/>
          <p:nvPr/>
        </p:nvSpPr>
        <p:spPr>
          <a:xfrm>
            <a:off x="-560140" y="1945424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A42145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CECI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31" name="Google Shape;394;p15">
            <a:extLst>
              <a:ext uri="{FF2B5EF4-FFF2-40B4-BE49-F238E27FC236}">
                <a16:creationId xmlns:a16="http://schemas.microsoft.com/office/drawing/2014/main" id="{70DA4824-037D-326C-A1BF-2683E0342A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7664282"/>
              </p:ext>
            </p:extLst>
          </p:nvPr>
        </p:nvGraphicFramePr>
        <p:xfrm>
          <a:off x="135300" y="4356886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12">
            <a:extLst>
              <a:ext uri="{FF2B5EF4-FFF2-40B4-BE49-F238E27FC236}">
                <a16:creationId xmlns:a16="http://schemas.microsoft.com/office/drawing/2014/main" id="{8032D87D-C61D-7206-0CDC-1F5D37FA8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901106"/>
              </p:ext>
            </p:extLst>
          </p:nvPr>
        </p:nvGraphicFramePr>
        <p:xfrm>
          <a:off x="546100" y="4810111"/>
          <a:ext cx="6654150" cy="965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6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9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endParaRPr sz="1000"/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</a:t>
                      </a:r>
                      <a:r>
                        <a:rPr sz="1000" err="1"/>
                        <a:t>mdp</a:t>
                      </a:r>
                      <a:r>
                        <a:rPr sz="1000"/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0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Remodelación y ampliación del área de Urgencias HGR No. 12 Benito Juárez, Mérida.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</a:t>
                      </a:r>
                      <a:r>
                        <a:rPr lang="es-MX" sz="1000">
                          <a:latin typeface="Montserrat"/>
                        </a:rPr>
                        <a:t>67.5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0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Ampliación de UCIA y UCIP en HGR No. 12 Benito Juárez, Mérida.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</a:t>
                      </a:r>
                      <a:r>
                        <a:rPr lang="es-MX" sz="1000">
                          <a:latin typeface="Montserrat"/>
                        </a:rPr>
                        <a:t>34.7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0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sz="1000"/>
                        <a:t>T</a:t>
                      </a:r>
                      <a:r>
                        <a:rPr sz="1000"/>
                        <a:t>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$</a:t>
                      </a:r>
                      <a:r>
                        <a:rPr lang="es-MX" sz="1000"/>
                        <a:t>102.2</a:t>
                      </a:r>
                      <a:endParaRPr sz="1000"/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Box 471">
            <a:extLst>
              <a:ext uri="{FF2B5EF4-FFF2-40B4-BE49-F238E27FC236}">
                <a16:creationId xmlns:a16="http://schemas.microsoft.com/office/drawing/2014/main" id="{003FB05A-7AD6-58F9-18FC-1D13A0A0EC66}"/>
              </a:ext>
            </a:extLst>
          </p:cNvPr>
          <p:cNvSpPr txBox="1"/>
          <p:nvPr/>
        </p:nvSpPr>
        <p:spPr>
          <a:xfrm>
            <a:off x="517512" y="5819140"/>
            <a:ext cx="4258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lang="es-MX">
                <a:solidFill>
                  <a:schemeClr val="tx1"/>
                </a:solidFill>
              </a:rPr>
              <a:t>Monto aproximado</a:t>
            </a:r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191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>
            <p:extLst>
              <p:ext uri="{D42A27DB-BD31-4B8C-83A1-F6EECF244321}">
                <p14:modId xmlns:p14="http://schemas.microsoft.com/office/powerpoint/2010/main" val="682153007"/>
              </p:ext>
            </p:extLst>
          </p:nvPr>
        </p:nvGraphicFramePr>
        <p:xfrm>
          <a:off x="287700" y="8903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25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24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3,260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830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08064"/>
              </p:ext>
            </p:extLst>
          </p:nvPr>
        </p:nvGraphicFramePr>
        <p:xfrm>
          <a:off x="2311200" y="2570400"/>
          <a:ext cx="5032800" cy="189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2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  <a:r>
                        <a:rPr lang="es-MX"/>
                        <a:t> (inhabilitado)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127 Mérida El Fènix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25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</a:t>
            </a:r>
            <a:r>
              <a:rPr err="1"/>
              <a:t>Dirección</a:t>
            </a:r>
            <a:r>
              <a:t> de </a:t>
            </a:r>
            <a:r>
              <a:rPr err="1"/>
              <a:t>Prestaciones</a:t>
            </a:r>
            <a:r>
              <a:t> </a:t>
            </a:r>
            <a:r>
              <a:rPr err="1"/>
              <a:t>Económicas</a:t>
            </a:r>
            <a:r>
              <a:t> y </a:t>
            </a:r>
            <a:r>
              <a:rPr err="1"/>
              <a:t>Sociales</a:t>
            </a:r>
            <a:r>
              <a:t>, mayo de 2026.</a:t>
            </a:r>
          </a:p>
        </p:txBody>
      </p:sp>
      <p:pic>
        <p:nvPicPr>
          <p:cNvPr id="3" name="Picture 469" descr="map_tipo2_31_yuc.png">
            <a:extLst>
              <a:ext uri="{FF2B5EF4-FFF2-40B4-BE49-F238E27FC236}">
                <a16:creationId xmlns:a16="http://schemas.microsoft.com/office/drawing/2014/main" id="{303B81CE-B54B-53DD-6DF9-A7FAC8E31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202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Libre y Soberano de Yucatán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52,430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52,374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Embotelladoras Bepensa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11,996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Comercializadora Porcícola Mexicana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5,579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Mérida del Estado de Yucatán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Bachoco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-12.19%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-4.14%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-3.04%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+1.98%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+15.37%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395,324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38,497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437,956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398,061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3,591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32,401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434,577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>
            <p:extLst>
              <p:ext uri="{D42A27DB-BD31-4B8C-83A1-F6EECF244321}">
                <p14:modId xmlns:p14="http://schemas.microsoft.com/office/powerpoint/2010/main" val="551595546"/>
              </p:ext>
            </p:extLst>
          </p:nvPr>
        </p:nvGraphicFramePr>
        <p:xfrm>
          <a:off x="253000" y="6436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409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BC6A8556-2D5B-E902-8A99-E1DABE429C97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$559.16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886457"/>
              </p:ext>
            </p:extLst>
          </p:nvPr>
        </p:nvGraphicFramePr>
        <p:xfrm>
          <a:off x="478800" y="10669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$304.05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$559.16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$16,774.8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528425"/>
              </p:ext>
            </p:extLst>
          </p:nvPr>
        </p:nvGraphicFramePr>
        <p:xfrm>
          <a:off x="320400" y="6649200"/>
          <a:ext cx="7038000" cy="256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electoral y de Participación Ciudadana de Yucatán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Central de Abasto de Mérida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Banca Serfin S.A. Fid Rancho Hobonil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Vertical Knits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$17.87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Air Temp de México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Sistemas Y Servicios Tecnológicos Especializados de Mérida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$8.97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1603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tado</a:t>
            </a:r>
            <a:r>
              <a:rPr>
                <a:solidFill>
                  <a:schemeClr val="tx1"/>
                </a:solidFill>
              </a:rPr>
              <a:t>: Se </a:t>
            </a:r>
            <a:r>
              <a:rPr err="1">
                <a:solidFill>
                  <a:schemeClr val="tx1"/>
                </a:solidFill>
              </a:rPr>
              <a:t>utilizó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como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deflactor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salario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el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cociente</a:t>
            </a:r>
            <a:r>
              <a:rPr>
                <a:solidFill>
                  <a:schemeClr val="tx1"/>
                </a:solidFill>
              </a:rPr>
              <a:t> del INPC entre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2018 (103.02) y </a:t>
            </a:r>
            <a:r>
              <a:rPr err="1">
                <a:solidFill>
                  <a:schemeClr val="tx1"/>
                </a:solidFill>
              </a:rPr>
              <a:t>abril</a:t>
            </a:r>
            <a:r>
              <a:rPr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>
            <p:extLst>
              <p:ext uri="{D42A27DB-BD31-4B8C-83A1-F6EECF244321}">
                <p14:modId xmlns:p14="http://schemas.microsoft.com/office/powerpoint/2010/main" val="1334328791"/>
              </p:ext>
            </p:extLst>
          </p:nvPr>
        </p:nvGraphicFramePr>
        <p:xfrm>
          <a:off x="-126" y="30297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009272"/>
              </p:ext>
            </p:extLst>
          </p:nvPr>
        </p:nvGraphicFramePr>
        <p:xfrm>
          <a:off x="310896" y="12842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184145"/>
              </p:ext>
            </p:extLst>
          </p:nvPr>
        </p:nvGraphicFramePr>
        <p:xfrm>
          <a:off x="310896" y="3463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560,831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2,115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500,593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1,918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10,812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30,832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18,594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3,160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1,694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6,646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8666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Concepto</a:t>
                      </a:r>
                      <a:endParaRPr/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2,135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8,023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458,392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182,168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276,224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418,222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4428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608800" y="3417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560,831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rPr err="1"/>
              <a:t>consultas</a:t>
            </a:r>
            <a:r>
              <a:t> </a:t>
            </a:r>
            <a:r>
              <a:rPr err="1"/>
              <a:t>anuales</a:t>
            </a:r>
            <a:endParaRPr/>
          </a:p>
        </p:txBody>
      </p:sp>
      <p:sp>
        <p:nvSpPr>
          <p:cNvPr id="548" name="Rounded Rectangle 547"/>
          <p:cNvSpPr/>
          <p:nvPr/>
        </p:nvSpPr>
        <p:spPr>
          <a:xfrm>
            <a:off x="5608800" y="43517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608800" y="43009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3,160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rPr err="1"/>
              <a:t>cirugías</a:t>
            </a:r>
            <a:r>
              <a:t> </a:t>
            </a:r>
            <a:r>
              <a:rPr err="1"/>
              <a:t>anuales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26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Martinez Flores</dc:creator>
  <cp:revision>1</cp:revision>
  <dcterms:modified xsi:type="dcterms:W3CDTF">2026-07-03T18:38:02Z</dcterms:modified>
</cp:coreProperties>
</file>