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83" r:id="rId13"/>
    <p:sldId id="300" r:id="rId42"/>
    <p:sldId id="301" r:id="rId43"/>
    <p:sldId id="281" r:id="rId14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8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70978-EEA2-8C6D-EDBC-4BCB9F58DCC0}" v="489" dt="2026-05-12T20:01:56.616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1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29:53.873" v="0"/>
      <pc:docMkLst>
        <pc:docMk/>
      </pc:docMkLst>
      <pc:sldChg chg="add">
        <pc:chgData name="Carlos Esponda Rosales" userId="08a2b2cc-6d12-4dea-90fe-c484bece8186" providerId="ADAL" clId="{6846A1DD-3EC1-5A12-B3C5-9C410579EE4F}" dt="2026-05-08T17:29:53.873" v="0"/>
        <pc:sldMkLst>
          <pc:docMk/>
          <pc:sldMk cId="1631360480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26:32.716" v="133" actId="1035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3:39.394" v="102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3:39.394" v="102" actId="1036"/>
          <ac:spMkLst>
            <pc:docMk/>
            <pc:sldMk cId="0" sldId="260"/>
            <ac:spMk id="9" creationId="{657697CF-C10B-83C4-0E0A-87460677882C}"/>
          </ac:spMkLst>
        </pc:spChg>
        <pc:graphicFrameChg chg="add mod">
          <ac:chgData name="Edgar Rosales Ortega" userId="d1d54fc2-1570-4978-babc-e22e1526833f" providerId="ADAL" clId="{66BE7C30-C669-4152-AC74-10076FC0590C}" dt="2026-04-30T21:53:22.400" v="38" actId="1076"/>
          <ac:graphicFrameMkLst>
            <pc:docMk/>
            <pc:sldMk cId="0" sldId="260"/>
            <ac:graphicFrameMk id="6" creationId="{149B6707-A18E-E3B8-BF9F-BE17A768E13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7" creationId="{80A270BF-485C-5271-9109-DF89C5B111EE}"/>
          </ac:picMkLst>
        </pc:pic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8" creationId="{1EE9B8B1-BC8E-A508-0289-FC01C7AB018D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24:36.437" v="10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24:42.911" v="10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39:46.867" v="3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6:01.954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25:11.859" v="10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25:11.859" v="10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36:54.512" v="10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6:51.942" v="34" actId="1076"/>
          <ac:spMkLst>
            <pc:docMk/>
            <pc:sldMk cId="0" sldId="279"/>
            <ac:spMk id="2" creationId="{575692A6-C7A7-7249-DAC6-B482C362D631}"/>
          </ac:spMkLst>
        </pc:spChg>
        <pc:spChg chg="mod">
          <ac:chgData name="Edgar Rosales Ortega" userId="d1d54fc2-1570-4978-babc-e22e1526833f" providerId="ADAL" clId="{66BE7C30-C669-4152-AC74-10076FC0590C}" dt="2026-05-05T17:36:54.512" v="10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39:36.874" v="3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6:09.051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36:33.819" v="10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26:32.716" v="133" actId="1035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26:32.716" v="133" actId="1035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38:31.282" v="2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6:13.164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26:12.185" v="121" actId="1036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26:12.185" v="121" actId="1036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CC570978-EEA2-8C6D-EDBC-4BCB9F58DCC0}"/>
    <pc:docChg chg="modSld">
      <pc:chgData name="Gerardo Jahir Lara Garcia" userId="S::gerardo.larag@imss.gob.mx::84d5cd65-4601-4e92-b448-a9da4809e012" providerId="AD" clId="Web-{CC570978-EEA2-8C6D-EDBC-4BCB9F58DCC0}" dt="2026-05-12T20:01:56.616" v="317" actId="1076"/>
      <pc:docMkLst>
        <pc:docMk/>
      </pc:docMkLst>
      <pc:sldChg chg="addSp delSp modSp">
        <pc:chgData name="Gerardo Jahir Lara Garcia" userId="S::gerardo.larag@imss.gob.mx::84d5cd65-4601-4e92-b448-a9da4809e012" providerId="AD" clId="Web-{CC570978-EEA2-8C6D-EDBC-4BCB9F58DCC0}" dt="2026-05-12T20:01:37.725" v="315" actId="20577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CC570978-EEA2-8C6D-EDBC-4BCB9F58DCC0}" dt="2026-05-12T19:06:37.078" v="3"/>
          <ac:spMkLst>
            <pc:docMk/>
            <pc:sldMk cId="364733940" sldId="284"/>
            <ac:spMk id="3" creationId="{286503B1-0DA6-C192-8655-51E9294B515C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4.894" v="85"/>
          <ac:spMkLst>
            <pc:docMk/>
            <pc:sldMk cId="364733940" sldId="284"/>
            <ac:spMk id="8" creationId="{673B41E5-16A4-2281-34EE-445BED6DF8C4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1.800" v="81"/>
          <ac:spMkLst>
            <pc:docMk/>
            <pc:sldMk cId="364733940" sldId="284"/>
            <ac:spMk id="9" creationId="{19BC9293-7005-4871-AA8E-F9FA33FFF05D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1:26.254" v="93" actId="1076"/>
          <ac:spMkLst>
            <pc:docMk/>
            <pc:sldMk cId="364733940" sldId="284"/>
            <ac:spMk id="10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14.990" v="116" actId="1076"/>
          <ac:spMkLst>
            <pc:docMk/>
            <pc:sldMk cId="364733940" sldId="284"/>
            <ac:spMk id="12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3:42.040" v="170" actId="1076"/>
          <ac:spMkLst>
            <pc:docMk/>
            <pc:sldMk cId="364733940" sldId="284"/>
            <ac:spMk id="14" creationId="{64688C63-7355-030E-6D1A-62B790C84126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2:19.162" v="118"/>
          <ac:spMkLst>
            <pc:docMk/>
            <pc:sldMk cId="364733940" sldId="284"/>
            <ac:spMk id="16" creationId="{289E5852-D102-6459-136F-1CBC17EE498A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42.929" v="130" actId="20577"/>
          <ac:spMkLst>
            <pc:docMk/>
            <pc:sldMk cId="364733940" sldId="284"/>
            <ac:spMk id="17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1:37.725" v="315" actId="20577"/>
          <ac:spMkLst>
            <pc:docMk/>
            <pc:sldMk cId="364733940" sldId="284"/>
            <ac:spMk id="19" creationId="{261D4185-A587-C515-FCC3-DB49EF855C8D}"/>
          </ac:spMkLst>
        </pc:spChg>
        <pc:picChg chg="add del mod modCrop">
          <ac:chgData name="Gerardo Jahir Lara Garcia" userId="S::gerardo.larag@imss.gob.mx::84d5cd65-4601-4e92-b448-a9da4809e012" providerId="AD" clId="Web-{CC570978-EEA2-8C6D-EDBC-4BCB9F58DCC0}" dt="2026-05-12T19:43:52.747" v="191"/>
          <ac:picMkLst>
            <pc:docMk/>
            <pc:sldMk cId="364733940" sldId="284"/>
            <ac:picMk id="3" creationId="{C1647AA5-751A-D806-733B-D4422D87C099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08:50.646" v="7"/>
          <ac:picMkLst>
            <pc:docMk/>
            <pc:sldMk cId="364733940" sldId="284"/>
            <ac:picMk id="4" creationId="{7865E798-CFC5-6685-241D-67BFB56A75F5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1:12.863" v="82"/>
          <ac:picMkLst>
            <pc:docMk/>
            <pc:sldMk cId="364733940" sldId="284"/>
            <ac:picMk id="6" creationId="{B0B5EB96-511E-0312-C4B3-7E3C51F42E95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14.990" v="115" actId="1076"/>
          <ac:picMkLst>
            <pc:docMk/>
            <pc:sldMk cId="364733940" sldId="284"/>
            <ac:picMk id="11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1:26.269" v="96" actId="1076"/>
          <ac:picMkLst>
            <pc:docMk/>
            <pc:sldMk cId="364733940" sldId="284"/>
            <ac:picMk id="13" creationId="{677D1763-9290-6967-36A7-DBD2C77E4F08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2:17.521" v="117"/>
          <ac:picMkLst>
            <pc:docMk/>
            <pc:sldMk cId="364733940" sldId="284"/>
            <ac:picMk id="15" creationId="{AA1F1734-384B-BE5E-5628-87FCD103E16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31.881" v="123" actId="1076"/>
          <ac:picMkLst>
            <pc:docMk/>
            <pc:sldMk cId="364733940" sldId="284"/>
            <ac:picMk id="18" creationId="{8A8D8CD2-DBCF-78B9-E5EF-827E13752F76}"/>
          </ac:picMkLst>
        </pc:picChg>
      </pc:sldChg>
      <pc:sldChg chg="addSp delSp modSp">
        <pc:chgData name="Gerardo Jahir Lara Garcia" userId="S::gerardo.larag@imss.gob.mx::84d5cd65-4601-4e92-b448-a9da4809e012" providerId="AD" clId="Web-{CC570978-EEA2-8C6D-EDBC-4BCB9F58DCC0}" dt="2026-05-12T20:01:56.616" v="31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CC570978-EEA2-8C6D-EDBC-4BCB9F58DCC0}" dt="2026-05-12T20:01:56.616" v="317" actId="1076"/>
          <ac:spMkLst>
            <pc:docMk/>
            <pc:sldMk cId="3240565764" sldId="297"/>
            <ac:spMk id="9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7:07.113" v="252" actId="20577"/>
          <ac:spMkLst>
            <pc:docMk/>
            <pc:sldMk cId="3240565764" sldId="297"/>
            <ac:spMk id="11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8:36.163" v="274" actId="1076"/>
          <ac:spMkLst>
            <pc:docMk/>
            <pc:sldMk cId="3240565764" sldId="297"/>
            <ac:spMk id="13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CC570978-EEA2-8C6D-EDBC-4BCB9F58DCC0}" dt="2026-05-12T19:49:06.883" v="277"/>
          <ac:spMkLst>
            <pc:docMk/>
            <pc:sldMk cId="3240565764" sldId="297"/>
            <ac:spMk id="15" creationId="{7875970C-7CEA-5F80-ACCB-550DAA38B207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59:55.690" v="296" actId="20577"/>
          <ac:spMkLst>
            <pc:docMk/>
            <pc:sldMk cId="3240565764" sldId="297"/>
            <ac:spMk id="16" creationId="{453288B5-B8D0-EC78-DB89-D4E8E2B4815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0:58.755" v="307" actId="1076"/>
          <ac:spMkLst>
            <pc:docMk/>
            <pc:sldMk cId="3240565764" sldId="297"/>
            <ac:spMk id="18" creationId="{EAA4AD06-6D0C-9D1B-41F2-6AC307BA4C2A}"/>
          </ac:spMkLst>
        </pc:spChg>
        <pc:picChg chg="add del mod">
          <ac:chgData name="Gerardo Jahir Lara Garcia" userId="S::gerardo.larag@imss.gob.mx::84d5cd65-4601-4e92-b448-a9da4809e012" providerId="AD" clId="Web-{CC570978-EEA2-8C6D-EDBC-4BCB9F58DCC0}" dt="2026-05-12T19:43:07.214" v="179"/>
          <ac:picMkLst>
            <pc:docMk/>
            <pc:sldMk cId="3240565764" sldId="297"/>
            <ac:picMk id="3" creationId="{7BE08359-4F94-0DD5-1250-B9E572D2C85F}"/>
          </ac:picMkLst>
        </pc:picChg>
        <pc:picChg chg="add mod modCrop">
          <ac:chgData name="Gerardo Jahir Lara Garcia" userId="S::gerardo.larag@imss.gob.mx::84d5cd65-4601-4e92-b448-a9da4809e012" providerId="AD" clId="Web-{CC570978-EEA2-8C6D-EDBC-4BCB9F58DCC0}" dt="2026-05-12T19:47:14.942" v="253" actId="1076"/>
          <ac:picMkLst>
            <pc:docMk/>
            <pc:sldMk cId="3240565764" sldId="297"/>
            <ac:picMk id="4" creationId="{E4583F43-E86D-0F1E-8691-BAF3375AD7BA}"/>
          </ac:picMkLst>
        </pc:picChg>
        <pc:picChg chg="add del mod modCrop">
          <ac:chgData name="Gerardo Jahir Lara Garcia" userId="S::gerardo.larag@imss.gob.mx::84d5cd65-4601-4e92-b448-a9da4809e012" providerId="AD" clId="Web-{CC570978-EEA2-8C6D-EDBC-4BCB9F58DCC0}" dt="2026-05-12T19:44:58.655" v="201"/>
          <ac:picMkLst>
            <pc:docMk/>
            <pc:sldMk cId="3240565764" sldId="297"/>
            <ac:picMk id="7" creationId="{A964D6BF-9475-A096-ED33-83D5B281762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48:22.600" v="272" actId="1076"/>
          <ac:picMkLst>
            <pc:docMk/>
            <pc:sldMk cId="3240565764" sldId="297"/>
            <ac:picMk id="12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CC570978-EEA2-8C6D-EDBC-4BCB9F58DCC0}" dt="2026-05-12T19:49:06.883" v="278"/>
          <ac:picMkLst>
            <pc:docMk/>
            <pc:sldMk cId="3240565764" sldId="297"/>
            <ac:picMk id="14" creationId="{D97EB98B-FF2A-D531-8C44-067A6CFD55B6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20:00:58.739" v="306" actId="1076"/>
          <ac:picMkLst>
            <pc:docMk/>
            <pc:sldMk cId="3240565764" sldId="297"/>
            <ac:picMk id="17" creationId="{B72D96B9-510E-70DC-91C0-8C9FFA3D525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999072.0</c:v>
                </c:pt>
                <c:pt idx="1">
                  <c:v>185050.0</c:v>
                </c:pt>
                <c:pt idx="2">
                  <c:v>381132.0</c:v>
                </c:pt>
                <c:pt idx="3">
                  <c:v>2305.0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34.7131032368495</c:v>
                </c:pt>
                <c:pt idx="1">
                  <c:v>65.28689676315051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13.5246684755</c:v>
                </c:pt>
                <c:pt idx="1">
                  <c:v>86.4753315245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33.42850452439494</c:v>
                </c:pt>
                <c:pt idx="1">
                  <c:v>66.57149547560506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31.497287178348195</c:v>
                </c:pt>
                <c:pt idx="1">
                  <c:v>68.50271282165181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109</c:v>
                </c:pt>
                <c:pt idx="2">
                  <c:v>110</c:v>
                </c:pt>
                <c:pt idx="3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57631</c:v>
                </c:pt>
                <c:pt idx="1">
                  <c:v>720</c:v>
                </c:pt>
                <c:pt idx="2">
                  <c:v>25576</c:v>
                </c:pt>
                <c:pt idx="3">
                  <c:v>136101</c:v>
                </c:pt>
                <c:pt idx="4">
                  <c:v>56339</c:v>
                </c:pt>
                <c:pt idx="5">
                  <c:v>8120</c:v>
                </c:pt>
                <c:pt idx="6">
                  <c:v>18923</c:v>
                </c:pt>
                <c:pt idx="7">
                  <c:v>642</c:v>
                </c:pt>
                <c:pt idx="8">
                  <c:v>61284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55512</c:v>
                </c:pt>
                <c:pt idx="1">
                  <c:v>702</c:v>
                </c:pt>
                <c:pt idx="2">
                  <c:v>24970</c:v>
                </c:pt>
                <c:pt idx="3">
                  <c:v>134167</c:v>
                </c:pt>
                <c:pt idx="4">
                  <c:v>57400</c:v>
                </c:pt>
                <c:pt idx="5">
                  <c:v>8309</c:v>
                </c:pt>
                <c:pt idx="6">
                  <c:v>19432</c:v>
                </c:pt>
                <c:pt idx="7">
                  <c:v>662</c:v>
                </c:pt>
                <c:pt idx="8">
                  <c:v>64811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316044</c:v>
                </c:pt>
                <c:pt idx="1">
                  <c:v>327345</c:v>
                </c:pt>
                <c:pt idx="2">
                  <c:v>328581</c:v>
                </c:pt>
                <c:pt idx="3">
                  <c:v>331492</c:v>
                </c:pt>
                <c:pt idx="4">
                  <c:v>341747</c:v>
                </c:pt>
                <c:pt idx="5">
                  <c:v>350248</c:v>
                </c:pt>
                <c:pt idx="6">
                  <c:v>362534</c:v>
                </c:pt>
                <c:pt idx="7">
                  <c:v>365336</c:v>
                </c:pt>
                <c:pt idx="8">
                  <c:v>365965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D068D0C9-5C61-C2D0-A591-600C5AC2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EEACE0F7-74C1-C001-C346-39CBF454B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900D81EB-1C70-7A53-52E4-A8D178FA8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474DACAC-7046-EFB6-3CC7-8ADDDFD32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452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Aguascalientes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Aguasca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999,072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185,050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381,132</a:t>
            </a:r>
            <a:br/>
            <a:r>
              <a:t>24%</a:t>
            </a:r>
          </a:p>
        </p:txBody>
      </p:sp>
      <p:pic>
        <p:nvPicPr>
          <p:cNvPr id="125" name="Picture 124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17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2,305</a:t>
            </a:r>
            <a:br/>
            <a:r>
              <a:t>0.15%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1,567,559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897,442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1,003,230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321,298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94,717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126,355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417,587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70339234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1_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12 UMF y no incluye 1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74;g3cf9c41d666_3_86">
            <a:extLst>
              <a:ext uri="{FF2B5EF4-FFF2-40B4-BE49-F238E27FC236}">
                <a16:creationId xmlns:a16="http://schemas.microsoft.com/office/drawing/2014/main" id="{149B6707-A18E-E3B8-BF9F-BE17A768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466357"/>
              </p:ext>
            </p:extLst>
          </p:nvPr>
        </p:nvGraphicFramePr>
        <p:xfrm>
          <a:off x="288000" y="1191600"/>
          <a:ext cx="7067925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6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79;g3cf9c41d666_3_86">
            <a:extLst>
              <a:ext uri="{FF2B5EF4-FFF2-40B4-BE49-F238E27FC236}">
                <a16:creationId xmlns:a16="http://schemas.microsoft.com/office/drawing/2014/main" id="{80A270BF-485C-5271-9109-DF89C5B111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51" y="1912697"/>
            <a:ext cx="1762800" cy="13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0;g3cf9c41d666_3_86">
            <a:extLst>
              <a:ext uri="{FF2B5EF4-FFF2-40B4-BE49-F238E27FC236}">
                <a16:creationId xmlns:a16="http://schemas.microsoft.com/office/drawing/2014/main" id="{1EE9B8B1-BC8E-A508-0289-FC01C7AB01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50" y="3504045"/>
            <a:ext cx="1762800" cy="150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57697CF-C10B-83C4-0E0A-87460677882C}"/>
              </a:ext>
            </a:extLst>
          </p:cNvPr>
          <p:cNvSpPr txBox="1"/>
          <p:nvPr/>
        </p:nvSpPr>
        <p:spPr>
          <a:xfrm>
            <a:off x="2673626" y="2111641"/>
            <a:ext cx="481797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01 de marzo de 1958 con un solo consultorio, los servicios eran consulta externa, medicina general, con atención básica y preventiva. 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Aguascalientes es el Hospital General de Zona (HGZ) No. 1 “José Manuel Ávila Pardo” ,  el 28 de junio de 1966 abrió sus puertas, para atender a los derechohabientes del estado y de localidades aledañas de Zacatecas y Jalisco.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2006 el hospital recibió su primera remodelación, para lo cual se asignaron 285 millones de pesos, con lo que se habilitaron 11 mil metros cuadrados, con ello optimizar servicios.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_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428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06D1B58-44F6-6308-741B-BA0751BAD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546108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FF57E3DE-7DDB-1B06-C2CE-180303CF32A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3AD1A9C-6686-FFE0-4FC1-8942137EE04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442576-A988-C73D-7FF4-12A8087301FF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1B8532A-4521-C4FD-50CB-C50CC223F2A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C6C3-AA94-C2EF-2E9F-B0862AAEE635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1FDEA5-E051-5718-C6DC-E8EABA3EDCFD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+140,155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+106,641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1,877,305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140,155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630,901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1,886,360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199,859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9,927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6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100,060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Calvillo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307,285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108,702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313,144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016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7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6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016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313,144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2056AFC-AEE8-5BB0-51D1-C89AF395C837}"/>
              </a:ext>
            </a:extLst>
          </p:cNvPr>
          <p:cNvSpPr txBox="1"/>
          <p:nvPr/>
        </p:nvSpPr>
        <p:spPr>
          <a:xfrm>
            <a:off x="4041714" y="543897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(42 consultorios)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(212,340 consultas)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Pabellón Arteaga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23,128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Rincón de Romos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20,780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Asientos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310,871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35,369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102,216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269,583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90,260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127,186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21,656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San Marcos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58,674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67,061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156,166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1,570,020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138,009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522,199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1,573,216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13537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83,398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36,662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199,859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597,870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62612486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9,927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31.5%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31,517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6EC6207F-54E0-C67C-1029-393AC2C2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61 en Hospitales, 0 en sede, 30 en UMF y 116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"Pabellón de Arteaga"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71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334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"Pabellón de Arteaga"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3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93F9F08-57A9-1AC1-3595-DE2121DF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468659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8,881	 Personal de Salud: 6,119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+236.4%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1,539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+198.6%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7,814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2,506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902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11,634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(99,418)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(95,254)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(9,081)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(8,857)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(22,613)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(7,585)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(21,971)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(7,433)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(532)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132,183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1,314,340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68,048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1,492,881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7114-87C9-5734-2D2A-BEE6DD85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507,122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216,490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170,433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169,807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165,881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156,064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149,755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139,443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138,974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135,973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360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28804" y="2101012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2" name="Imagen 1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97001" y="2987553"/>
            <a:ext cx="875508" cy="8549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01679" y="3015411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Unidad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3288B5-B8D0-EC78-DB89-D4E8E2B4815F}"/>
              </a:ext>
            </a:extLst>
          </p:cNvPr>
          <p:cNvSpPr txBox="1"/>
          <p:nvPr/>
        </p:nvSpPr>
        <p:spPr>
          <a:xfrm>
            <a:off x="-1185038" y="3839718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7" name="Imagen 1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72D96B9-510E-70DC-91C0-8C9FFA3D52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69286" y="4169238"/>
            <a:ext cx="875508" cy="854908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AA4AD06-6D0C-9D1B-41F2-6AC307BA4C2A}"/>
              </a:ext>
            </a:extLst>
          </p:cNvPr>
          <p:cNvSpPr txBox="1"/>
          <p:nvPr/>
        </p:nvSpPr>
        <p:spPr>
          <a:xfrm>
            <a:off x="-1230749" y="4309638"/>
            <a:ext cx="3886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Unidad de Hemodiálisis (94 máquinas de hemodiálisis)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la UMF No. 6 Jesús María, Aguascalientes.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$77.1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$608.8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33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5 unidades (UMF No.7, 8, 9, 10,11,  Aguascalientes)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 , HGZ No.3, Aguascalientes; UMAA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15 unidades,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16 unidades, Aguascalientes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Servicio integral de hemodiálisis en HGZ No. 1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$574.2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80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2 refrigeradores congeladores de 5.4 pies cúbicos para lactancia materna y 1 monitor de signos vitales para el traslado del paciente (con protección antimagnética).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93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1,206.3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3017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2859" y="2101012"/>
            <a:ext cx="3886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677D1763-9290-6967-36A7-DBD2C77E4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92" y="2955625"/>
            <a:ext cx="872667" cy="84994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4688C63-7355-030E-6D1A-62B790C84126}"/>
              </a:ext>
            </a:extLst>
          </p:cNvPr>
          <p:cNvSpPr txBox="1"/>
          <p:nvPr/>
        </p:nvSpPr>
        <p:spPr>
          <a:xfrm>
            <a:off x="-1251188" y="3113602"/>
            <a:ext cx="3886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58813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70734"/>
            <a:ext cx="872667" cy="84994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4310" y="4193699"/>
            <a:ext cx="3886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24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 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canicos</a:t>
            </a:r>
            <a:endParaRPr lang="en-US" sz="8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Traumatología “Pabellón de Arteaga”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$1,391.5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$80.8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$1,472.3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24 Equipos electromecánicos para 2 HGZ; 23 para aires acondicionados y 1 lavadora-extractora para la Planta de lavado, Aguascalientes.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1,603.5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Rincón de los Romos, Pabellón de Arteaga, Aguascalientes (3), San Francisco de los Romos, Jesús María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Todos cuentan con CEPI-OP.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4,753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318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01_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Nissan Mexicana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Ayuntamiento del Municipio de Aguascalientes Ags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Aguascalientes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Estado Libre y Soberano de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Sensata Technologies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-3.68%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+5.76%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331,133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24,924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5692A6-C7A7-7249-DAC6-B482C362D63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$629.49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$334.06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$629.49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$18,884.7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Jose de Gracia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Acabados Metálicos Innovadores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Moto Diesel Mexicana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Cartwood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12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27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27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833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116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303</Words>
  <Application>Microsoft Office PowerPoint</Application>
  <PresentationFormat>Personalizado</PresentationFormat>
  <Paragraphs>74</Paragraphs>
  <Slides>24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181</cp:revision>
  <dcterms:modified xsi:type="dcterms:W3CDTF">2026-05-12T20:02:01Z</dcterms:modified>
</cp:coreProperties>
</file>