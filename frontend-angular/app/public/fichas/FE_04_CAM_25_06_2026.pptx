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80" r:id="rId10"/>
    <p:sldId id="298" r:id="rId11"/>
    <p:sldId id="302" r:id="rId12"/>
    <p:sldId id="281" r:id="rId13"/>
    <p:sldId id="288" r:id="rId14"/>
    <p:sldId id="270" r:id="rId15"/>
    <p:sldId id="271" r:id="rId16"/>
    <p:sldId id="272" r:id="rId17"/>
    <p:sldId id="300" r:id="rId18"/>
    <p:sldId id="297" r:id="rId19"/>
    <p:sldId id="299" r:id="rId20"/>
    <p:sldId id="277" r:id="rId21"/>
    <p:sldId id="278" r:id="rId22"/>
    <p:sldId id="279" r:id="rId23"/>
    <p:sldId id="282" r:id="rId24"/>
  </p:sldIdLst>
  <p:sldSz cx="7772400" cy="10058400"/>
  <p:notesSz cx="6858000" cy="914400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  <p:embeddedFont>
      <p:font typeface="Noto Sans Black" panose="020B0604020202020204" charset="0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4995BD-9E33-4678-B648-3649C97790D8}" v="155" dt="2026-07-03T00:26:29.12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70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Sales Armendariz" userId="184e57a0-798c-4631-a9c3-d4f65b615685" providerId="ADAL" clId="{DF796C4C-B7E6-49EF-A623-003113919E54}"/>
    <pc:docChg chg="undo custSel addSld delSld modSld">
      <pc:chgData name="Daniela Sales Armendariz" userId="184e57a0-798c-4631-a9c3-d4f65b615685" providerId="ADAL" clId="{DF796C4C-B7E6-49EF-A623-003113919E54}" dt="2026-07-03T00:26:29.121" v="2962" actId="1036"/>
      <pc:docMkLst>
        <pc:docMk/>
      </pc:docMkLst>
      <pc:sldChg chg="modSp mod">
        <pc:chgData name="Daniela Sales Armendariz" userId="184e57a0-798c-4631-a9c3-d4f65b615685" providerId="ADAL" clId="{DF796C4C-B7E6-49EF-A623-003113919E54}" dt="2026-06-26T19:21:49.047" v="22" actId="208"/>
        <pc:sldMkLst>
          <pc:docMk/>
          <pc:sldMk cId="0" sldId="258"/>
        </pc:sldMkLst>
        <pc:spChg chg="mod">
          <ac:chgData name="Daniela Sales Armendariz" userId="184e57a0-798c-4631-a9c3-d4f65b615685" providerId="ADAL" clId="{DF796C4C-B7E6-49EF-A623-003113919E54}" dt="2026-06-26T19:20:05.897" v="5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19:55.806" v="3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20:19.673" v="9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21:49.047" v="22" actId="208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20:29.942" v="10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20:36.737" v="12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20:43.706" v="14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21:11.613" v="19" actId="14100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20:53.840" v="15" actId="1076"/>
          <ac:spMkLst>
            <pc:docMk/>
            <pc:sldMk cId="0" sldId="258"/>
            <ac:spMk id="132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19:21:37.560" v="20" actId="207"/>
          <ac:graphicFrameMkLst>
            <pc:docMk/>
            <pc:sldMk cId="0" sldId="258"/>
            <ac:graphicFrameMk id="117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6T19:20:02.475" v="4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19:20:15.776" v="8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19:20:39.224" v="13" actId="1076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6T19:20:59.710" v="16" actId="1076"/>
          <ac:picMkLst>
            <pc:docMk/>
            <pc:sldMk cId="0" sldId="258"/>
            <ac:picMk id="131" creationId="{00000000-0000-0000-0000-000000000000}"/>
          </ac:picMkLst>
        </pc:picChg>
      </pc:sldChg>
      <pc:sldChg chg="modSp mod">
        <pc:chgData name="Daniela Sales Armendariz" userId="184e57a0-798c-4631-a9c3-d4f65b615685" providerId="ADAL" clId="{DF796C4C-B7E6-49EF-A623-003113919E54}" dt="2026-07-01T22:56:28.171" v="2275" actId="20577"/>
        <pc:sldMkLst>
          <pc:docMk/>
          <pc:sldMk cId="0" sldId="259"/>
        </pc:sldMkLst>
        <pc:spChg chg="mod">
          <ac:chgData name="Daniela Sales Armendariz" userId="184e57a0-798c-4631-a9c3-d4f65b615685" providerId="ADAL" clId="{DF796C4C-B7E6-49EF-A623-003113919E54}" dt="2026-06-29T20:11:29.374" v="2240" actId="20577"/>
          <ac:spMkLst>
            <pc:docMk/>
            <pc:sldMk cId="0" sldId="259"/>
            <ac:spMk id="139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6-29T20:19:59.646" v="2253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  <pc:graphicFrameChg chg="modGraphic">
          <ac:chgData name="Daniela Sales Armendariz" userId="184e57a0-798c-4631-a9c3-d4f65b615685" providerId="ADAL" clId="{DF796C4C-B7E6-49EF-A623-003113919E54}" dt="2026-07-01T22:56:28.171" v="2275" actId="20577"/>
          <ac:graphicFrameMkLst>
            <pc:docMk/>
            <pc:sldMk cId="0" sldId="259"/>
            <ac:graphicFrameMk id="136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7-01T22:58:35.912" v="2285" actId="20577"/>
        <pc:sldMkLst>
          <pc:docMk/>
          <pc:sldMk cId="0" sldId="260"/>
        </pc:sldMkLst>
        <pc:spChg chg="mod">
          <ac:chgData name="Daniela Sales Armendariz" userId="184e57a0-798c-4631-a9c3-d4f65b615685" providerId="ADAL" clId="{DF796C4C-B7E6-49EF-A623-003113919E54}" dt="2026-06-29T20:12:08.451" v="2245" actId="20577"/>
          <ac:spMkLst>
            <pc:docMk/>
            <pc:sldMk cId="0" sldId="260"/>
            <ac:spMk id="15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7-01T22:58:35.912" v="2285" actId="20577"/>
          <ac:graphicFrameMkLst>
            <pc:docMk/>
            <pc:sldMk cId="0" sldId="260"/>
            <ac:graphicFrameMk id="2" creationId="{7722163F-3E2B-4B97-1EA8-9B84FE2D442B}"/>
          </ac:graphicFrameMkLst>
        </pc:graphicFrameChg>
        <pc:graphicFrameChg chg="modGraphic">
          <ac:chgData name="Daniela Sales Armendariz" userId="184e57a0-798c-4631-a9c3-d4f65b615685" providerId="ADAL" clId="{DF796C4C-B7E6-49EF-A623-003113919E54}" dt="2026-06-29T20:22:36.125" v="2259" actId="20577"/>
          <ac:graphicFrameMkLst>
            <pc:docMk/>
            <pc:sldMk cId="0" sldId="260"/>
            <ac:graphicFrameMk id="14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20:12:15.618" v="2248" actId="20577"/>
        <pc:sldMkLst>
          <pc:docMk/>
          <pc:sldMk cId="0" sldId="261"/>
        </pc:sldMkLst>
        <pc:spChg chg="mod">
          <ac:chgData name="Daniela Sales Armendariz" userId="184e57a0-798c-4631-a9c3-d4f65b615685" providerId="ADAL" clId="{DF796C4C-B7E6-49EF-A623-003113919E54}" dt="2026-06-26T20:35:17.172" v="2197" actId="20577"/>
          <ac:spMkLst>
            <pc:docMk/>
            <pc:sldMk cId="0" sldId="261"/>
            <ac:spMk id="7" creationId="{BE74383B-E7CD-43CC-88FE-AAAB24F754AA}"/>
          </ac:spMkLst>
        </pc:spChg>
        <pc:spChg chg="mod">
          <ac:chgData name="Daniela Sales Armendariz" userId="184e57a0-798c-4631-a9c3-d4f65b615685" providerId="ADAL" clId="{DF796C4C-B7E6-49EF-A623-003113919E54}" dt="2026-06-29T20:12:15.618" v="2248" actId="20577"/>
          <ac:spMkLst>
            <pc:docMk/>
            <pc:sldMk cId="0" sldId="261"/>
            <ac:spMk id="156" creationId="{00000000-0000-0000-0000-000000000000}"/>
          </ac:spMkLst>
        </pc:spChg>
      </pc:sldChg>
      <pc:sldChg chg="addSp modSp mod">
        <pc:chgData name="Daniela Sales Armendariz" userId="184e57a0-798c-4631-a9c3-d4f65b615685" providerId="ADAL" clId="{DF796C4C-B7E6-49EF-A623-003113919E54}" dt="2026-06-26T19:48:49.025" v="86" actId="1076"/>
        <pc:sldMkLst>
          <pc:docMk/>
          <pc:sldMk cId="0" sldId="262"/>
        </pc:sldMkLst>
        <pc:spChg chg="mod">
          <ac:chgData name="Daniela Sales Armendariz" userId="184e57a0-798c-4631-a9c3-d4f65b615685" providerId="ADAL" clId="{DF796C4C-B7E6-49EF-A623-003113919E54}" dt="2026-06-26T19:41:30.502" v="59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40:13.477" v="56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42:01.394" v="63" actId="1076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Daniela Sales Armendariz" userId="184e57a0-798c-4631-a9c3-d4f65b615685" providerId="ADAL" clId="{DF796C4C-B7E6-49EF-A623-003113919E54}" dt="2026-06-26T19:42:11.081" v="65" actId="1076"/>
          <ac:spMkLst>
            <pc:docMk/>
            <pc:sldMk cId="0" sldId="262"/>
            <ac:spMk id="14" creationId="{DBD6594C-C4C8-582E-2C04-FAA949A331B2}"/>
          </ac:spMkLst>
        </pc:spChg>
        <pc:spChg chg="add mod">
          <ac:chgData name="Daniela Sales Armendariz" userId="184e57a0-798c-4631-a9c3-d4f65b615685" providerId="ADAL" clId="{DF796C4C-B7E6-49EF-A623-003113919E54}" dt="2026-06-26T19:43:30.703" v="70" actId="1076"/>
          <ac:spMkLst>
            <pc:docMk/>
            <pc:sldMk cId="0" sldId="262"/>
            <ac:spMk id="16" creationId="{2FA38496-8662-E493-9ECC-658E47D497B3}"/>
          </ac:spMkLst>
        </pc:spChg>
        <pc:spChg chg="add mod">
          <ac:chgData name="Daniela Sales Armendariz" userId="184e57a0-798c-4631-a9c3-d4f65b615685" providerId="ADAL" clId="{DF796C4C-B7E6-49EF-A623-003113919E54}" dt="2026-06-26T19:47:17.772" v="77" actId="1076"/>
          <ac:spMkLst>
            <pc:docMk/>
            <pc:sldMk cId="0" sldId="262"/>
            <ac:spMk id="20" creationId="{B03F3BA0-ACEA-50C1-C44D-1E19A519237F}"/>
          </ac:spMkLst>
        </pc:spChg>
        <pc:spChg chg="add mod">
          <ac:chgData name="Daniela Sales Armendariz" userId="184e57a0-798c-4631-a9c3-d4f65b615685" providerId="ADAL" clId="{DF796C4C-B7E6-49EF-A623-003113919E54}" dt="2026-06-26T19:48:20.928" v="83" actId="1076"/>
          <ac:spMkLst>
            <pc:docMk/>
            <pc:sldMk cId="0" sldId="262"/>
            <ac:spMk id="24" creationId="{5994CDC8-601F-1360-96B3-4049A0BE3BA3}"/>
          </ac:spMkLst>
        </pc:spChg>
        <pc:graphicFrameChg chg="mod modGraphic">
          <ac:chgData name="Daniela Sales Armendariz" userId="184e57a0-798c-4631-a9c3-d4f65b615685" providerId="ADAL" clId="{DF796C4C-B7E6-49EF-A623-003113919E54}" dt="2026-06-26T19:39:43.825" v="52" actId="14100"/>
          <ac:graphicFrameMkLst>
            <pc:docMk/>
            <pc:sldMk cId="0" sldId="262"/>
            <ac:graphicFrameMk id="8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19:42:04.167" v="64"/>
          <ac:graphicFrameMkLst>
            <pc:docMk/>
            <pc:sldMk cId="0" sldId="262"/>
            <ac:graphicFrameMk id="9" creationId="{00000000-0000-0000-0000-000000000000}"/>
          </ac:graphicFrameMkLst>
        </pc:graphicFrameChg>
        <pc:graphicFrameChg chg="add mod modGraphic">
          <ac:chgData name="Daniela Sales Armendariz" userId="184e57a0-798c-4631-a9c3-d4f65b615685" providerId="ADAL" clId="{DF796C4C-B7E6-49EF-A623-003113919E54}" dt="2026-06-26T19:46:55.677" v="75" actId="14100"/>
          <ac:graphicFrameMkLst>
            <pc:docMk/>
            <pc:sldMk cId="0" sldId="262"/>
            <ac:graphicFrameMk id="18" creationId="{6167AE35-2534-FEF0-8F59-79CF635613B4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19:47:41.912" v="81" actId="1076"/>
          <ac:graphicFrameMkLst>
            <pc:docMk/>
            <pc:sldMk cId="0" sldId="262"/>
            <ac:graphicFrameMk id="22" creationId="{B738ED1A-B418-96B2-CDD8-FA31F3665399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19:48:49.025" v="86" actId="1076"/>
          <ac:graphicFrameMkLst>
            <pc:docMk/>
            <pc:sldMk cId="0" sldId="262"/>
            <ac:graphicFrameMk id="26" creationId="{86228630-6296-2712-D732-8EB0F4BCBB13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6T20:14:03.432" v="1222" actId="1035"/>
        <pc:sldMkLst>
          <pc:docMk/>
          <pc:sldMk cId="0" sldId="270"/>
        </pc:sldMkLst>
        <pc:spChg chg="mod">
          <ac:chgData name="Daniela Sales Armendariz" userId="184e57a0-798c-4631-a9c3-d4f65b615685" providerId="ADAL" clId="{DF796C4C-B7E6-49EF-A623-003113919E54}" dt="2026-06-26T20:14:03.432" v="1222" actId="1035"/>
          <ac:spMkLst>
            <pc:docMk/>
            <pc:sldMk cId="0" sldId="270"/>
            <ac:spMk id="323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6T20:14:53.485" v="1249" actId="20577"/>
        <pc:sldMkLst>
          <pc:docMk/>
          <pc:sldMk cId="0" sldId="271"/>
        </pc:sldMkLst>
        <pc:spChg chg="mod">
          <ac:chgData name="Daniela Sales Armendariz" userId="184e57a0-798c-4631-a9c3-d4f65b615685" providerId="ADAL" clId="{DF796C4C-B7E6-49EF-A623-003113919E54}" dt="2026-06-26T20:14:53.485" v="1249" actId="20577"/>
          <ac:spMkLst>
            <pc:docMk/>
            <pc:sldMk cId="0" sldId="271"/>
            <ac:spMk id="31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14:48.713" v="1248" actId="1035"/>
          <ac:spMkLst>
            <pc:docMk/>
            <pc:sldMk cId="0" sldId="271"/>
            <ac:spMk id="34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14:26.187" v="1240" actId="1035"/>
          <ac:spMkLst>
            <pc:docMk/>
            <pc:sldMk cId="0" sldId="271"/>
            <ac:spMk id="345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14:42.799" v="1242" actId="1076"/>
          <ac:spMkLst>
            <pc:docMk/>
            <pc:sldMk cId="0" sldId="271"/>
            <ac:spMk id="346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7-02T23:50:28.971" v="2807" actId="1038"/>
        <pc:sldMkLst>
          <pc:docMk/>
          <pc:sldMk cId="0" sldId="272"/>
        </pc:sldMkLst>
        <pc:spChg chg="mod">
          <ac:chgData name="Daniela Sales Armendariz" userId="184e57a0-798c-4631-a9c3-d4f65b615685" providerId="ADAL" clId="{DF796C4C-B7E6-49EF-A623-003113919E54}" dt="2026-07-02T23:50:02.895" v="2767" actId="1035"/>
          <ac:spMkLst>
            <pc:docMk/>
            <pc:sldMk cId="0" sldId="272"/>
            <ac:spMk id="5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7-02T23:50:28.971" v="2807" actId="1038"/>
          <ac:spMkLst>
            <pc:docMk/>
            <pc:sldMk cId="0" sldId="272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15:41.004" v="1305" actId="1036"/>
          <ac:spMkLst>
            <pc:docMk/>
            <pc:sldMk cId="0" sldId="272"/>
            <ac:spMk id="8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7-02T23:37:17.332" v="2702" actId="20577"/>
          <ac:graphicFrameMkLst>
            <pc:docMk/>
            <pc:sldMk cId="0" sldId="272"/>
            <ac:graphicFrameMk id="10" creationId="{00000000-0000-0000-0000-000000000000}"/>
          </ac:graphicFrameMkLst>
        </pc:graphicFrameChg>
        <pc:picChg chg="mod modCrop">
          <ac:chgData name="Daniela Sales Armendariz" userId="184e57a0-798c-4631-a9c3-d4f65b615685" providerId="ADAL" clId="{DF796C4C-B7E6-49EF-A623-003113919E54}" dt="2026-07-02T23:50:23.184" v="2794" actId="1038"/>
          <ac:picMkLst>
            <pc:docMk/>
            <pc:sldMk cId="0" sldId="272"/>
            <ac:picMk id="6" creationId="{00000000-0000-0000-0000-000000000000}"/>
          </ac:picMkLst>
        </pc:picChg>
        <pc:cxnChg chg="mod">
          <ac:chgData name="Daniela Sales Armendariz" userId="184e57a0-798c-4631-a9c3-d4f65b615685" providerId="ADAL" clId="{DF796C4C-B7E6-49EF-A623-003113919E54}" dt="2026-06-26T20:15:47.269" v="1331" actId="1036"/>
          <ac:cxnSpMkLst>
            <pc:docMk/>
            <pc:sldMk cId="0" sldId="272"/>
            <ac:cxnSpMk id="9" creationId="{00000000-0000-0000-0000-000000000000}"/>
          </ac:cxnSpMkLst>
        </pc:cxnChg>
      </pc:sldChg>
      <pc:sldChg chg="addSp delSp modSp mod">
        <pc:chgData name="Daniela Sales Armendariz" userId="184e57a0-798c-4631-a9c3-d4f65b615685" providerId="ADAL" clId="{DF796C4C-B7E6-49EF-A623-003113919E54}" dt="2026-06-26T20:28:06.991" v="2055" actId="1035"/>
        <pc:sldMkLst>
          <pc:docMk/>
          <pc:sldMk cId="0" sldId="277"/>
        </pc:sldMkLst>
        <pc:graphicFrameChg chg="mod">
          <ac:chgData name="Daniela Sales Armendariz" userId="184e57a0-798c-4631-a9c3-d4f65b615685" providerId="ADAL" clId="{DF796C4C-B7E6-49EF-A623-003113919E54}" dt="2026-06-26T20:28:06.991" v="2055" actId="1035"/>
          <ac:graphicFrameMkLst>
            <pc:docMk/>
            <pc:sldMk cId="0" sldId="277"/>
            <ac:graphicFrameMk id="457" creationId="{00000000-0000-0000-0000-000000000000}"/>
          </ac:graphicFrameMkLst>
        </pc:graphicFrameChg>
        <pc:picChg chg="add">
          <ac:chgData name="Daniela Sales Armendariz" userId="184e57a0-798c-4631-a9c3-d4f65b615685" providerId="ADAL" clId="{DF796C4C-B7E6-49EF-A623-003113919E54}" dt="2026-06-26T20:27:38.246" v="2043" actId="22"/>
          <ac:picMkLst>
            <pc:docMk/>
            <pc:sldMk cId="0" sldId="277"/>
            <ac:picMk id="3" creationId="{0012547F-49AA-FC6B-9312-5C0083EF34D7}"/>
          </ac:picMkLst>
        </pc:picChg>
      </pc:sldChg>
      <pc:sldChg chg="modSp mod">
        <pc:chgData name="Daniela Sales Armendariz" userId="184e57a0-798c-4631-a9c3-d4f65b615685" providerId="ADAL" clId="{DF796C4C-B7E6-49EF-A623-003113919E54}" dt="2026-06-26T20:30:17.587" v="2078" actId="1038"/>
        <pc:sldMkLst>
          <pc:docMk/>
          <pc:sldMk cId="0" sldId="279"/>
        </pc:sldMkLst>
        <pc:spChg chg="mod">
          <ac:chgData name="Daniela Sales Armendariz" userId="184e57a0-798c-4631-a9c3-d4f65b615685" providerId="ADAL" clId="{DF796C4C-B7E6-49EF-A623-003113919E54}" dt="2026-06-26T20:30:17.587" v="2078" actId="1038"/>
          <ac:spMkLst>
            <pc:docMk/>
            <pc:sldMk cId="0" sldId="279"/>
            <ac:spMk id="502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29:43.812" v="2057" actId="1076"/>
          <ac:spMkLst>
            <pc:docMk/>
            <pc:sldMk cId="0" sldId="279"/>
            <ac:spMk id="515" creationId="{00000000-0000-0000-0000-000000000000}"/>
          </ac:spMkLst>
        </pc:spChg>
        <pc:picChg chg="mod">
          <ac:chgData name="Daniela Sales Armendariz" userId="184e57a0-798c-4631-a9c3-d4f65b615685" providerId="ADAL" clId="{DF796C4C-B7E6-49EF-A623-003113919E54}" dt="2026-06-26T20:30:10.429" v="2067" actId="1037"/>
          <ac:picMkLst>
            <pc:docMk/>
            <pc:sldMk cId="0" sldId="279"/>
            <ac:picMk id="493" creationId="{00000000-0000-0000-0000-000000000000}"/>
          </ac:picMkLst>
        </pc:picChg>
      </pc:sldChg>
      <pc:sldChg chg="addSp modSp add del mod">
        <pc:chgData name="Daniela Sales Armendariz" userId="184e57a0-798c-4631-a9c3-d4f65b615685" providerId="ADAL" clId="{DF796C4C-B7E6-49EF-A623-003113919E54}" dt="2026-06-26T20:02:01.915" v="401" actId="1035"/>
        <pc:sldMkLst>
          <pc:docMk/>
          <pc:sldMk cId="540716406" sldId="280"/>
        </pc:sldMkLst>
        <pc:spChg chg="add mod">
          <ac:chgData name="Daniela Sales Armendariz" userId="184e57a0-798c-4631-a9c3-d4f65b615685" providerId="ADAL" clId="{DF796C4C-B7E6-49EF-A623-003113919E54}" dt="2026-06-26T20:00:03.497" v="389" actId="1036"/>
          <ac:spMkLst>
            <pc:docMk/>
            <pc:sldMk cId="540716406" sldId="280"/>
            <ac:spMk id="7" creationId="{8711FF47-E74E-8917-D13A-FB1F72AD569E}"/>
          </ac:spMkLst>
        </pc:spChg>
        <pc:spChg chg="add mod">
          <ac:chgData name="Daniela Sales Armendariz" userId="184e57a0-798c-4631-a9c3-d4f65b615685" providerId="ADAL" clId="{DF796C4C-B7E6-49EF-A623-003113919E54}" dt="2026-06-26T19:56:40.613" v="381" actId="1076"/>
          <ac:spMkLst>
            <pc:docMk/>
            <pc:sldMk cId="540716406" sldId="280"/>
            <ac:spMk id="11" creationId="{CD0409B7-5BB9-027F-7531-206B1A7E27FD}"/>
          </ac:spMkLst>
        </pc:spChg>
        <pc:spChg chg="add mod">
          <ac:chgData name="Daniela Sales Armendariz" userId="184e57a0-798c-4631-a9c3-d4f65b615685" providerId="ADAL" clId="{DF796C4C-B7E6-49EF-A623-003113919E54}" dt="2026-06-26T19:59:21.296" v="383" actId="1076"/>
          <ac:spMkLst>
            <pc:docMk/>
            <pc:sldMk cId="540716406" sldId="280"/>
            <ac:spMk id="13" creationId="{0C679149-0728-6D19-5C92-F77C74135148}"/>
          </ac:spMkLst>
        </pc:spChg>
        <pc:spChg chg="mod">
          <ac:chgData name="Daniela Sales Armendariz" userId="184e57a0-798c-4631-a9c3-d4f65b615685" providerId="ADAL" clId="{DF796C4C-B7E6-49EF-A623-003113919E54}" dt="2026-06-26T20:02:01.915" v="401" actId="1035"/>
          <ac:spMkLst>
            <pc:docMk/>
            <pc:sldMk cId="540716406" sldId="280"/>
            <ac:spMk id="235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54:00.095" v="249" actId="1035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54:05.632" v="262" actId="1035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19:52:53.958" v="95" actId="1076"/>
          <ac:spMkLst>
            <pc:docMk/>
            <pc:sldMk cId="540716406" sldId="280"/>
            <ac:spMk id="240" creationId="{00000000-0000-0000-0000-000000000000}"/>
          </ac:spMkLst>
        </pc:spChg>
        <pc:graphicFrameChg chg="add mod">
          <ac:chgData name="Daniela Sales Armendariz" userId="184e57a0-798c-4631-a9c3-d4f65b615685" providerId="ADAL" clId="{DF796C4C-B7E6-49EF-A623-003113919E54}" dt="2026-06-26T19:54:35.080" v="264" actId="1076"/>
          <ac:graphicFrameMkLst>
            <pc:docMk/>
            <pc:sldMk cId="540716406" sldId="280"/>
            <ac:graphicFrameMk id="3" creationId="{03E1D3E3-AEFE-73CC-5425-4B415AD651FB}"/>
          </ac:graphicFrameMkLst>
        </pc:graphicFrameChg>
        <pc:graphicFrameChg chg="add mod modGraphic">
          <ac:chgData name="Daniela Sales Armendariz" userId="184e57a0-798c-4631-a9c3-d4f65b615685" providerId="ADAL" clId="{DF796C4C-B7E6-49EF-A623-003113919E54}" dt="2026-06-26T19:55:04.314" v="271" actId="14100"/>
          <ac:graphicFrameMkLst>
            <pc:docMk/>
            <pc:sldMk cId="540716406" sldId="280"/>
            <ac:graphicFrameMk id="5" creationId="{E8A418EC-3197-6F82-36F8-0FAC33AD3253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19:56:27.120" v="379" actId="1076"/>
          <ac:graphicFrameMkLst>
            <pc:docMk/>
            <pc:sldMk cId="540716406" sldId="280"/>
            <ac:graphicFrameMk id="9" creationId="{C8A3B6B9-EFF0-86B3-B8F6-54DAAA93DE5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6T19:53:46.289" v="235" actId="14100"/>
          <ac:graphicFrameMkLst>
            <pc:docMk/>
            <pc:sldMk cId="540716406" sldId="280"/>
            <ac:graphicFrameMk id="236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19:53:55.493" v="244" actId="1035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6T20:32:38.006" v="2193" actId="20577"/>
        <pc:sldMkLst>
          <pc:docMk/>
          <pc:sldMk cId="0" sldId="282"/>
        </pc:sldMkLst>
        <pc:spChg chg="mod">
          <ac:chgData name="Daniela Sales Armendariz" userId="184e57a0-798c-4631-a9c3-d4f65b615685" providerId="ADAL" clId="{DF796C4C-B7E6-49EF-A623-003113919E54}" dt="2026-06-26T20:31:30.111" v="2137" actId="1035"/>
          <ac:spMkLst>
            <pc:docMk/>
            <pc:sldMk cId="0" sldId="282"/>
            <ac:spMk id="54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31:23.055" v="2118" actId="1076"/>
          <ac:spMkLst>
            <pc:docMk/>
            <pc:sldMk cId="0" sldId="282"/>
            <ac:spMk id="54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31:15.444" v="2117" actId="1035"/>
          <ac:spMkLst>
            <pc:docMk/>
            <pc:sldMk cId="0" sldId="282"/>
            <ac:spMk id="548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31:12.439" v="2106" actId="1076"/>
          <ac:spMkLst>
            <pc:docMk/>
            <pc:sldMk cId="0" sldId="282"/>
            <ac:spMk id="549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6T20:31:36.933" v="2151" actId="1036"/>
          <ac:graphicFrameMkLst>
            <pc:docMk/>
            <pc:sldMk cId="0" sldId="282"/>
            <ac:graphicFrameMk id="512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0:32:14.972" v="2181" actId="1036"/>
          <ac:graphicFrameMkLst>
            <pc:docMk/>
            <pc:sldMk cId="0" sldId="282"/>
            <ac:graphicFrameMk id="518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0:32:06.150" v="2174" actId="1036"/>
          <ac:graphicFrameMkLst>
            <pc:docMk/>
            <pc:sldMk cId="0" sldId="282"/>
            <ac:graphicFrameMk id="521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0:30:54.396" v="2093" actId="1035"/>
          <ac:graphicFrameMkLst>
            <pc:docMk/>
            <pc:sldMk cId="0" sldId="282"/>
            <ac:graphicFrameMk id="534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0:32:10.726" v="2178" actId="1036"/>
          <ac:graphicFrameMkLst>
            <pc:docMk/>
            <pc:sldMk cId="0" sldId="282"/>
            <ac:graphicFrameMk id="535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6T20:32:38.006" v="2193" actId="20577"/>
          <ac:graphicFrameMkLst>
            <pc:docMk/>
            <pc:sldMk cId="0" sldId="282"/>
            <ac:graphicFrameMk id="536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7-01T23:01:10.956" v="2293" actId="20577"/>
        <pc:sldMkLst>
          <pc:docMk/>
          <pc:sldMk cId="3805655920" sldId="288"/>
        </pc:sldMkLst>
        <pc:spChg chg="mod">
          <ac:chgData name="Daniela Sales Armendariz" userId="184e57a0-798c-4631-a9c3-d4f65b615685" providerId="ADAL" clId="{DF796C4C-B7E6-49EF-A623-003113919E54}" dt="2026-06-26T20:12:30.059" v="1178" actId="1035"/>
          <ac:spMkLst>
            <pc:docMk/>
            <pc:sldMk cId="3805655920" sldId="288"/>
            <ac:spMk id="8" creationId="{9AF87DFB-9185-600A-1CF7-F6E128673935}"/>
          </ac:spMkLst>
        </pc:spChg>
        <pc:graphicFrameChg chg="modGraphic">
          <ac:chgData name="Daniela Sales Armendariz" userId="184e57a0-798c-4631-a9c3-d4f65b615685" providerId="ADAL" clId="{DF796C4C-B7E6-49EF-A623-003113919E54}" dt="2026-07-01T23:01:10.956" v="2293" actId="20577"/>
          <ac:graphicFrameMkLst>
            <pc:docMk/>
            <pc:sldMk cId="3805655920" sldId="288"/>
            <ac:graphicFrameMk id="16" creationId="{B6A19917-4715-9D1D-1631-6D5B6D0EFA65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7-01T22:45:59.995" v="2267" actId="1076"/>
        <pc:sldMkLst>
          <pc:docMk/>
          <pc:sldMk cId="3763779569" sldId="289"/>
        </pc:sldMkLst>
        <pc:spChg chg="mod">
          <ac:chgData name="Daniela Sales Armendariz" userId="184e57a0-798c-4631-a9c3-d4f65b615685" providerId="ADAL" clId="{DF796C4C-B7E6-49EF-A623-003113919E54}" dt="2026-07-01T22:45:59.995" v="2267" actId="1076"/>
          <ac:spMkLst>
            <pc:docMk/>
            <pc:sldMk cId="3763779569" sldId="289"/>
            <ac:spMk id="6" creationId="{E0524769-80E7-068F-66C4-76CFFB70DE09}"/>
          </ac:spMkLst>
        </pc:spChg>
      </pc:sldChg>
      <pc:sldChg chg="modSp mod">
        <pc:chgData name="Daniela Sales Armendariz" userId="184e57a0-798c-4631-a9c3-d4f65b615685" providerId="ADAL" clId="{DF796C4C-B7E6-49EF-A623-003113919E54}" dt="2026-07-03T00:26:29.121" v="2962" actId="1036"/>
        <pc:sldMkLst>
          <pc:docMk/>
          <pc:sldMk cId="3240565764" sldId="297"/>
        </pc:sldMkLst>
        <pc:graphicFrameChg chg="mod modGraphic">
          <ac:chgData name="Daniela Sales Armendariz" userId="184e57a0-798c-4631-a9c3-d4f65b615685" providerId="ADAL" clId="{DF796C4C-B7E6-49EF-A623-003113919E54}" dt="2026-07-03T00:25:59.948" v="2896" actId="14734"/>
          <ac:graphicFrameMkLst>
            <pc:docMk/>
            <pc:sldMk cId="3240565764" sldId="297"/>
            <ac:graphicFrameMk id="17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3T00:26:16.214" v="2917" actId="1035"/>
          <ac:graphicFrameMkLst>
            <pc:docMk/>
            <pc:sldMk cId="3240565764" sldId="297"/>
            <ac:graphicFrameMk id="18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3T00:26:23.405" v="2940" actId="1035"/>
          <ac:graphicFrameMkLst>
            <pc:docMk/>
            <pc:sldMk cId="3240565764" sldId="297"/>
            <ac:graphicFrameMk id="19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7-03T00:26:29.121" v="2962" actId="1036"/>
          <ac:graphicFrameMkLst>
            <pc:docMk/>
            <pc:sldMk cId="3240565764" sldId="297"/>
            <ac:graphicFrameMk id="20" creationId="{00000000-0000-0000-0000-000000000000}"/>
          </ac:graphicFrameMkLst>
        </pc:graphicFrameChg>
      </pc:sldChg>
      <pc:sldChg chg="addSp modSp mod">
        <pc:chgData name="Daniela Sales Armendariz" userId="184e57a0-798c-4631-a9c3-d4f65b615685" providerId="ADAL" clId="{DF796C4C-B7E6-49EF-A623-003113919E54}" dt="2026-06-26T20:05:54.139" v="702" actId="20577"/>
        <pc:sldMkLst>
          <pc:docMk/>
          <pc:sldMk cId="321355448" sldId="298"/>
        </pc:sldMkLst>
        <pc:spChg chg="mod">
          <ac:chgData name="Daniela Sales Armendariz" userId="184e57a0-798c-4631-a9c3-d4f65b615685" providerId="ADAL" clId="{DF796C4C-B7E6-49EF-A623-003113919E54}" dt="2026-06-26T20:05:54.139" v="702" actId="20577"/>
          <ac:spMkLst>
            <pc:docMk/>
            <pc:sldMk cId="321355448" sldId="298"/>
            <ac:spMk id="5" creationId="{00000000-0000-0000-0000-000000000000}"/>
          </ac:spMkLst>
        </pc:spChg>
        <pc:graphicFrameChg chg="add mod">
          <ac:chgData name="Daniela Sales Armendariz" userId="184e57a0-798c-4631-a9c3-d4f65b615685" providerId="ADAL" clId="{DF796C4C-B7E6-49EF-A623-003113919E54}" dt="2026-06-26T20:04:58.198" v="589" actId="1076"/>
          <ac:graphicFrameMkLst>
            <pc:docMk/>
            <pc:sldMk cId="321355448" sldId="298"/>
            <ac:graphicFrameMk id="12" creationId="{6D18487C-062A-3885-9E3E-8DAA967C6729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0:05:37.392" v="692" actId="1035"/>
          <ac:graphicFrameMkLst>
            <pc:docMk/>
            <pc:sldMk cId="321355448" sldId="298"/>
            <ac:graphicFrameMk id="14" creationId="{D1A1BAF0-E1FD-F51D-D8E9-5E3715158148}"/>
          </ac:graphicFrameMkLst>
        </pc:graphicFrameChg>
      </pc:sldChg>
      <pc:sldChg chg="addSp modSp mod">
        <pc:chgData name="Daniela Sales Armendariz" userId="184e57a0-798c-4631-a9c3-d4f65b615685" providerId="ADAL" clId="{DF796C4C-B7E6-49EF-A623-003113919E54}" dt="2026-07-02T00:03:57.559" v="2522" actId="20577"/>
        <pc:sldMkLst>
          <pc:docMk/>
          <pc:sldMk cId="30077326" sldId="299"/>
        </pc:sldMkLst>
        <pc:spChg chg="mod">
          <ac:chgData name="Daniela Sales Armendariz" userId="184e57a0-798c-4631-a9c3-d4f65b615685" providerId="ADAL" clId="{DF796C4C-B7E6-49EF-A623-003113919E54}" dt="2026-06-26T20:22:58.927" v="1700" actId="1036"/>
          <ac:spMkLst>
            <pc:docMk/>
            <pc:sldMk cId="30077326" sldId="299"/>
            <ac:spMk id="6" creationId="{1CFCE444-12DD-D109-A796-7924C33A5D14}"/>
          </ac:spMkLst>
        </pc:spChg>
        <pc:spChg chg="add mod">
          <ac:chgData name="Daniela Sales Armendariz" userId="184e57a0-798c-4631-a9c3-d4f65b615685" providerId="ADAL" clId="{DF796C4C-B7E6-49EF-A623-003113919E54}" dt="2026-07-02T00:03:57.559" v="2522" actId="20577"/>
          <ac:spMkLst>
            <pc:docMk/>
            <pc:sldMk cId="30077326" sldId="299"/>
            <ac:spMk id="8" creationId="{2C51DC7F-E4DD-1051-6C52-7B504A5EC043}"/>
          </ac:spMkLst>
        </pc:spChg>
        <pc:spChg chg="mod">
          <ac:chgData name="Daniela Sales Armendariz" userId="184e57a0-798c-4631-a9c3-d4f65b615685" providerId="ADAL" clId="{DF796C4C-B7E6-49EF-A623-003113919E54}" dt="2026-06-26T20:23:34.742" v="1831" actId="1036"/>
          <ac:spMkLst>
            <pc:docMk/>
            <pc:sldMk cId="30077326" sldId="299"/>
            <ac:spMk id="9" creationId="{7A6658D4-29D8-8663-D2C5-74863CD96596}"/>
          </ac:spMkLst>
        </pc:spChg>
        <pc:spChg chg="add mod">
          <ac:chgData name="Daniela Sales Armendariz" userId="184e57a0-798c-4631-a9c3-d4f65b615685" providerId="ADAL" clId="{DF796C4C-B7E6-49EF-A623-003113919E54}" dt="2026-06-26T20:20:53.447" v="1662" actId="1076"/>
          <ac:spMkLst>
            <pc:docMk/>
            <pc:sldMk cId="30077326" sldId="299"/>
            <ac:spMk id="10" creationId="{655ABEE0-6040-F991-0473-98EB3B221A94}"/>
          </ac:spMkLst>
        </pc:spChg>
        <pc:spChg chg="mod">
          <ac:chgData name="Daniela Sales Armendariz" userId="184e57a0-798c-4631-a9c3-d4f65b615685" providerId="ADAL" clId="{DF796C4C-B7E6-49EF-A623-003113919E54}" dt="2026-06-26T20:23:18.447" v="1764" actId="1036"/>
          <ac:spMkLst>
            <pc:docMk/>
            <pc:sldMk cId="30077326" sldId="299"/>
            <ac:spMk id="11" creationId="{C2E1F9A0-4911-B1FF-D485-66518A66B9A6}"/>
          </ac:spMkLst>
        </pc:spChg>
        <pc:spChg chg="mod">
          <ac:chgData name="Daniela Sales Armendariz" userId="184e57a0-798c-4631-a9c3-d4f65b615685" providerId="ADAL" clId="{DF796C4C-B7E6-49EF-A623-003113919E54}" dt="2026-06-26T20:23:11.466" v="1743" actId="1036"/>
          <ac:spMkLst>
            <pc:docMk/>
            <pc:sldMk cId="30077326" sldId="299"/>
            <ac:spMk id="12" creationId="{6C0AF4EA-FBE1-4238-8146-A4C96C7D760B}"/>
          </ac:spMkLst>
        </pc:spChg>
        <pc:spChg chg="add mod">
          <ac:chgData name="Daniela Sales Armendariz" userId="184e57a0-798c-4631-a9c3-d4f65b615685" providerId="ADAL" clId="{DF796C4C-B7E6-49EF-A623-003113919E54}" dt="2026-06-26T20:21:24.717" v="1666" actId="1076"/>
          <ac:spMkLst>
            <pc:docMk/>
            <pc:sldMk cId="30077326" sldId="299"/>
            <ac:spMk id="16" creationId="{8A9D6D66-88F3-16A3-D503-ED806B489DFE}"/>
          </ac:spMkLst>
        </pc:spChg>
        <pc:spChg chg="mod">
          <ac:chgData name="Daniela Sales Armendariz" userId="184e57a0-798c-4631-a9c3-d4f65b615685" providerId="ADAL" clId="{DF796C4C-B7E6-49EF-A623-003113919E54}" dt="2026-06-26T20:24:04.037" v="1874" actId="1076"/>
          <ac:spMkLst>
            <pc:docMk/>
            <pc:sldMk cId="30077326" sldId="299"/>
            <ac:spMk id="18" creationId="{D407F8E2-D0BB-FA42-30DC-AD7126C10878}"/>
          </ac:spMkLst>
        </pc:spChg>
        <pc:spChg chg="mod">
          <ac:chgData name="Daniela Sales Armendariz" userId="184e57a0-798c-4631-a9c3-d4f65b615685" providerId="ADAL" clId="{DF796C4C-B7E6-49EF-A623-003113919E54}" dt="2026-06-26T20:23:30.805" v="1812" actId="1036"/>
          <ac:spMkLst>
            <pc:docMk/>
            <pc:sldMk cId="30077326" sldId="299"/>
            <ac:spMk id="2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23:26.166" v="1793" actId="1036"/>
          <ac:spMkLst>
            <pc:docMk/>
            <pc:sldMk cId="30077326" sldId="299"/>
            <ac:spMk id="24" creationId="{00000000-0000-0000-0000-000000000000}"/>
          </ac:spMkLst>
        </pc:spChg>
        <pc:spChg chg="add mod">
          <ac:chgData name="Daniela Sales Armendariz" userId="184e57a0-798c-4631-a9c3-d4f65b615685" providerId="ADAL" clId="{DF796C4C-B7E6-49EF-A623-003113919E54}" dt="2026-06-26T20:22:04.392" v="1669" actId="1076"/>
          <ac:spMkLst>
            <pc:docMk/>
            <pc:sldMk cId="30077326" sldId="299"/>
            <ac:spMk id="26" creationId="{BE4D861C-4044-EFA8-7797-C5D4E1AA0555}"/>
          </ac:spMkLst>
        </pc:spChg>
        <pc:spChg chg="add mod">
          <ac:chgData name="Daniela Sales Armendariz" userId="184e57a0-798c-4631-a9c3-d4f65b615685" providerId="ADAL" clId="{DF796C4C-B7E6-49EF-A623-003113919E54}" dt="2026-06-26T20:22:21.525" v="1674" actId="14100"/>
          <ac:spMkLst>
            <pc:docMk/>
            <pc:sldMk cId="30077326" sldId="299"/>
            <ac:spMk id="28" creationId="{A6D2894C-9021-DBE0-1E3E-4DB47D5074D0}"/>
          </ac:spMkLst>
        </pc:spChg>
        <pc:spChg chg="add mod">
          <ac:chgData name="Daniela Sales Armendariz" userId="184e57a0-798c-4631-a9c3-d4f65b615685" providerId="ADAL" clId="{DF796C4C-B7E6-49EF-A623-003113919E54}" dt="2026-07-01T23:08:35.159" v="2321" actId="1035"/>
          <ac:spMkLst>
            <pc:docMk/>
            <pc:sldMk cId="30077326" sldId="299"/>
            <ac:spMk id="34" creationId="{9406D6F4-34FE-65CC-9A97-D979270FF1D3}"/>
          </ac:spMkLst>
        </pc:spChg>
        <pc:spChg chg="add mod">
          <ac:chgData name="Daniela Sales Armendariz" userId="184e57a0-798c-4631-a9c3-d4f65b615685" providerId="ADAL" clId="{DF796C4C-B7E6-49EF-A623-003113919E54}" dt="2026-07-01T23:08:40.930" v="2326" actId="1035"/>
          <ac:spMkLst>
            <pc:docMk/>
            <pc:sldMk cId="30077326" sldId="299"/>
            <ac:spMk id="36" creationId="{0B2FB904-4563-ED21-F7A3-4B5A0D3FB1D5}"/>
          </ac:spMkLst>
        </pc:spChg>
        <pc:graphicFrameChg chg="mod">
          <ac:chgData name="Daniela Sales Armendariz" userId="184e57a0-798c-4631-a9c3-d4f65b615685" providerId="ADAL" clId="{DF796C4C-B7E6-49EF-A623-003113919E54}" dt="2026-07-01T23:08:56.764" v="2361" actId="1036"/>
          <ac:graphicFrameMkLst>
            <pc:docMk/>
            <pc:sldMk cId="30077326" sldId="299"/>
            <ac:graphicFrameMk id="2" creationId="{57BAAA0D-10FB-75CD-3071-B491398A053A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0:24:23.430" v="1932" actId="1036"/>
          <ac:graphicFrameMkLst>
            <pc:docMk/>
            <pc:sldMk cId="30077326" sldId="299"/>
            <ac:graphicFrameMk id="4" creationId="{74EA239F-AD11-6BB6-2B07-15FDA93930A1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0:20:37.793" v="1660" actId="1035"/>
          <ac:graphicFrameMkLst>
            <pc:docMk/>
            <pc:sldMk cId="30077326" sldId="299"/>
            <ac:graphicFrameMk id="5" creationId="{703ED477-9D42-95A3-98BE-A3904A49581C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2T00:02:53.350" v="2411" actId="1035"/>
          <ac:graphicFrameMkLst>
            <pc:docMk/>
            <pc:sldMk cId="30077326" sldId="299"/>
            <ac:graphicFrameMk id="20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0:24:14.897" v="1913" actId="1035"/>
          <ac:graphicFrameMkLst>
            <pc:docMk/>
            <pc:sldMk cId="30077326" sldId="299"/>
            <ac:graphicFrameMk id="22" creationId="{00000000-0000-0000-0000-000000000000}"/>
          </ac:graphicFrameMkLst>
        </pc:graphicFrameChg>
        <pc:graphicFrameChg chg="add">
          <ac:chgData name="Daniela Sales Armendariz" userId="184e57a0-798c-4631-a9c3-d4f65b615685" providerId="ADAL" clId="{DF796C4C-B7E6-49EF-A623-003113919E54}" dt="2026-06-26T20:25:49.713" v="1999" actId="22"/>
          <ac:graphicFrameMkLst>
            <pc:docMk/>
            <pc:sldMk cId="30077326" sldId="299"/>
            <ac:graphicFrameMk id="38" creationId="{4B30136C-3B26-6110-4578-62ABA1A24C6C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0:26:19.563" v="2020" actId="1035"/>
          <ac:graphicFrameMkLst>
            <pc:docMk/>
            <pc:sldMk cId="30077326" sldId="299"/>
            <ac:graphicFrameMk id="40" creationId="{0F0993B5-78D3-D430-3EA1-E4CD3EA29ED2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0:26:34.519" v="2040" actId="1035"/>
          <ac:graphicFrameMkLst>
            <pc:docMk/>
            <pc:sldMk cId="30077326" sldId="299"/>
            <ac:graphicFrameMk id="42" creationId="{FA461F9C-43B0-D958-8DE8-E3068C8ACDF4}"/>
          </ac:graphicFrameMkLst>
        </pc:graphicFrameChg>
        <pc:picChg chg="mod">
          <ac:chgData name="Daniela Sales Armendariz" userId="184e57a0-798c-4631-a9c3-d4f65b615685" providerId="ADAL" clId="{DF796C4C-B7E6-49EF-A623-003113919E54}" dt="2026-06-26T20:23:05.648" v="1725" actId="1036"/>
          <ac:picMkLst>
            <pc:docMk/>
            <pc:sldMk cId="30077326" sldId="299"/>
            <ac:picMk id="7" creationId="{5BD5C9B2-AB8A-FA14-D2D6-EBEB470169FF}"/>
          </ac:picMkLst>
        </pc:picChg>
        <pc:picChg chg="add mod">
          <ac:chgData name="Daniela Sales Armendariz" userId="184e57a0-798c-4631-a9c3-d4f65b615685" providerId="ADAL" clId="{DF796C4C-B7E6-49EF-A623-003113919E54}" dt="2026-06-26T20:21:08.859" v="1664" actId="1076"/>
          <ac:picMkLst>
            <pc:docMk/>
            <pc:sldMk cId="30077326" sldId="299"/>
            <ac:picMk id="14" creationId="{50A68AC3-8370-3BC0-1198-2D1CA91270AF}"/>
          </ac:picMkLst>
        </pc:picChg>
        <pc:picChg chg="add mod">
          <ac:chgData name="Daniela Sales Armendariz" userId="184e57a0-798c-4631-a9c3-d4f65b615685" providerId="ADAL" clId="{DF796C4C-B7E6-49EF-A623-003113919E54}" dt="2026-06-26T20:22:38.184" v="1677" actId="1076"/>
          <ac:picMkLst>
            <pc:docMk/>
            <pc:sldMk cId="30077326" sldId="299"/>
            <ac:picMk id="30" creationId="{D2A71444-B5A7-C1CD-D14B-74634D1B2499}"/>
          </ac:picMkLst>
        </pc:picChg>
        <pc:picChg chg="add mod">
          <ac:chgData name="Daniela Sales Armendariz" userId="184e57a0-798c-4631-a9c3-d4f65b615685" providerId="ADAL" clId="{DF796C4C-B7E6-49EF-A623-003113919E54}" dt="2026-07-01T23:08:45.339" v="2330" actId="1035"/>
          <ac:picMkLst>
            <pc:docMk/>
            <pc:sldMk cId="30077326" sldId="299"/>
            <ac:picMk id="32" creationId="{03E72296-DD98-F18B-FD3C-67A51832B3C3}"/>
          </ac:picMkLst>
        </pc:picChg>
      </pc:sldChg>
      <pc:sldChg chg="modSp mod">
        <pc:chgData name="Daniela Sales Armendariz" userId="184e57a0-798c-4631-a9c3-d4f65b615685" providerId="ADAL" clId="{DF796C4C-B7E6-49EF-A623-003113919E54}" dt="2026-07-02T23:33:35.092" v="2644" actId="20577"/>
        <pc:sldMkLst>
          <pc:docMk/>
          <pc:sldMk cId="3760051836" sldId="300"/>
        </pc:sldMkLst>
        <pc:spChg chg="mod">
          <ac:chgData name="Daniela Sales Armendariz" userId="184e57a0-798c-4631-a9c3-d4f65b615685" providerId="ADAL" clId="{DF796C4C-B7E6-49EF-A623-003113919E54}" dt="2026-06-26T20:17:23.400" v="1508" actId="1035"/>
          <ac:spMkLst>
            <pc:docMk/>
            <pc:sldMk cId="3760051836" sldId="300"/>
            <ac:spMk id="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17:16.540" v="1497" actId="1036"/>
          <ac:spMkLst>
            <pc:docMk/>
            <pc:sldMk cId="3760051836" sldId="300"/>
            <ac:spMk id="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16:51.875" v="1427" actId="1036"/>
          <ac:spMkLst>
            <pc:docMk/>
            <pc:sldMk cId="3760051836" sldId="300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36:38.865" v="2227" actId="20577"/>
          <ac:spMkLst>
            <pc:docMk/>
            <pc:sldMk cId="3760051836" sldId="300"/>
            <ac:spMk id="10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7-02T23:33:35.092" v="2644" actId="20577"/>
          <ac:graphicFrameMkLst>
            <pc:docMk/>
            <pc:sldMk cId="3760051836" sldId="300"/>
            <ac:graphicFrameMk id="9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6T20:17:07.721" v="1476" actId="1036"/>
          <ac:picMkLst>
            <pc:docMk/>
            <pc:sldMk cId="3760051836" sldId="300"/>
            <ac:picMk id="6" creationId="{00000000-0000-0000-0000-000000000000}"/>
          </ac:picMkLst>
        </pc:picChg>
        <pc:cxnChg chg="mod">
          <ac:chgData name="Daniela Sales Armendariz" userId="184e57a0-798c-4631-a9c3-d4f65b615685" providerId="ADAL" clId="{DF796C4C-B7E6-49EF-A623-003113919E54}" dt="2026-06-26T20:17:11.263" v="1486" actId="1036"/>
          <ac:cxnSpMkLst>
            <pc:docMk/>
            <pc:sldMk cId="3760051836" sldId="300"/>
            <ac:cxnSpMk id="5" creationId="{00000000-0000-0000-0000-000000000000}"/>
          </ac:cxnSpMkLst>
        </pc:cxnChg>
        <pc:cxnChg chg="mod">
          <ac:chgData name="Daniela Sales Armendariz" userId="184e57a0-798c-4631-a9c3-d4f65b615685" providerId="ADAL" clId="{DF796C4C-B7E6-49EF-A623-003113919E54}" dt="2026-06-26T20:16:57.670" v="1456" actId="1035"/>
          <ac:cxnSpMkLst>
            <pc:docMk/>
            <pc:sldMk cId="3760051836" sldId="300"/>
            <ac:cxnSpMk id="8" creationId="{00000000-0000-0000-0000-000000000000}"/>
          </ac:cxnSpMkLst>
        </pc:cxnChg>
      </pc:sldChg>
      <pc:sldChg chg="addSp delSp modSp mod">
        <pc:chgData name="Daniela Sales Armendariz" userId="184e57a0-798c-4631-a9c3-d4f65b615685" providerId="ADAL" clId="{DF796C4C-B7E6-49EF-A623-003113919E54}" dt="2026-06-26T20:11:24.650" v="1162" actId="1076"/>
        <pc:sldMkLst>
          <pc:docMk/>
          <pc:sldMk cId="0" sldId="302"/>
        </pc:sldMkLst>
        <pc:spChg chg="mod">
          <ac:chgData name="Daniela Sales Armendariz" userId="184e57a0-798c-4631-a9c3-d4f65b615685" providerId="ADAL" clId="{DF796C4C-B7E6-49EF-A623-003113919E54}" dt="2026-06-26T20:07:13.905" v="814" actId="1035"/>
          <ac:spMkLst>
            <pc:docMk/>
            <pc:sldMk cId="0" sldId="302"/>
            <ac:spMk id="9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6T20:07:50.067" v="940" actId="1036"/>
          <ac:spMkLst>
            <pc:docMk/>
            <pc:sldMk cId="0" sldId="302"/>
            <ac:spMk id="12" creationId="{00000000-0000-0000-0000-000000000000}"/>
          </ac:spMkLst>
        </pc:spChg>
        <pc:spChg chg="add">
          <ac:chgData name="Daniela Sales Armendariz" userId="184e57a0-798c-4631-a9c3-d4f65b615685" providerId="ADAL" clId="{DF796C4C-B7E6-49EF-A623-003113919E54}" dt="2026-06-26T20:06:32.887" v="707" actId="22"/>
          <ac:spMkLst>
            <pc:docMk/>
            <pc:sldMk cId="0" sldId="302"/>
            <ac:spMk id="17" creationId="{5F725F23-E28B-83DC-2A20-2DF6DF2BDCAE}"/>
          </ac:spMkLst>
        </pc:spChg>
        <pc:spChg chg="add mod">
          <ac:chgData name="Daniela Sales Armendariz" userId="184e57a0-798c-4631-a9c3-d4f65b615685" providerId="ADAL" clId="{DF796C4C-B7E6-49EF-A623-003113919E54}" dt="2026-06-26T20:10:11.038" v="1137" actId="1035"/>
          <ac:spMkLst>
            <pc:docMk/>
            <pc:sldMk cId="0" sldId="302"/>
            <ac:spMk id="19" creationId="{B4DD1B22-22A7-2A74-6D95-D2743CAA6068}"/>
          </ac:spMkLst>
        </pc:spChg>
        <pc:spChg chg="add mod">
          <ac:chgData name="Daniela Sales Armendariz" userId="184e57a0-798c-4631-a9c3-d4f65b615685" providerId="ADAL" clId="{DF796C4C-B7E6-49EF-A623-003113919E54}" dt="2026-06-26T20:11:24.650" v="1162" actId="1076"/>
          <ac:spMkLst>
            <pc:docMk/>
            <pc:sldMk cId="0" sldId="302"/>
            <ac:spMk id="24" creationId="{2DFB8C07-DB6F-8390-CB6E-7D07381E7519}"/>
          </ac:spMkLst>
        </pc:spChg>
        <pc:graphicFrameChg chg="mod">
          <ac:chgData name="Daniela Sales Armendariz" userId="184e57a0-798c-4631-a9c3-d4f65b615685" providerId="ADAL" clId="{DF796C4C-B7E6-49EF-A623-003113919E54}" dt="2026-06-26T20:07:35.609" v="874" actId="1035"/>
          <ac:graphicFrameMkLst>
            <pc:docMk/>
            <pc:sldMk cId="0" sldId="302"/>
            <ac:graphicFrameMk id="11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0:08:29.765" v="1105" actId="1035"/>
          <ac:graphicFrameMkLst>
            <pc:docMk/>
            <pc:sldMk cId="0" sldId="302"/>
            <ac:graphicFrameMk id="14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6T20:08:36.167" v="1111" actId="1035"/>
          <ac:graphicFrameMkLst>
            <pc:docMk/>
            <pc:sldMk cId="0" sldId="302"/>
            <ac:graphicFrameMk id="15" creationId="{00000000-0000-0000-0000-000000000000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6T20:10:41.018" v="1159" actId="1035"/>
          <ac:graphicFrameMkLst>
            <pc:docMk/>
            <pc:sldMk cId="0" sldId="302"/>
            <ac:graphicFrameMk id="22" creationId="{17F5FC89-8E13-B946-7C6B-EF6E8FA80DB3}"/>
          </ac:graphicFrameMkLst>
        </pc:graphicFrameChg>
        <pc:cxnChg chg="mod">
          <ac:chgData name="Daniela Sales Armendariz" userId="184e57a0-798c-4631-a9c3-d4f65b615685" providerId="ADAL" clId="{DF796C4C-B7E6-49EF-A623-003113919E54}" dt="2026-06-26T20:07:19.603" v="824" actId="1035"/>
          <ac:cxnSpMkLst>
            <pc:docMk/>
            <pc:sldMk cId="0" sldId="302"/>
            <ac:cxnSpMk id="6" creationId="{00000000-0000-0000-0000-000000000000}"/>
          </ac:cxnSpMkLst>
        </pc:cxnChg>
        <pc:cxnChg chg="mod">
          <ac:chgData name="Daniela Sales Armendariz" userId="184e57a0-798c-4631-a9c3-d4f65b615685" providerId="ADAL" clId="{DF796C4C-B7E6-49EF-A623-003113919E54}" dt="2026-06-26T20:08:22.963" v="1097" actId="1035"/>
          <ac:cxnSpMkLst>
            <pc:docMk/>
            <pc:sldMk cId="0" sldId="302"/>
            <ac:cxnSpMk id="13" creationId="{00000000-0000-0000-0000-000000000000}"/>
          </ac:cxnSpMkLst>
        </pc:cxnChg>
        <pc:cxnChg chg="add mod">
          <ac:chgData name="Daniela Sales Armendariz" userId="184e57a0-798c-4631-a9c3-d4f65b615685" providerId="ADAL" clId="{DF796C4C-B7E6-49EF-A623-003113919E54}" dt="2026-06-26T20:10:16.048" v="1148" actId="1035"/>
          <ac:cxnSpMkLst>
            <pc:docMk/>
            <pc:sldMk cId="0" sldId="302"/>
            <ac:cxnSpMk id="20" creationId="{B5BAD476-D9A3-A39C-BB3D-1494375FF1DF}"/>
          </ac:cxnSpMkLst>
        </pc:cxnChg>
      </pc:sldChg>
    </pc:docChg>
  </pc:docChgLst>
  <pc:docChgLst>
    <pc:chgData name="Laura Patricia Galvan Chavez" userId="S::laura.galvan@imss.gob.mx::6b13af50-ce8b-483e-8fc4-f994efaf3289" providerId="AD" clId="Web-{E2581092-30AF-C8CE-CA1A-207BC5E03370}"/>
    <pc:docChg chg="modSld">
      <pc:chgData name="Laura Patricia Galvan Chavez" userId="S::laura.galvan@imss.gob.mx::6b13af50-ce8b-483e-8fc4-f994efaf3289" providerId="AD" clId="Web-{E2581092-30AF-C8CE-CA1A-207BC5E03370}" dt="2026-06-23T19:41:09.556" v="10" actId="20577"/>
      <pc:docMkLst>
        <pc:docMk/>
      </pc:docMkLst>
      <pc:sldChg chg="modSp">
        <pc:chgData name="Laura Patricia Galvan Chavez" userId="S::laura.galvan@imss.gob.mx::6b13af50-ce8b-483e-8fc4-f994efaf3289" providerId="AD" clId="Web-{E2581092-30AF-C8CE-CA1A-207BC5E03370}" dt="2026-06-23T19:41:09.556" v="10" actId="20577"/>
        <pc:sldMkLst>
          <pc:docMk/>
          <pc:sldMk cId="0" sldId="260"/>
        </pc:sldMkLst>
        <pc:spChg chg="mod">
          <ac:chgData name="Laura Patricia Galvan Chavez" userId="S::laura.galvan@imss.gob.mx::6b13af50-ce8b-483e-8fc4-f994efaf3289" providerId="AD" clId="Web-{E2581092-30AF-C8CE-CA1A-207BC5E03370}" dt="2026-06-23T19:41:09.556" v="10" actId="20577"/>
          <ac:spMkLst>
            <pc:docMk/>
            <pc:sldMk cId="0" sldId="260"/>
            <ac:spMk id="9" creationId="{5E604CEE-4A3B-6570-AEF5-C6416554CF4C}"/>
          </ac:spMkLst>
        </pc:spChg>
        <pc:graphicFrameChg chg="mod modGraphic">
          <ac:chgData name="Laura Patricia Galvan Chavez" userId="S::laura.galvan@imss.gob.mx::6b13af50-ce8b-483e-8fc4-f994efaf3289" providerId="AD" clId="Web-{E2581092-30AF-C8CE-CA1A-207BC5E03370}" dt="2026-06-23T19:40:41.275" v="9"/>
          <ac:graphicFrameMkLst>
            <pc:docMk/>
            <pc:sldMk cId="0" sldId="260"/>
            <ac:graphicFrameMk id="8" creationId="{EB4DDCCC-4B95-8BE9-FDCF-38C03EE8909A}"/>
          </ac:graphicFrameMkLst>
        </pc:graphicFrameChg>
      </pc:sldChg>
    </pc:docChg>
  </pc:docChgLst>
  <pc:docChgLst>
    <pc:chgData name="Laura Patricia Galvan Chavez" userId="S::laura.galvan@imss.gob.mx::6b13af50-ce8b-483e-8fc4-f994efaf3289" providerId="AD" clId="Web-{91C25E34-28DE-DF47-1E11-F781D5E96851}"/>
    <pc:docChg chg="modSld">
      <pc:chgData name="Laura Patricia Galvan Chavez" userId="S::laura.galvan@imss.gob.mx::6b13af50-ce8b-483e-8fc4-f994efaf3289" providerId="AD" clId="Web-{91C25E34-28DE-DF47-1E11-F781D5E96851}" dt="2026-06-23T22:30:36.868" v="4" actId="20577"/>
      <pc:docMkLst>
        <pc:docMk/>
      </pc:docMkLst>
      <pc:sldChg chg="modSp">
        <pc:chgData name="Laura Patricia Galvan Chavez" userId="S::laura.galvan@imss.gob.mx::6b13af50-ce8b-483e-8fc4-f994efaf3289" providerId="AD" clId="Web-{91C25E34-28DE-DF47-1E11-F781D5E96851}" dt="2026-06-23T22:30:04.633" v="0" actId="20577"/>
        <pc:sldMkLst>
          <pc:docMk/>
          <pc:sldMk cId="3240565764" sldId="297"/>
        </pc:sldMkLst>
        <pc:spChg chg="mod">
          <ac:chgData name="Laura Patricia Galvan Chavez" userId="S::laura.galvan@imss.gob.mx::6b13af50-ce8b-483e-8fc4-f994efaf3289" providerId="AD" clId="Web-{91C25E34-28DE-DF47-1E11-F781D5E96851}" dt="2026-06-23T22:30:04.633" v="0" actId="20577"/>
          <ac:spMkLst>
            <pc:docMk/>
            <pc:sldMk cId="3240565764" sldId="297"/>
            <ac:spMk id="9" creationId="{50F1217E-09B0-81A3-6E99-CB1DE729ADDF}"/>
          </ac:spMkLst>
        </pc:spChg>
      </pc:sldChg>
    </pc:docChg>
  </pc:docChgLst>
  <pc:docChgLst>
    <pc:chgData name="Laura Patricia Galvan Chavez" userId="6b13af50-ce8b-483e-8fc4-f994efaf3289" providerId="ADAL" clId="{655D084B-7DF1-4C24-9447-417D7DC498B8}"/>
    <pc:docChg chg="undo custSel delSld modSld">
      <pc:chgData name="Laura Patricia Galvan Chavez" userId="6b13af50-ce8b-483e-8fc4-f994efaf3289" providerId="ADAL" clId="{655D084B-7DF1-4C24-9447-417D7DC498B8}" dt="2026-07-03T19:10:00.871" v="332" actId="20577"/>
      <pc:docMkLst>
        <pc:docMk/>
      </pc:docMkLst>
      <pc:sldChg chg="modSp mod">
        <pc:chgData name="Laura Patricia Galvan Chavez" userId="6b13af50-ce8b-483e-8fc4-f994efaf3289" providerId="ADAL" clId="{655D084B-7DF1-4C24-9447-417D7DC498B8}" dt="2026-06-26T18:28:19.284" v="67" actId="20577"/>
        <pc:sldMkLst>
          <pc:docMk/>
          <pc:sldMk cId="0" sldId="256"/>
        </pc:sldMkLst>
        <pc:spChg chg="mod">
          <ac:chgData name="Laura Patricia Galvan Chavez" userId="6b13af50-ce8b-483e-8fc4-f994efaf3289" providerId="ADAL" clId="{655D084B-7DF1-4C24-9447-417D7DC498B8}" dt="2026-06-26T18:28:19.284" v="67" actId="20577"/>
          <ac:spMkLst>
            <pc:docMk/>
            <pc:sldMk cId="0" sldId="256"/>
            <ac:spMk id="70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5T22:14:37.184" v="16" actId="1076"/>
        <pc:sldMkLst>
          <pc:docMk/>
          <pc:sldMk cId="0" sldId="258"/>
        </pc:sldMkLst>
        <pc:spChg chg="mod">
          <ac:chgData name="Laura Patricia Galvan Chavez" userId="6b13af50-ce8b-483e-8fc4-f994efaf3289" providerId="ADAL" clId="{655D084B-7DF1-4C24-9447-417D7DC498B8}" dt="2026-06-25T22:14:24.504" v="15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14:37.184" v="16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11:05.060" v="3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11:31.899" v="6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10:57.122" v="2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10:57.122" v="2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10:48.443" v="1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10:48.443" v="1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10:20.586" v="0" actId="1076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10:20.586" v="0" actId="1076"/>
          <ac:spMkLst>
            <pc:docMk/>
            <pc:sldMk cId="0" sldId="258"/>
            <ac:spMk id="132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11:46.922" v="10" actId="1076"/>
          <ac:spMkLst>
            <pc:docMk/>
            <pc:sldMk cId="0" sldId="258"/>
            <ac:spMk id="133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5T22:11:54.162" v="11"/>
          <ac:graphicFrameMkLst>
            <pc:docMk/>
            <pc:sldMk cId="0" sldId="258"/>
            <ac:graphicFrameMk id="117" creationId="{00000000-0000-0000-0000-000000000000}"/>
          </ac:graphicFrameMkLst>
        </pc:graphicFrameChg>
        <pc:picChg chg="mod">
          <ac:chgData name="Laura Patricia Galvan Chavez" userId="6b13af50-ce8b-483e-8fc4-f994efaf3289" providerId="ADAL" clId="{655D084B-7DF1-4C24-9447-417D7DC498B8}" dt="2026-06-25T22:14:24.504" v="15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2:11:05.060" v="3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2:10:57.122" v="2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2:10:48.443" v="1" actId="1076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2:10:20.586" v="0" actId="1076"/>
          <ac:picMkLst>
            <pc:docMk/>
            <pc:sldMk cId="0" sldId="258"/>
            <ac:picMk id="131" creationId="{00000000-0000-0000-0000-000000000000}"/>
          </ac:picMkLst>
        </pc:picChg>
      </pc:sldChg>
      <pc:sldChg chg="addSp modSp mod">
        <pc:chgData name="Laura Patricia Galvan Chavez" userId="6b13af50-ce8b-483e-8fc4-f994efaf3289" providerId="ADAL" clId="{655D084B-7DF1-4C24-9447-417D7DC498B8}" dt="2026-06-25T22:16:31.227" v="22" actId="1076"/>
        <pc:sldMkLst>
          <pc:docMk/>
          <pc:sldMk cId="0" sldId="260"/>
        </pc:sldMkLst>
        <pc:spChg chg="mod">
          <ac:chgData name="Laura Patricia Galvan Chavez" userId="6b13af50-ce8b-483e-8fc4-f994efaf3289" providerId="ADAL" clId="{655D084B-7DF1-4C24-9447-417D7DC498B8}" dt="2026-06-25T22:16:00.250" v="18" actId="1076"/>
          <ac:spMkLst>
            <pc:docMk/>
            <pc:sldMk cId="0" sldId="260"/>
            <ac:spMk id="9" creationId="{5E604CEE-4A3B-6570-AEF5-C6416554CF4C}"/>
          </ac:spMkLst>
        </pc:spChg>
        <pc:graphicFrameChg chg="add mod">
          <ac:chgData name="Laura Patricia Galvan Chavez" userId="6b13af50-ce8b-483e-8fc4-f994efaf3289" providerId="ADAL" clId="{655D084B-7DF1-4C24-9447-417D7DC498B8}" dt="2026-06-25T22:16:31.227" v="22" actId="1076"/>
          <ac:graphicFrameMkLst>
            <pc:docMk/>
            <pc:sldMk cId="0" sldId="260"/>
            <ac:graphicFrameMk id="2" creationId="{7722163F-3E2B-4B97-1EA8-9B84FE2D442B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5T22:16:22.635" v="21" actId="1076"/>
          <ac:graphicFrameMkLst>
            <pc:docMk/>
            <pc:sldMk cId="0" sldId="260"/>
            <ac:graphicFrameMk id="14" creationId="{00000000-0000-0000-0000-000000000000}"/>
          </ac:graphicFrameMkLst>
        </pc:graphicFrameChg>
        <pc:picChg chg="mod">
          <ac:chgData name="Laura Patricia Galvan Chavez" userId="6b13af50-ce8b-483e-8fc4-f994efaf3289" providerId="ADAL" clId="{655D084B-7DF1-4C24-9447-417D7DC498B8}" dt="2026-06-25T22:16:00.250" v="18" actId="1076"/>
          <ac:picMkLst>
            <pc:docMk/>
            <pc:sldMk cId="0" sldId="260"/>
            <ac:picMk id="6" creationId="{E60D6C16-9C89-F89F-2CDB-90BB782EF3D4}"/>
          </ac:picMkLst>
        </pc:picChg>
        <pc:picChg chg="mod">
          <ac:chgData name="Laura Patricia Galvan Chavez" userId="6b13af50-ce8b-483e-8fc4-f994efaf3289" providerId="ADAL" clId="{655D084B-7DF1-4C24-9447-417D7DC498B8}" dt="2026-06-25T22:16:03.682" v="19" actId="1076"/>
          <ac:picMkLst>
            <pc:docMk/>
            <pc:sldMk cId="0" sldId="260"/>
            <ac:picMk id="13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5T22:16:51.766" v="25" actId="1076"/>
        <pc:sldMkLst>
          <pc:docMk/>
          <pc:sldMk cId="0" sldId="261"/>
        </pc:sldMkLst>
        <pc:grpChg chg="mod">
          <ac:chgData name="Laura Patricia Galvan Chavez" userId="6b13af50-ce8b-483e-8fc4-f994efaf3289" providerId="ADAL" clId="{655D084B-7DF1-4C24-9447-417D7DC498B8}" dt="2026-06-25T22:16:51.766" v="25" actId="1076"/>
          <ac:grpSpMkLst>
            <pc:docMk/>
            <pc:sldMk cId="0" sldId="261"/>
            <ac:grpSpMk id="2" creationId="{57421A28-9A7E-957F-B18A-821DA9768172}"/>
          </ac:grpSpMkLst>
        </pc:grpChg>
        <pc:graphicFrameChg chg="mod">
          <ac:chgData name="Laura Patricia Galvan Chavez" userId="6b13af50-ce8b-483e-8fc4-f994efaf3289" providerId="ADAL" clId="{655D084B-7DF1-4C24-9447-417D7DC498B8}" dt="2026-06-25T22:16:45.187" v="24" actId="1076"/>
          <ac:graphicFrameMkLst>
            <pc:docMk/>
            <pc:sldMk cId="0" sldId="261"/>
            <ac:graphicFrameMk id="15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5T22:19:58.022" v="35" actId="1076"/>
        <pc:sldMkLst>
          <pc:docMk/>
          <pc:sldMk cId="0" sldId="262"/>
        </pc:sldMkLst>
        <pc:spChg chg="mod">
          <ac:chgData name="Laura Patricia Galvan Chavez" userId="6b13af50-ce8b-483e-8fc4-f994efaf3289" providerId="ADAL" clId="{655D084B-7DF1-4C24-9447-417D7DC498B8}" dt="2026-06-25T22:19:58.022" v="35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19:27.382" v="32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19:44.502" v="34" actId="1076"/>
          <ac:spMkLst>
            <pc:docMk/>
            <pc:sldMk cId="0" sldId="262"/>
            <ac:spMk id="12" creationId="{00000000-0000-0000-0000-000000000000}"/>
          </ac:spMkLst>
        </pc:spChg>
        <pc:graphicFrameChg chg="mod modGraphic">
          <ac:chgData name="Laura Patricia Galvan Chavez" userId="6b13af50-ce8b-483e-8fc4-f994efaf3289" providerId="ADAL" clId="{655D084B-7DF1-4C24-9447-417D7DC498B8}" dt="2026-06-25T22:19:32.699" v="33" actId="14100"/>
          <ac:graphicFrameMkLst>
            <pc:docMk/>
            <pc:sldMk cId="0" sldId="262"/>
            <ac:graphicFrameMk id="8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5T22:19:27.382" v="32" actId="1076"/>
          <ac:graphicFrameMkLst>
            <pc:docMk/>
            <pc:sldMk cId="0" sldId="262"/>
            <ac:graphicFrameMk id="9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7:45:56.570" v="316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7:45:56.570" v="316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5T22:21:29.070" v="45" actId="1076"/>
        <pc:sldMkLst>
          <pc:docMk/>
          <pc:sldMk cId="540716406" sldId="280"/>
        </pc:sldMkLst>
        <pc:spChg chg="mod">
          <ac:chgData name="Laura Patricia Galvan Chavez" userId="6b13af50-ce8b-483e-8fc4-f994efaf3289" providerId="ADAL" clId="{655D084B-7DF1-4C24-9447-417D7DC498B8}" dt="2026-06-25T22:21:18.542" v="44" actId="1076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20:49.054" v="37" actId="107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21:29.070" v="45" actId="1076"/>
          <ac:spMkLst>
            <pc:docMk/>
            <pc:sldMk cId="540716406" sldId="280"/>
            <ac:spMk id="240" creationId="{00000000-0000-0000-0000-000000000000}"/>
          </ac:spMkLst>
        </pc:spChg>
        <pc:graphicFrameChg chg="mod modGraphic">
          <ac:chgData name="Laura Patricia Galvan Chavez" userId="6b13af50-ce8b-483e-8fc4-f994efaf3289" providerId="ADAL" clId="{655D084B-7DF1-4C24-9447-417D7DC498B8}" dt="2026-06-25T22:21:13.077" v="43" actId="1076"/>
          <ac:graphicFrameMkLst>
            <pc:docMk/>
            <pc:sldMk cId="540716406" sldId="280"/>
            <ac:graphicFrameMk id="236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5T22:20:49.054" v="37" actId="1076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19:07:21.008" v="329" actId="14100"/>
        <pc:sldMkLst>
          <pc:docMk/>
          <pc:sldMk cId="3828482411" sldId="281"/>
        </pc:sldMkLst>
        <pc:graphicFrameChg chg="mod modGraphic">
          <ac:chgData name="Laura Patricia Galvan Chavez" userId="6b13af50-ce8b-483e-8fc4-f994efaf3289" providerId="ADAL" clId="{655D084B-7DF1-4C24-9447-417D7DC498B8}" dt="2026-07-03T19:07:21.008" v="329" actId="14100"/>
          <ac:graphicFrameMkLst>
            <pc:docMk/>
            <pc:sldMk cId="3828482411" sldId="281"/>
            <ac:graphicFrameMk id="5" creationId="{00000000-0000-0000-0000-000000000000}"/>
          </ac:graphicFrameMkLst>
        </pc:graphicFrameChg>
      </pc:sldChg>
      <pc:sldChg chg="addSp delSp modSp mod">
        <pc:chgData name="Laura Patricia Galvan Chavez" userId="6b13af50-ce8b-483e-8fc4-f994efaf3289" providerId="ADAL" clId="{655D084B-7DF1-4C24-9447-417D7DC498B8}" dt="2026-06-26T23:56:24.903" v="289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6T20:10:19.758" v="250" actId="1076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Laura Patricia Galvan Chavez" userId="6b13af50-ce8b-483e-8fc4-f994efaf3289" providerId="ADAL" clId="{655D084B-7DF1-4C24-9447-417D7DC498B8}" dt="2026-06-26T23:56:16.613" v="287" actId="1076"/>
          <ac:spMkLst>
            <pc:docMk/>
            <pc:sldMk cId="3805655920" sldId="288"/>
            <ac:spMk id="8" creationId="{9AF87DFB-9185-600A-1CF7-F6E128673935}"/>
          </ac:spMkLst>
        </pc:spChg>
        <pc:spChg chg="add mod">
          <ac:chgData name="Laura Patricia Galvan Chavez" userId="6b13af50-ce8b-483e-8fc4-f994efaf3289" providerId="ADAL" clId="{655D084B-7DF1-4C24-9447-417D7DC498B8}" dt="2026-06-26T20:07:31.902" v="238" actId="1076"/>
          <ac:spMkLst>
            <pc:docMk/>
            <pc:sldMk cId="3805655920" sldId="288"/>
            <ac:spMk id="9" creationId="{61340C1D-AB44-5D3D-D4FB-A8E1874E4EB1}"/>
          </ac:spMkLst>
        </pc:spChg>
        <pc:spChg chg="add mod">
          <ac:chgData name="Laura Patricia Galvan Chavez" userId="6b13af50-ce8b-483e-8fc4-f994efaf3289" providerId="ADAL" clId="{655D084B-7DF1-4C24-9447-417D7DC498B8}" dt="2026-06-26T20:07:31.902" v="238" actId="1076"/>
          <ac:spMkLst>
            <pc:docMk/>
            <pc:sldMk cId="3805655920" sldId="288"/>
            <ac:spMk id="10" creationId="{2799E1C5-8EE8-5916-400D-02AD71F91BD1}"/>
          </ac:spMkLst>
        </pc:spChg>
        <pc:spChg chg="add mod">
          <ac:chgData name="Laura Patricia Galvan Chavez" userId="6b13af50-ce8b-483e-8fc4-f994efaf3289" providerId="ADAL" clId="{655D084B-7DF1-4C24-9447-417D7DC498B8}" dt="2026-06-26T20:07:31.902" v="238" actId="1076"/>
          <ac:spMkLst>
            <pc:docMk/>
            <pc:sldMk cId="3805655920" sldId="288"/>
            <ac:spMk id="11" creationId="{008A9649-AC46-475B-B75B-C82C1B9DB9E8}"/>
          </ac:spMkLst>
        </pc:spChg>
        <pc:spChg chg="add mod">
          <ac:chgData name="Laura Patricia Galvan Chavez" userId="6b13af50-ce8b-483e-8fc4-f994efaf3289" providerId="ADAL" clId="{655D084B-7DF1-4C24-9447-417D7DC498B8}" dt="2026-06-26T23:56:20.503" v="288" actId="1076"/>
          <ac:spMkLst>
            <pc:docMk/>
            <pc:sldMk cId="3805655920" sldId="288"/>
            <ac:spMk id="15" creationId="{94DD9A03-B71B-E027-ED63-59A73B7B1E33}"/>
          </ac:spMkLst>
        </pc:spChg>
        <pc:graphicFrameChg chg="mod modGraphic">
          <ac:chgData name="Laura Patricia Galvan Chavez" userId="6b13af50-ce8b-483e-8fc4-f994efaf3289" providerId="ADAL" clId="{655D084B-7DF1-4C24-9447-417D7DC498B8}" dt="2026-06-26T20:06:21.973" v="139" actId="1076"/>
          <ac:graphicFrameMkLst>
            <pc:docMk/>
            <pc:sldMk cId="3805655920" sldId="288"/>
            <ac:graphicFrameMk id="2" creationId="{42C89D34-2E72-65BC-2392-915825C8619C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20:06:25.365" v="140" actId="1076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20:02:23.226" v="111" actId="1076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6T20:07:15.510" v="236" actId="1076"/>
          <ac:graphicFrameMkLst>
            <pc:docMk/>
            <pc:sldMk cId="3805655920" sldId="288"/>
            <ac:graphicFrameMk id="16" creationId="{B6A19917-4715-9D1D-1631-6D5B6D0EFA65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6T23:56:24.903" v="289" actId="1076"/>
          <ac:graphicFrameMkLst>
            <pc:docMk/>
            <pc:sldMk cId="3805655920" sldId="288"/>
            <ac:graphicFrameMk id="17" creationId="{3B248C6F-3A15-A20A-2507-EB8ACC016EEA}"/>
          </ac:graphicFrameMkLst>
        </pc:graphicFrameChg>
        <pc:graphicFrameChg chg="add mod modGraphic">
          <ac:chgData name="Laura Patricia Galvan Chavez" userId="6b13af50-ce8b-483e-8fc4-f994efaf3289" providerId="ADAL" clId="{655D084B-7DF1-4C24-9447-417D7DC498B8}" dt="2026-06-26T20:07:04.198" v="234" actId="20577"/>
          <ac:graphicFrameMkLst>
            <pc:docMk/>
            <pc:sldMk cId="3805655920" sldId="288"/>
            <ac:graphicFrameMk id="18" creationId="{5A17A29D-5E45-BA36-381D-1485E773EFDD}"/>
          </ac:graphicFrameMkLst>
        </pc:graphicFrameChg>
        <pc:picChg chg="add mod">
          <ac:chgData name="Laura Patricia Galvan Chavez" userId="6b13af50-ce8b-483e-8fc4-f994efaf3289" providerId="ADAL" clId="{655D084B-7DF1-4C24-9447-417D7DC498B8}" dt="2026-06-26T20:07:31.902" v="238" actId="1076"/>
          <ac:picMkLst>
            <pc:docMk/>
            <pc:sldMk cId="3805655920" sldId="288"/>
            <ac:picMk id="12" creationId="{BD91FB0C-B13A-CC69-8EDC-7D91005C6358}"/>
          </ac:picMkLst>
        </pc:picChg>
        <pc:picChg chg="add mod">
          <ac:chgData name="Laura Patricia Galvan Chavez" userId="6b13af50-ce8b-483e-8fc4-f994efaf3289" providerId="ADAL" clId="{655D084B-7DF1-4C24-9447-417D7DC498B8}" dt="2026-06-26T20:07:31.902" v="238" actId="1076"/>
          <ac:picMkLst>
            <pc:docMk/>
            <pc:sldMk cId="3805655920" sldId="288"/>
            <ac:picMk id="13" creationId="{6CE2DECC-A20D-4E35-C521-4930968DD925}"/>
          </ac:picMkLst>
        </pc:picChg>
        <pc:picChg chg="add mod">
          <ac:chgData name="Laura Patricia Galvan Chavez" userId="6b13af50-ce8b-483e-8fc4-f994efaf3289" providerId="ADAL" clId="{655D084B-7DF1-4C24-9447-417D7DC498B8}" dt="2026-06-26T20:07:31.902" v="238" actId="1076"/>
          <ac:picMkLst>
            <pc:docMk/>
            <pc:sldMk cId="3805655920" sldId="288"/>
            <ac:picMk id="14" creationId="{79771BA6-CA63-2EC7-A103-3B2CF251EDE2}"/>
          </ac:picMkLst>
        </pc:picChg>
      </pc:sldChg>
      <pc:sldChg chg="addSp delSp modSp mod">
        <pc:chgData name="Laura Patricia Galvan Chavez" userId="6b13af50-ce8b-483e-8fc4-f994efaf3289" providerId="ADAL" clId="{655D084B-7DF1-4C24-9447-417D7DC498B8}" dt="2026-06-26T18:03:38.695" v="65" actId="20577"/>
        <pc:sldMkLst>
          <pc:docMk/>
          <pc:sldMk cId="3763779569" sldId="289"/>
        </pc:sldMkLst>
        <pc:spChg chg="add mod">
          <ac:chgData name="Laura Patricia Galvan Chavez" userId="6b13af50-ce8b-483e-8fc4-f994efaf3289" providerId="ADAL" clId="{655D084B-7DF1-4C24-9447-417D7DC498B8}" dt="2026-06-26T00:06:56.576" v="59"/>
          <ac:spMkLst>
            <pc:docMk/>
            <pc:sldMk cId="3763779569" sldId="289"/>
            <ac:spMk id="4" creationId="{C1CAE2C8-913A-8E8C-C50E-1D3CB34BEF94}"/>
          </ac:spMkLst>
        </pc:spChg>
        <pc:spChg chg="add mod">
          <ac:chgData name="Laura Patricia Galvan Chavez" userId="6b13af50-ce8b-483e-8fc4-f994efaf3289" providerId="ADAL" clId="{655D084B-7DF1-4C24-9447-417D7DC498B8}" dt="2026-06-26T18:03:38.695" v="65" actId="20577"/>
          <ac:spMkLst>
            <pc:docMk/>
            <pc:sldMk cId="3763779569" sldId="289"/>
            <ac:spMk id="6" creationId="{E0524769-80E7-068F-66C4-76CFFB70DE09}"/>
          </ac:spMkLst>
        </pc:spChg>
        <pc:picChg chg="add mod">
          <ac:chgData name="Laura Patricia Galvan Chavez" userId="6b13af50-ce8b-483e-8fc4-f994efaf3289" providerId="ADAL" clId="{655D084B-7DF1-4C24-9447-417D7DC498B8}" dt="2026-06-26T00:06:56.576" v="59"/>
          <ac:picMkLst>
            <pc:docMk/>
            <pc:sldMk cId="3763779569" sldId="289"/>
            <ac:picMk id="7" creationId="{0C6EC2DD-ADEE-F00D-D5C4-24DA659A3F88}"/>
          </ac:picMkLst>
        </pc:picChg>
        <pc:picChg chg="add mod">
          <ac:chgData name="Laura Patricia Galvan Chavez" userId="6b13af50-ce8b-483e-8fc4-f994efaf3289" providerId="ADAL" clId="{655D084B-7DF1-4C24-9447-417D7DC498B8}" dt="2026-06-26T00:06:56.576" v="59"/>
          <ac:picMkLst>
            <pc:docMk/>
            <pc:sldMk cId="3763779569" sldId="289"/>
            <ac:picMk id="8" creationId="{FEAC188D-3F3A-1F13-2E93-6767693D72F5}"/>
          </ac:picMkLst>
        </pc:picChg>
        <pc:picChg chg="add mod">
          <ac:chgData name="Laura Patricia Galvan Chavez" userId="6b13af50-ce8b-483e-8fc4-f994efaf3289" providerId="ADAL" clId="{655D084B-7DF1-4C24-9447-417D7DC498B8}" dt="2026-06-26T00:06:56.576" v="59"/>
          <ac:picMkLst>
            <pc:docMk/>
            <pc:sldMk cId="3763779569" sldId="289"/>
            <ac:picMk id="10" creationId="{DA8C0372-43D1-CED3-761B-C7026C89D521}"/>
          </ac:picMkLst>
        </pc:picChg>
        <pc:picChg chg="add mod">
          <ac:chgData name="Laura Patricia Galvan Chavez" userId="6b13af50-ce8b-483e-8fc4-f994efaf3289" providerId="ADAL" clId="{655D084B-7DF1-4C24-9447-417D7DC498B8}" dt="2026-06-26T00:06:56.576" v="59"/>
          <ac:picMkLst>
            <pc:docMk/>
            <pc:sldMk cId="3763779569" sldId="289"/>
            <ac:picMk id="11" creationId="{65B463A5-C467-4FF0-2A22-C0FA302FFE27}"/>
          </ac:picMkLst>
        </pc:picChg>
        <pc:picChg chg="add mod">
          <ac:chgData name="Laura Patricia Galvan Chavez" userId="6b13af50-ce8b-483e-8fc4-f994efaf3289" providerId="ADAL" clId="{655D084B-7DF1-4C24-9447-417D7DC498B8}" dt="2026-06-26T00:06:56.576" v="59"/>
          <ac:picMkLst>
            <pc:docMk/>
            <pc:sldMk cId="3763779569" sldId="289"/>
            <ac:picMk id="12" creationId="{C9594E29-07F9-4F6B-B338-809CC1200E61}"/>
          </ac:picMkLst>
        </pc:picChg>
        <pc:picChg chg="add mod">
          <ac:chgData name="Laura Patricia Galvan Chavez" userId="6b13af50-ce8b-483e-8fc4-f994efaf3289" providerId="ADAL" clId="{655D084B-7DF1-4C24-9447-417D7DC498B8}" dt="2026-06-26T00:06:56.576" v="59"/>
          <ac:picMkLst>
            <pc:docMk/>
            <pc:sldMk cId="3763779569" sldId="289"/>
            <ac:picMk id="13" creationId="{0132749C-93AB-EF87-1B4F-60AC1CD1C181}"/>
          </ac:picMkLst>
        </pc:picChg>
        <pc:picChg chg="add mod">
          <ac:chgData name="Laura Patricia Galvan Chavez" userId="6b13af50-ce8b-483e-8fc4-f994efaf3289" providerId="ADAL" clId="{655D084B-7DF1-4C24-9447-417D7DC498B8}" dt="2026-06-26T00:06:56.576" v="59"/>
          <ac:picMkLst>
            <pc:docMk/>
            <pc:sldMk cId="3763779569" sldId="289"/>
            <ac:picMk id="14" creationId="{885FB41A-BEA6-12BA-B532-3B4EC1A5831B}"/>
          </ac:picMkLst>
        </pc:picChg>
        <pc:picChg chg="add mod">
          <ac:chgData name="Laura Patricia Galvan Chavez" userId="6b13af50-ce8b-483e-8fc4-f994efaf3289" providerId="ADAL" clId="{655D084B-7DF1-4C24-9447-417D7DC498B8}" dt="2026-06-26T00:06:56.576" v="59"/>
          <ac:picMkLst>
            <pc:docMk/>
            <pc:sldMk cId="3763779569" sldId="289"/>
            <ac:picMk id="15" creationId="{43923100-C684-65B3-951F-CA3E9D1CE784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5T22:34:04.313" v="54" actId="20577"/>
        <pc:sldMkLst>
          <pc:docMk/>
          <pc:sldMk cId="3240565764" sldId="297"/>
        </pc:sldMkLst>
        <pc:spChg chg="mod">
          <ac:chgData name="Laura Patricia Galvan Chavez" userId="6b13af50-ce8b-483e-8fc4-f994efaf3289" providerId="ADAL" clId="{655D084B-7DF1-4C24-9447-417D7DC498B8}" dt="2026-06-25T22:34:04.313" v="54" actId="20577"/>
          <ac:spMkLst>
            <pc:docMk/>
            <pc:sldMk cId="3240565764" sldId="297"/>
            <ac:spMk id="15" creationId="{A0083CC0-370A-999A-F425-0B0E05DEB5CF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6:57:17.703" v="293" actId="20577"/>
        <pc:sldMkLst>
          <pc:docMk/>
          <pc:sldMk cId="321355448" sldId="298"/>
        </pc:sldMkLst>
        <pc:spChg chg="mod">
          <ac:chgData name="Laura Patricia Galvan Chavez" userId="6b13af50-ce8b-483e-8fc4-f994efaf3289" providerId="ADAL" clId="{655D084B-7DF1-4C24-9447-417D7DC498B8}" dt="2026-06-29T16:57:17.703" v="293" actId="20577"/>
          <ac:spMkLst>
            <pc:docMk/>
            <pc:sldMk cId="321355448" sldId="298"/>
            <ac:spMk id="5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3T19:10:00.871" v="332" actId="20577"/>
        <pc:sldMkLst>
          <pc:docMk/>
          <pc:sldMk cId="30077326" sldId="299"/>
        </pc:sldMkLst>
        <pc:spChg chg="mod">
          <ac:chgData name="Laura Patricia Galvan Chavez" userId="6b13af50-ce8b-483e-8fc4-f994efaf3289" providerId="ADAL" clId="{655D084B-7DF1-4C24-9447-417D7DC498B8}" dt="2026-06-29T16:59:05.789" v="305" actId="20577"/>
          <ac:spMkLst>
            <pc:docMk/>
            <pc:sldMk cId="30077326" sldId="299"/>
            <ac:spMk id="28" creationId="{A6D2894C-9021-DBE0-1E3E-4DB47D5074D0}"/>
          </ac:spMkLst>
        </pc:spChg>
        <pc:graphicFrameChg chg="mod modGraphic">
          <ac:chgData name="Laura Patricia Galvan Chavez" userId="6b13af50-ce8b-483e-8fc4-f994efaf3289" providerId="ADAL" clId="{655D084B-7DF1-4C24-9447-417D7DC498B8}" dt="2026-07-03T19:10:00.871" v="332" actId="20577"/>
          <ac:graphicFrameMkLst>
            <pc:docMk/>
            <pc:sldMk cId="30077326" sldId="299"/>
            <ac:graphicFrameMk id="20" creationId="{00000000-0000-0000-0000-000000000000}"/>
          </ac:graphicFrameMkLst>
        </pc:graphicFrameChg>
        <pc:picChg chg="mod">
          <ac:chgData name="Laura Patricia Galvan Chavez" userId="6b13af50-ce8b-483e-8fc4-f994efaf3289" providerId="ADAL" clId="{655D084B-7DF1-4C24-9447-417D7DC498B8}" dt="2026-06-29T16:59:11.155" v="306" actId="1076"/>
          <ac:picMkLst>
            <pc:docMk/>
            <pc:sldMk cId="30077326" sldId="299"/>
            <ac:picMk id="30" creationId="{D2A71444-B5A7-C1CD-D14B-74634D1B2499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7-03T19:07:07.487" v="327" actId="20577"/>
        <pc:sldMkLst>
          <pc:docMk/>
          <pc:sldMk cId="0" sldId="302"/>
        </pc:sldMkLst>
        <pc:spChg chg="mod">
          <ac:chgData name="Laura Patricia Galvan Chavez" userId="6b13af50-ce8b-483e-8fc4-f994efaf3289" providerId="ADAL" clId="{655D084B-7DF1-4C24-9447-417D7DC498B8}" dt="2026-06-29T16:57:10.402" v="291" actId="20577"/>
          <ac:spMkLst>
            <pc:docMk/>
            <pc:sldMk cId="0" sldId="302"/>
            <ac:spMk id="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7-03T19:07:07.487" v="327" actId="20577"/>
          <ac:spMkLst>
            <pc:docMk/>
            <pc:sldMk cId="0" sldId="302"/>
            <ac:spMk id="19" creationId="{B4DD1B22-22A7-2A74-6D95-D2743CAA6068}"/>
          </ac:spMkLst>
        </pc:sp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4:55.966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4:55.966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4:55.966" v="2" actId="22"/>
          <ac:spMkLst>
            <pc:docMk/>
            <pc:sldMk cId="748044913" sldId="287"/>
            <ac:spMk id="10" creationId="{D84D7706-61A0-7A20-7D72-ACF3A306A03D}"/>
          </ac:spMkLst>
        </pc:spChg>
        <pc:spChg chg="add">
          <ac:chgData name="Rohan Myron Oprisko" userId="a7c52ab4-f8b1-4d15-aaf6-6388cc510347" providerId="ADAL" clId="{97C26823-81C0-4343-94EC-E87AB1317939}" dt="2026-06-24T15:54:55.966" v="2" actId="22"/>
          <ac:spMkLst>
            <pc:docMk/>
            <pc:sldMk cId="748044913" sldId="287"/>
            <ac:spMk id="12" creationId="{DC661EF0-B9EA-CCB2-CECC-A51CA6B529F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25D9-4096-9DE9-D766D376D3A6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</c:spPr>
            <c:extLst>
              <c:ext xmlns:c16="http://schemas.microsoft.com/office/drawing/2014/chart" uri="{C3380CC4-5D6E-409C-BE32-E72D297353CC}">
                <c16:uniqueId val="{00000003-25D9-4096-9DE9-D766D376D3A6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25D9-4096-9DE9-D766D376D3A6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25D9-4096-9DE9-D766D376D3A6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25D9-4096-9DE9-D766D376D3A6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386758</c:v>
                </c:pt>
                <c:pt idx="1">
                  <c:v>135277</c:v>
                </c:pt>
                <c:pt idx="2">
                  <c:v>114689</c:v>
                </c:pt>
                <c:pt idx="3">
                  <c:v>282138</c:v>
                </c:pt>
                <c:pt idx="4">
                  <c:v>43152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5D9-4096-9DE9-D766D376D3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explosion val="3"/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C02-4F58-9593-A7B0DD9A5F72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C02-4F58-9593-A7B0DD9A5F72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39.102564102564102</c:v>
                </c:pt>
                <c:pt idx="1">
                  <c:v>60.897435897435898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02-4F58-9593-A7B0DD9A5F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203-47B0-8176-2768DAB6B861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203-47B0-8176-2768DAB6B861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12.3028180012</c:v>
                </c:pt>
                <c:pt idx="1">
                  <c:v>87.697181998800005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03-47B0-8176-2768DAB6B8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  <c:userShapes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645-4F1D-9C83-BCC80EFB7D81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645-4F1D-9C83-BCC80EFB7D81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37.278616867657966</c:v>
                </c:pt>
                <c:pt idx="1">
                  <c:v>62.721383132342034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45-4F1D-9C83-BCC80EFB7D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1C2-40D7-8C20-53B84225E93A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1C2-40D7-8C20-53B84225E93A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32.540137614678898</c:v>
                </c:pt>
                <c:pt idx="1">
                  <c:v>67.459862385321102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C2-40D7-8C20-53B84225E9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4CA8-481F-B8F1-44F0E22571D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77</c:v>
                </c:pt>
                <c:pt idx="2">
                  <c:v>48</c:v>
                </c:pt>
                <c:pt idx="3">
                  <c:v>51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4CA8-481F-B8F1-44F0E22571D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Comercio</c:v>
                </c:pt>
                <c:pt idx="2">
                  <c:v>Industria de la Construcción</c:v>
                </c:pt>
                <c:pt idx="3">
                  <c:v>Servicios Sociales y Comunales</c:v>
                </c:pt>
                <c:pt idx="4">
                  <c:v>Industrias Extractivas</c:v>
                </c:pt>
                <c:pt idx="5">
                  <c:v>Servicios para Empresas, Personas y el Hogar</c:v>
                </c:pt>
                <c:pt idx="6">
                  <c:v>Agricultura, Ganaderia, Silvicultura, Pesca y Caza</c:v>
                </c:pt>
                <c:pt idx="7">
                  <c:v>Ind Eléctrica y Captación y Suministro de Agua Potable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12447</c:v>
                </c:pt>
                <c:pt idx="1">
                  <c:v>24989</c:v>
                </c:pt>
                <c:pt idx="2">
                  <c:v>19989</c:v>
                </c:pt>
                <c:pt idx="3">
                  <c:v>25548</c:v>
                </c:pt>
                <c:pt idx="4">
                  <c:v>1694</c:v>
                </c:pt>
                <c:pt idx="5">
                  <c:v>19257</c:v>
                </c:pt>
                <c:pt idx="6">
                  <c:v>4529</c:v>
                </c:pt>
                <c:pt idx="7">
                  <c:v>1398</c:v>
                </c:pt>
                <c:pt idx="8">
                  <c:v>18425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8DC-4F40-A762-7F772E3FC8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Comercio</c:v>
                </c:pt>
                <c:pt idx="2">
                  <c:v>Industria de la Construcción</c:v>
                </c:pt>
                <c:pt idx="3">
                  <c:v>Servicios Sociales y Comunales</c:v>
                </c:pt>
                <c:pt idx="4">
                  <c:v>Industrias Extractivas</c:v>
                </c:pt>
                <c:pt idx="5">
                  <c:v>Servicios para Empresas, Personas y el Hogar</c:v>
                </c:pt>
                <c:pt idx="6">
                  <c:v>Agricultura, Ganaderia, Silvicultura, Pesca y Caza</c:v>
                </c:pt>
                <c:pt idx="7">
                  <c:v>Ind Eléctrica y Captación y Suministro de Agua Potable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11730</c:v>
                </c:pt>
                <c:pt idx="1">
                  <c:v>23795</c:v>
                </c:pt>
                <c:pt idx="2">
                  <c:v>19166</c:v>
                </c:pt>
                <c:pt idx="3">
                  <c:v>25967</c:v>
                </c:pt>
                <c:pt idx="4">
                  <c:v>1746</c:v>
                </c:pt>
                <c:pt idx="5">
                  <c:v>20072</c:v>
                </c:pt>
                <c:pt idx="6">
                  <c:v>4909</c:v>
                </c:pt>
                <c:pt idx="7">
                  <c:v>1583</c:v>
                </c:pt>
                <c:pt idx="8">
                  <c:v>20926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8DC-4F40-A762-7F772E3FC8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122144</c:v>
                </c:pt>
                <c:pt idx="1">
                  <c:v>129621</c:v>
                </c:pt>
                <c:pt idx="2">
                  <c:v>129425</c:v>
                </c:pt>
                <c:pt idx="3">
                  <c:v>129262</c:v>
                </c:pt>
                <c:pt idx="4">
                  <c:v>133768</c:v>
                </c:pt>
                <c:pt idx="5">
                  <c:v>139905</c:v>
                </c:pt>
                <c:pt idx="6">
                  <c:v>141141</c:v>
                </c:pt>
                <c:pt idx="7">
                  <c:v>128276</c:v>
                </c:pt>
                <c:pt idx="8">
                  <c:v>129894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74E-4373-BA6C-FF25B77F27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0.4692</cdr:y>
    </cdr:from>
    <cdr:to>
      <cdr:x>1</cdr:x>
      <cdr:y>0.70394</cdr:y>
    </cdr:to>
    <cdr:sp macro="" textlink="">
      <cdr:nvSpPr>
        <cdr:cNvPr id="2" name="TextBox 22">
          <a:extLst xmlns:a="http://schemas.openxmlformats.org/drawingml/2006/main">
            <a:ext uri="{FF2B5EF4-FFF2-40B4-BE49-F238E27FC236}">
              <a16:creationId xmlns:a16="http://schemas.microsoft.com/office/drawing/2014/main" id="{65667225-83A9-C5DD-81DE-705513C824FF}"/>
            </a:ext>
          </a:extLst>
        </cdr:cNvPr>
        <cdr:cNvSpPr txBox="1"/>
      </cdr:nvSpPr>
      <cdr:spPr>
        <a:xfrm xmlns:a="http://schemas.openxmlformats.org/drawingml/2006/main">
          <a:off x="0" y="719567"/>
          <a:ext cx="1555200" cy="36000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</a:defPPr>
          <a:lvl1pPr marR="0" lvl="0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1pPr>
          <a:lvl2pPr marR="0" lvl="1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2pPr>
          <a:lvl3pPr marR="0" lvl="2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3pPr>
          <a:lvl4pPr marR="0" lvl="3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4pPr>
          <a:lvl5pPr marR="0" lvl="4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5pPr>
          <a:lvl6pPr marR="0" lvl="5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6pPr>
          <a:lvl7pPr marR="0" lvl="6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7pPr>
          <a:lvl8pPr marR="0" lvl="7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8pPr>
          <a:lvl9pPr marR="0" lvl="8" algn="l" rtl="0">
            <a:lnSpc>
              <a:spcPct val="100000"/>
            </a:lnSpc>
            <a:spcBef>
              <a:spcPts val="0"/>
            </a:spcBef>
            <a:spcAft>
              <a:spcPts val="0"/>
            </a:spcAft>
            <a:buClr>
              <a:srgbClr val="000000"/>
            </a:buClr>
            <a:buFont typeface="Arial"/>
            <a:def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defRPr>
          </a:lvl9pPr>
        </a:lstStyle>
        <a:p xmlns:a="http://schemas.openxmlformats.org/drawingml/2006/main">
          <a:pPr algn="ctr"/>
          <a:r>
            <a:rPr sz="2200" b="1" dirty="0">
              <a:solidFill>
                <a:srgbClr val="9F2241"/>
              </a:solidFill>
              <a:latin typeface="Montserrat"/>
            </a:rPr>
            <a:t>12%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chart" Target="../charts/chart6.xml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Campeche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/>
              <a:t>l</a:t>
            </a:r>
            <a:r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4" name="Google Shape;66;p15">
            <a:extLst>
              <a:ext uri="{FF2B5EF4-FFF2-40B4-BE49-F238E27FC236}">
                <a16:creationId xmlns:a16="http://schemas.microsoft.com/office/drawing/2014/main" id="{C1CAE2C8-913A-8E8C-C50E-1D3CB34BEF94}"/>
              </a:ext>
            </a:extLst>
          </p:cNvPr>
          <p:cNvSpPr/>
          <p:nvPr/>
        </p:nvSpPr>
        <p:spPr>
          <a:xfrm>
            <a:off x="0" y="847777"/>
            <a:ext cx="7772400" cy="17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Google Shape;67;p15">
            <a:extLst>
              <a:ext uri="{FF2B5EF4-FFF2-40B4-BE49-F238E27FC236}">
                <a16:creationId xmlns:a16="http://schemas.microsoft.com/office/drawing/2014/main" id="{20A814D8-3EEC-0603-6563-217D32F705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3102770"/>
              </p:ext>
            </p:extLst>
          </p:nvPr>
        </p:nvGraphicFramePr>
        <p:xfrm>
          <a:off x="378487" y="2630865"/>
          <a:ext cx="5646459" cy="684084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92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3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0003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de Prestaciones Médicas</a:t>
                      </a:r>
                      <a:endParaRPr sz="105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Dr. Alberto Manuel Cu Cañetas</a:t>
                      </a:r>
                      <a:endParaRPr sz="105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Médico  Cirujano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Especialidad  Cirugía Oncológica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Inicio en el encargo: 16 agosto 2022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521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de Salud en el Trabajo, Prestaciones Económicas y Sociales</a:t>
                      </a:r>
                      <a:endParaRPr sz="105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Dr. Ignacio Carlos Ortíz Morales</a:t>
                      </a:r>
                      <a:endParaRPr sz="105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Médico Cirujano Partero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Maestría en Ciencias de la Salud Ocupacional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Inicio en el cargo: 16 de noviembre de 2020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553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de Afiliación y Cobranza</a:t>
                      </a:r>
                      <a:endParaRPr sz="105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Lic.Marco Antonio Ojeda Méndez </a:t>
                      </a:r>
                      <a:endParaRPr sz="105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Lic. en Contaduría Pública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Inicio en el cargo: 05 de noviembre de 2024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46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de Desarrollo de Personal</a:t>
                      </a:r>
                      <a:endParaRPr sz="105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" sz="105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Lic. </a:t>
                      </a:r>
                      <a:r>
                        <a:rPr lang="es" sz="1050" b="1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Francisco Javier Arias Enriquez</a:t>
                      </a:r>
                      <a:endParaRPr sz="105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Lic. en Derecho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Inicio en el  cargo: 31 de noviembre de 2023</a:t>
                      </a: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46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de Finanzas</a:t>
                      </a:r>
                      <a:endParaRPr sz="105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" sz="105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Lic. </a:t>
                      </a:r>
                      <a:r>
                        <a:rPr lang="es" sz="1050" b="1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Manuel Román Rodríguez Moreno</a:t>
                      </a:r>
                      <a:endParaRPr sz="105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Lic. en Contaduría Pública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Inicio en el cargo: 01 de agosto de 2025</a:t>
                      </a: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846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Jefatura de Servicios Administrativos Encargado del Despacho</a:t>
                      </a:r>
                      <a:endParaRPr sz="105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Lic. Carlos Rafael Alday Herrera </a:t>
                      </a:r>
                      <a:endParaRPr sz="105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Lic. en Administración de Empresas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Inicio en el cargo: 01 de marzo de 2025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2083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05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Lic. Cecilia Marlene Romero Triste</a:t>
                      </a:r>
                      <a:endParaRPr sz="105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Lic. en Derecho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Inicio en el cargo: 16 de d</a:t>
                      </a:r>
                      <a:r>
                        <a:rPr lang="es" sz="10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iciembre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 de 2014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53455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Secretaria General </a:t>
                      </a:r>
                      <a:b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050" b="1" u="none" strike="noStrike" cap="none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de la Sección XXVII </a:t>
                      </a:r>
                      <a:endParaRPr sz="1050" b="1" u="none" strike="noStrike" cap="none">
                        <a:solidFill>
                          <a:schemeClr val="lt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 b="1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Enf. Beatriz del Socorro Huicab Rodríguez</a:t>
                      </a:r>
                      <a:endParaRPr sz="1050" b="1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Lic. en Enfermería</a:t>
                      </a:r>
                      <a:endParaRPr sz="1000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5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Inicio en el cargo: 13 de diciembre de 2022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ontserrat" panose="00000500000000000000" pitchFamily="2" charset="0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Google Shape;68;p15">
            <a:extLst>
              <a:ext uri="{FF2B5EF4-FFF2-40B4-BE49-F238E27FC236}">
                <a16:creationId xmlns:a16="http://schemas.microsoft.com/office/drawing/2014/main" id="{E0524769-80E7-068F-66C4-76CFFB70DE09}"/>
              </a:ext>
            </a:extLst>
          </p:cNvPr>
          <p:cNvSpPr txBox="1"/>
          <p:nvPr/>
        </p:nvSpPr>
        <p:spPr>
          <a:xfrm>
            <a:off x="2733152" y="871582"/>
            <a:ext cx="4973700" cy="189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Dra. Flor Irene Rodríguez Melo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66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Médic</a:t>
            </a: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Cirujana 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66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Especialidad en Pediatría e Infectología Pediátrica </a:t>
            </a:r>
          </a:p>
          <a:p>
            <a:pPr marL="269999" marR="0" lvl="0" indent="-166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-MX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Maestría en Gestión Directiva </a:t>
            </a:r>
            <a:endParaRPr lang="es-MX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662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-MX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Doctorado en Alta dirección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30 de noviembre de 2023</a:t>
            </a:r>
            <a:endParaRPr sz="1200" b="1" i="0" u="none" strike="noStrike" cap="none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Google Shape;70;p15">
            <a:extLst>
              <a:ext uri="{FF2B5EF4-FFF2-40B4-BE49-F238E27FC236}">
                <a16:creationId xmlns:a16="http://schemas.microsoft.com/office/drawing/2014/main" id="{0C6EC2DD-ADEE-F00D-D5C4-24DA659A3F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3583" y="933855"/>
            <a:ext cx="1724021" cy="1570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p15">
            <a:extLst>
              <a:ext uri="{FF2B5EF4-FFF2-40B4-BE49-F238E27FC236}">
                <a16:creationId xmlns:a16="http://schemas.microsoft.com/office/drawing/2014/main" id="{FEAC188D-3F3A-1F13-2E93-6767693D72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5597" y="2649903"/>
            <a:ext cx="963921" cy="881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2;p15">
            <a:extLst>
              <a:ext uri="{FF2B5EF4-FFF2-40B4-BE49-F238E27FC236}">
                <a16:creationId xmlns:a16="http://schemas.microsoft.com/office/drawing/2014/main" id="{F597951D-808B-07C1-DB29-645D9AEE74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14464" y="3554005"/>
            <a:ext cx="963921" cy="942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3;p15">
            <a:extLst>
              <a:ext uri="{FF2B5EF4-FFF2-40B4-BE49-F238E27FC236}">
                <a16:creationId xmlns:a16="http://schemas.microsoft.com/office/drawing/2014/main" id="{DA8C0372-43D1-CED3-761B-C7026C89D52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14464" y="4451012"/>
            <a:ext cx="963921" cy="791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4;p15">
            <a:extLst>
              <a:ext uri="{FF2B5EF4-FFF2-40B4-BE49-F238E27FC236}">
                <a16:creationId xmlns:a16="http://schemas.microsoft.com/office/drawing/2014/main" id="{65B463A5-C467-4FF0-2A22-C0FA302FFE2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34810" y="5237048"/>
            <a:ext cx="963920" cy="850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5;p15">
            <a:extLst>
              <a:ext uri="{FF2B5EF4-FFF2-40B4-BE49-F238E27FC236}">
                <a16:creationId xmlns:a16="http://schemas.microsoft.com/office/drawing/2014/main" id="{C9594E29-07F9-4F6B-B338-809CC1200E6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42825" y="6086202"/>
            <a:ext cx="963920" cy="791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6;p15">
            <a:extLst>
              <a:ext uri="{FF2B5EF4-FFF2-40B4-BE49-F238E27FC236}">
                <a16:creationId xmlns:a16="http://schemas.microsoft.com/office/drawing/2014/main" id="{0132749C-93AB-EF87-1B4F-60AC1CD1C18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b="-24778"/>
          <a:stretch>
            <a:fillRect/>
          </a:stretch>
        </p:blipFill>
        <p:spPr>
          <a:xfrm>
            <a:off x="6024946" y="6873822"/>
            <a:ext cx="981799" cy="915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77;p15">
            <a:extLst>
              <a:ext uri="{FF2B5EF4-FFF2-40B4-BE49-F238E27FC236}">
                <a16:creationId xmlns:a16="http://schemas.microsoft.com/office/drawing/2014/main" id="{885FB41A-BEA6-12BA-B532-3B4EC1A5831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15598" y="7597573"/>
            <a:ext cx="991148" cy="881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78;p15">
            <a:extLst>
              <a:ext uri="{FF2B5EF4-FFF2-40B4-BE49-F238E27FC236}">
                <a16:creationId xmlns:a16="http://schemas.microsoft.com/office/drawing/2014/main" id="{43923100-C684-65B3-951F-CA3E9D1CE784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rcRect b="22961"/>
          <a:stretch>
            <a:fillRect/>
          </a:stretch>
        </p:blipFill>
        <p:spPr>
          <a:xfrm>
            <a:off x="6024947" y="8508965"/>
            <a:ext cx="973784" cy="956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54%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237076"/>
              </p:ext>
            </p:extLst>
          </p:nvPr>
        </p:nvGraphicFramePr>
        <p:xfrm>
          <a:off x="2422911" y="1108689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215031" y="2040715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386,758</a:t>
            </a:r>
            <a:br>
              <a:rPr/>
            </a:br>
            <a:r>
              <a:t>40%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7766" y="2060601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551912" y="2237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174519" y="405298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135,277</a:t>
            </a:r>
            <a:br/>
            <a:r>
              <a:t>14%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895" y="4093186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451887" y="4257901"/>
            <a:ext cx="122400" cy="122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902254" y="3670202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114,689</a:t>
            </a:r>
            <a:br>
              <a:rPr/>
            </a:br>
            <a:r>
              <a:t>12%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854" y="3713402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797477" y="3871001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-92146" y="195299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282,138</a:t>
            </a:r>
            <a:br>
              <a:rPr/>
            </a:br>
            <a:r>
              <a:t>29%</a:t>
            </a:r>
          </a:p>
        </p:txBody>
      </p:sp>
      <p:pic>
        <p:nvPicPr>
          <p:cNvPr id="128" name="Picture 127" descr="0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754" y="1955698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2373854" y="2103393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864729" y="1018043"/>
            <a:ext cx="8208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43,152</a:t>
            </a:r>
            <a:br>
              <a:rPr/>
            </a:br>
            <a:r>
              <a:t>4%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6930" y="1061999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3172913" y="1194698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172913" y="2323631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>
              <a:rPr/>
            </a:br>
            <a:r>
              <a:rPr err="1"/>
              <a:t>estatal</a:t>
            </a:r>
            <a:br>
              <a:rPr/>
            </a:br>
            <a:r>
              <a:t>962,014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363,191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386,758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212,047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232,330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129,894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56,688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64,032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151,144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154,428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55,431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852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1,326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4_ca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201049"/>
              </p:ext>
            </p:extLst>
          </p:nvPr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24</a:t>
                      </a:r>
                      <a:r>
                        <a:rPr lang="es-MX" sz="1000">
                          <a:latin typeface="Montserrat"/>
                        </a:rPr>
                        <a:t>2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24</a:t>
                      </a:r>
                      <a:r>
                        <a:rPr lang="es-MX" sz="1000">
                          <a:latin typeface="Montserrat"/>
                        </a:rPr>
                        <a:t>2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187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663430"/>
              </p:ext>
            </p:extLst>
          </p:nvPr>
        </p:nvGraphicFramePr>
        <p:xfrm>
          <a:off x="4536000" y="6854400"/>
          <a:ext cx="3096000" cy="1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  <a:r>
                        <a:rPr lang="es-MX" baseline="30000"/>
                        <a:t>2</a:t>
                      </a:r>
                      <a:endParaRPr baseline="30000"/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61</a:t>
                      </a:r>
                      <a:endParaRPr/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61</a:t>
                      </a:r>
                      <a:endParaRPr/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</a:t>
            </a:r>
            <a:r>
              <a:rPr err="1"/>
              <a:t>Incluye</a:t>
            </a:r>
            <a:r>
              <a:t> 8 UMF, 1 UMFH y no </a:t>
            </a:r>
            <a:r>
              <a:rPr err="1"/>
              <a:t>incluye</a:t>
            </a:r>
            <a:r>
              <a:t> 6 </a:t>
            </a:r>
            <a:r>
              <a:rPr err="1"/>
              <a:t>Unidades</a:t>
            </a:r>
            <a:r>
              <a:t> </a:t>
            </a:r>
            <a:r>
              <a:rPr err="1"/>
              <a:t>Auxiliares</a:t>
            </a:r>
            <a:r>
              <a:t> de Medicina Familiar.</a:t>
            </a:r>
            <a:br>
              <a:rPr/>
            </a:br>
            <a:r>
              <a:t>² No </a:t>
            </a:r>
            <a:r>
              <a:rPr err="1"/>
              <a:t>incluye</a:t>
            </a:r>
            <a:r>
              <a:t> </a:t>
            </a:r>
            <a:r>
              <a:rPr err="1"/>
              <a:t>Unidades</a:t>
            </a:r>
            <a:r>
              <a:t> </a:t>
            </a:r>
            <a:r>
              <a:rPr err="1"/>
              <a:t>médicas</a:t>
            </a:r>
            <a:r>
              <a:t> </a:t>
            </a:r>
            <a:r>
              <a:rPr err="1"/>
              <a:t>móviles</a:t>
            </a:r>
            <a:r>
              <a:t> (UMM) </a:t>
            </a:r>
            <a:r>
              <a:rPr err="1"/>
              <a:t>ni</a:t>
            </a:r>
            <a:r>
              <a:t> </a:t>
            </a:r>
            <a:r>
              <a:rPr err="1"/>
              <a:t>Brigadas</a:t>
            </a:r>
            <a:r>
              <a:t> de </a:t>
            </a:r>
            <a:r>
              <a:rPr err="1"/>
              <a:t>salud</a:t>
            </a:r>
            <a:r>
              <a:t>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</a:t>
            </a:r>
            <a:r>
              <a:t>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9;g3d0b4d3c5c9_3_0">
            <a:extLst>
              <a:ext uri="{FF2B5EF4-FFF2-40B4-BE49-F238E27FC236}">
                <a16:creationId xmlns:a16="http://schemas.microsoft.com/office/drawing/2014/main" id="{E60D6C16-9C89-F89F-2CDB-90BB782EF3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397" b="37562"/>
          <a:stretch/>
        </p:blipFill>
        <p:spPr>
          <a:xfrm>
            <a:off x="288000" y="2017430"/>
            <a:ext cx="3007750" cy="2203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Google Shape;91;g3d0b4d3c5c9_3_0">
            <a:extLst>
              <a:ext uri="{FF2B5EF4-FFF2-40B4-BE49-F238E27FC236}">
                <a16:creationId xmlns:a16="http://schemas.microsoft.com/office/drawing/2014/main" id="{EB4DDCCC-4B95-8BE9-FDCF-38C03EE890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9020471"/>
              </p:ext>
            </p:extLst>
          </p:nvPr>
        </p:nvGraphicFramePr>
        <p:xfrm>
          <a:off x="288000" y="1191600"/>
          <a:ext cx="68474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4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 San Francisco</a:t>
                      </a: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Campeche</a:t>
                      </a:r>
                      <a:endParaRPr sz="18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5E604CEE-4A3B-6570-AEF5-C6416554CF4C}"/>
              </a:ext>
            </a:extLst>
          </p:cNvPr>
          <p:cNvSpPr txBox="1"/>
          <p:nvPr/>
        </p:nvSpPr>
        <p:spPr>
          <a:xfrm>
            <a:off x="3387054" y="1814743"/>
            <a:ext cx="4123034" cy="24057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operaciones en 1954 con atención  ambulatoria, mediante consultas de medicina general y servicios preventivos. </a:t>
            </a:r>
          </a:p>
          <a:p>
            <a:pPr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/>
              </a:rPr>
              <a:t>En 1967 se inauguró el </a:t>
            </a:r>
            <a:r>
              <a:rPr lang="es-ES" sz="1200">
                <a:latin typeface="Montserrat"/>
              </a:rPr>
              <a:t>HGZMF</a:t>
            </a: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/>
              </a:rPr>
              <a:t> No. 1 “Dr. Abraham Azar Farah”, primer hospital del Instituto en la entidad, que contaba con una capacidad aproximada de 25 camas censables.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Los servicios iniciales, fueron medicina general, atención de urgencias, hospitalización básica, gineco‑obstetricia, quirófano, rayos X y laboratorio clínico.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cam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00" y="454507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38143"/>
              </p:ext>
            </p:extLst>
          </p:nvPr>
        </p:nvGraphicFramePr>
        <p:xfrm>
          <a:off x="88316" y="5596810"/>
          <a:ext cx="7650000" cy="165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59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  <a:r>
                        <a:rPr lang="es-MX"/>
                        <a:t>2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</a:t>
            </a:r>
            <a:r>
              <a:rPr err="1"/>
              <a:t>quirófano</a:t>
            </a:r>
            <a:r>
              <a:t>, salas </a:t>
            </a:r>
            <a:r>
              <a:rPr err="1"/>
              <a:t>híbridas</a:t>
            </a:r>
            <a:r>
              <a:t> y salas </a:t>
            </a:r>
            <a:r>
              <a:rPr err="1"/>
              <a:t>mixtas</a:t>
            </a:r>
            <a:r>
              <a:t>, no </a:t>
            </a:r>
            <a:r>
              <a:rPr err="1"/>
              <a:t>considera</a:t>
            </a:r>
            <a:r>
              <a:t> salas de </a:t>
            </a:r>
            <a:r>
              <a:rPr err="1"/>
              <a:t>tococirugía</a:t>
            </a:r>
            <a:r>
              <a:t> y </a:t>
            </a:r>
            <a:r>
              <a:rPr err="1"/>
              <a:t>expulsión</a:t>
            </a:r>
            <a:r>
              <a:t>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seleccionados</a:t>
            </a:r>
            <a:r>
              <a:t> del IFU </a:t>
            </a:r>
            <a:r>
              <a:rPr err="1"/>
              <a:t>enviados</a:t>
            </a:r>
            <a:r>
              <a:t> </a:t>
            </a:r>
            <a:r>
              <a:rPr err="1"/>
              <a:t>por</a:t>
            </a:r>
            <a:r>
              <a:t> el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</a:t>
            </a:r>
            <a:r>
              <a:t>o de 2026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7722163F-3E2B-4B97-1EA8-9B84FE2D4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620783"/>
              </p:ext>
            </p:extLst>
          </p:nvPr>
        </p:nvGraphicFramePr>
        <p:xfrm>
          <a:off x="56628" y="7501778"/>
          <a:ext cx="7650000" cy="142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</a:t>
                      </a:r>
                      <a:r>
                        <a:rPr err="1"/>
                        <a:t>cuidados</a:t>
                      </a:r>
                      <a:r>
                        <a:t> </a:t>
                      </a:r>
                      <a:r>
                        <a:rPr err="1"/>
                        <a:t>intensivos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Hecelchakán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31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Mamantel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61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  <a:r>
                        <a:rPr lang="es-MX"/>
                        <a:t>3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67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57421A28-9A7E-957F-B18A-821DA9768172}"/>
              </a:ext>
            </a:extLst>
          </p:cNvPr>
          <p:cNvGrpSpPr/>
          <p:nvPr/>
        </p:nvGrpSpPr>
        <p:grpSpPr>
          <a:xfrm>
            <a:off x="0" y="4539232"/>
            <a:ext cx="7772400" cy="3268427"/>
            <a:chOff x="0" y="5692782"/>
            <a:chExt cx="7772400" cy="3268427"/>
          </a:xfrm>
        </p:grpSpPr>
        <p:sp>
          <p:nvSpPr>
            <p:cNvPr id="5" name="Google Shape;97;g3d62d805bc0_1_54">
              <a:extLst>
                <a:ext uri="{FF2B5EF4-FFF2-40B4-BE49-F238E27FC236}">
                  <a16:creationId xmlns:a16="http://schemas.microsoft.com/office/drawing/2014/main" id="{C2E4B35A-8FE3-BD67-ECE6-9BCBEE1C6382}"/>
                </a:ext>
              </a:extLst>
            </p:cNvPr>
            <p:cNvSpPr txBox="1"/>
            <p:nvPr/>
          </p:nvSpPr>
          <p:spPr>
            <a:xfrm>
              <a:off x="2572199" y="8315357"/>
              <a:ext cx="2577600" cy="645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HGZMF 1 Campeche</a:t>
              </a:r>
            </a:p>
            <a:p>
              <a:pPr marR="50800" lvl="0" algn="ctr">
                <a:lnSpc>
                  <a:spcPct val="111000"/>
                </a:lnSpc>
              </a:pPr>
              <a:r>
                <a:rPr lang="es-MX" b="1">
                  <a:solidFill>
                    <a:srgbClr val="595959"/>
                  </a:solidFill>
                  <a:latin typeface="Montserrat"/>
                </a:rPr>
                <a:t>$  29.6 </a:t>
              </a:r>
              <a:r>
                <a:rPr lang="es-MX" b="1" err="1">
                  <a:solidFill>
                    <a:srgbClr val="595959"/>
                  </a:solidFill>
                  <a:latin typeface="Montserrat"/>
                </a:rPr>
                <a:t>mdp</a:t>
              </a:r>
              <a:r>
                <a:rPr lang="es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 </a:t>
              </a: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6" name="Google Shape;98;g3d62d805bc0_1_54">
              <a:extLst>
                <a:ext uri="{FF2B5EF4-FFF2-40B4-BE49-F238E27FC236}">
                  <a16:creationId xmlns:a16="http://schemas.microsoft.com/office/drawing/2014/main" id="{C0FE22F2-D00F-9474-556B-52B246737CE9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94923" y="6411113"/>
              <a:ext cx="2382553" cy="1576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05;g3d62d805bc0_1_54">
              <a:extLst>
                <a:ext uri="{FF2B5EF4-FFF2-40B4-BE49-F238E27FC236}">
                  <a16:creationId xmlns:a16="http://schemas.microsoft.com/office/drawing/2014/main" id="{BE74383B-E7CD-43CC-88FE-AAAB24F754AA}"/>
                </a:ext>
              </a:extLst>
            </p:cNvPr>
            <p:cNvSpPr txBox="1"/>
            <p:nvPr/>
          </p:nvSpPr>
          <p:spPr>
            <a:xfrm>
              <a:off x="0" y="5692782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</a:t>
              </a:r>
              <a:endParaRPr sz="23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Google Shape;83;g37263673d04_0_31">
              <a:extLst>
                <a:ext uri="{FF2B5EF4-FFF2-40B4-BE49-F238E27FC236}">
                  <a16:creationId xmlns:a16="http://schemas.microsoft.com/office/drawing/2014/main" id="{7CB20B2C-CB79-AB6D-97CF-63C0C4B975B9}"/>
                </a:ext>
              </a:extLst>
            </p:cNvPr>
            <p:cNvSpPr/>
            <p:nvPr/>
          </p:nvSpPr>
          <p:spPr>
            <a:xfrm>
              <a:off x="2694923" y="7934357"/>
              <a:ext cx="454200" cy="3810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9" name="Google Shape;84;g37263673d04_0_31">
              <a:extLst>
                <a:ext uri="{FF2B5EF4-FFF2-40B4-BE49-F238E27FC236}">
                  <a16:creationId xmlns:a16="http://schemas.microsoft.com/office/drawing/2014/main" id="{57E603F4-544A-6563-13D1-F86AC2F43A61}"/>
                </a:ext>
              </a:extLst>
            </p:cNvPr>
            <p:cNvSpPr/>
            <p:nvPr/>
          </p:nvSpPr>
          <p:spPr>
            <a:xfrm>
              <a:off x="3149124" y="7934364"/>
              <a:ext cx="1928351" cy="3810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263609"/>
              </p:ext>
            </p:extLst>
          </p:nvPr>
        </p:nvGraphicFramePr>
        <p:xfrm>
          <a:off x="119978" y="1710991"/>
          <a:ext cx="7534799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</a:t>
                      </a:r>
                      <a:r>
                        <a:rPr err="1"/>
                        <a:t>Hemodinamia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/>
              <a:t>Proyectos</a:t>
            </a:r>
            <a:r>
              <a:t> de </a:t>
            </a:r>
            <a:r>
              <a:rPr err="1"/>
              <a:t>implementación</a:t>
            </a:r>
            <a:r>
              <a:t>/</a:t>
            </a:r>
            <a:r>
              <a:rPr err="1"/>
              <a:t>sustitución</a:t>
            </a:r>
            <a:r>
              <a:t> 2019-2025. </a:t>
            </a:r>
            <a:r>
              <a:rPr err="1"/>
              <a:t>Incluye</a:t>
            </a:r>
            <a:r>
              <a:t> </a:t>
            </a:r>
            <a:r>
              <a:rPr err="1"/>
              <a:t>equipo</a:t>
            </a:r>
            <a:r>
              <a:t> de la </a:t>
            </a:r>
            <a:r>
              <a:rPr err="1"/>
              <a:t>compra</a:t>
            </a:r>
            <a:r>
              <a:t> 2025-2026.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seleccionadas</a:t>
            </a:r>
            <a:r>
              <a:t> del IFU, </a:t>
            </a:r>
            <a:r>
              <a:rPr err="1"/>
              <a:t>enviadas</a:t>
            </a:r>
            <a:r>
              <a:t> </a:t>
            </a:r>
            <a:r>
              <a:rPr err="1"/>
              <a:t>por</a:t>
            </a:r>
            <a:r>
              <a:t> el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</a:t>
            </a:r>
            <a:r>
              <a:t>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5006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876EAEB5-7AEA-F638-E629-06E9A8068C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774378C-F4AE-1A20-70CE-782293AA959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46FBCA9-CB46-46C4-A771-082401D1EBED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7437D4-A6C0-B8BB-88DC-46382915762E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DACE77E-5436-8986-4B27-57AB18E86166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D84D7706-61A0-7A20-7D72-ACF3A306A03D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DC661EF0-B9EA-CCB2-CECC-A51CA6B529F0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+2,636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+115,642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+43,937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788,698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115,642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356,797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783,716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226,347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43,937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95,519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11,758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2,636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4,540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13,952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4 UMF de lunes a </a:t>
            </a:r>
            <a:r>
              <a:rPr err="1"/>
              <a:t>viernes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327319"/>
              </p:ext>
            </p:extLst>
          </p:nvPr>
        </p:nvGraphicFramePr>
        <p:xfrm>
          <a:off x="149400" y="1664335"/>
          <a:ext cx="7473599" cy="1464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117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La Joya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16,678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Escarcega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32,070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15,922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40,716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Hopelchen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Palizada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7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66,676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16,892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31,171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79,716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823288"/>
              </p:ext>
            </p:extLst>
          </p:nvPr>
        </p:nvGraphicFramePr>
        <p:xfrm>
          <a:off x="4651200" y="3078625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51200" y="3764033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1200" y="4728599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900" y="3344633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79,716 </a:t>
            </a:r>
            <a:br>
              <a:rPr/>
            </a:br>
            <a:r>
              <a:t>Meta 2026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DBD6594C-C4C8-582E-2C04-FAA949A331B2}"/>
              </a:ext>
            </a:extLst>
          </p:cNvPr>
          <p:cNvSpPr txBox="1"/>
          <p:nvPr/>
        </p:nvSpPr>
        <p:spPr>
          <a:xfrm>
            <a:off x="90900" y="49948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5 </a:t>
            </a:r>
            <a:r>
              <a:rPr err="1"/>
              <a:t>Unidades</a:t>
            </a:r>
            <a:r>
              <a:t> </a:t>
            </a:r>
            <a:r>
              <a:rPr err="1"/>
              <a:t>Médicas</a:t>
            </a:r>
            <a:r>
              <a:t> de </a:t>
            </a:r>
            <a:r>
              <a:rPr err="1"/>
              <a:t>tiempo</a:t>
            </a:r>
            <a:r>
              <a:t> </a:t>
            </a:r>
            <a:r>
              <a:rPr err="1"/>
              <a:t>completo</a:t>
            </a:r>
            <a:r>
              <a:t> (11 </a:t>
            </a:r>
            <a:r>
              <a:rPr err="1"/>
              <a:t>consultorios</a:t>
            </a:r>
            <a:r>
              <a:t>)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FA38496-8662-E493-9ECC-658E47D497B3}"/>
              </a:ext>
            </a:extLst>
          </p:cNvPr>
          <p:cNvSpPr txBox="1"/>
          <p:nvPr/>
        </p:nvSpPr>
        <p:spPr>
          <a:xfrm>
            <a:off x="207900" y="5301201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rPr err="1"/>
              <a:t>Productividad</a:t>
            </a:r>
            <a:r>
              <a:t> de </a:t>
            </a:r>
            <a:r>
              <a:rPr err="1"/>
              <a:t>consultas</a:t>
            </a:r>
            <a:r>
              <a:t> de </a:t>
            </a:r>
            <a:r>
              <a:rPr err="1"/>
              <a:t>medicina</a:t>
            </a:r>
            <a:r>
              <a:t> familiar 2025-2026</a:t>
            </a:r>
          </a:p>
        </p:txBody>
      </p:sp>
      <p:graphicFrame>
        <p:nvGraphicFramePr>
          <p:cNvPr id="18" name="Table 20">
            <a:extLst>
              <a:ext uri="{FF2B5EF4-FFF2-40B4-BE49-F238E27FC236}">
                <a16:creationId xmlns:a16="http://schemas.microsoft.com/office/drawing/2014/main" id="{6167AE35-2534-FEF0-8F59-79CF63561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870685"/>
              </p:ext>
            </p:extLst>
          </p:nvPr>
        </p:nvGraphicFramePr>
        <p:xfrm>
          <a:off x="147601" y="5625203"/>
          <a:ext cx="7473599" cy="1616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87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 Champotón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42,801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19,441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10 Santa Lucía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85,203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37,254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Ah Kim Pech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72,143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10,325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32,878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Cd. del Carmen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163,165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71,568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Campeche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129,697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59,221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493,009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53,999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220,362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481,000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03F3BA0-ACEA-50C1-C44D-1E19A519237F}"/>
              </a:ext>
            </a:extLst>
          </p:cNvPr>
          <p:cNvSpPr txBox="1"/>
          <p:nvPr/>
        </p:nvSpPr>
        <p:spPr>
          <a:xfrm>
            <a:off x="2016900" y="7490704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</a:t>
            </a:r>
            <a:r>
              <a:rPr err="1"/>
              <a:t>consultas</a:t>
            </a:r>
            <a:r>
              <a:t> </a:t>
            </a:r>
            <a:r>
              <a:rPr err="1"/>
              <a:t>en</a:t>
            </a:r>
            <a:r>
              <a:t> 2025 </a:t>
            </a:r>
            <a:r>
              <a:rPr err="1"/>
              <a:t>fueron</a:t>
            </a:r>
            <a:r>
              <a:t> </a:t>
            </a:r>
            <a:r>
              <a:rPr err="1"/>
              <a:t>en</a:t>
            </a:r>
            <a:r>
              <a:t> fin de </a:t>
            </a:r>
            <a:r>
              <a:rPr err="1"/>
              <a:t>semana</a:t>
            </a:r>
            <a:r>
              <a:t> (60,654 </a:t>
            </a:r>
            <a:r>
              <a:rPr err="1"/>
              <a:t>consultas</a:t>
            </a:r>
            <a:r>
              <a:t>)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B738ED1A-B418-96B2-CDD8-FA31F3665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493043"/>
              </p:ext>
            </p:extLst>
          </p:nvPr>
        </p:nvGraphicFramePr>
        <p:xfrm>
          <a:off x="461700" y="7314498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CuadroTexto 23">
            <a:extLst>
              <a:ext uri="{FF2B5EF4-FFF2-40B4-BE49-F238E27FC236}">
                <a16:creationId xmlns:a16="http://schemas.microsoft.com/office/drawing/2014/main" id="{5994CDC8-601F-1360-96B3-4049A0BE3BA3}"/>
              </a:ext>
            </a:extLst>
          </p:cNvPr>
          <p:cNvSpPr txBox="1"/>
          <p:nvPr/>
        </p:nvSpPr>
        <p:spPr>
          <a:xfrm>
            <a:off x="4304028" y="7447571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1 Nueva UMTC con   3 consultorios</a:t>
            </a:r>
          </a:p>
        </p:txBody>
      </p:sp>
      <p:graphicFrame>
        <p:nvGraphicFramePr>
          <p:cNvPr id="26" name="Tabla 25">
            <a:extLst>
              <a:ext uri="{FF2B5EF4-FFF2-40B4-BE49-F238E27FC236}">
                <a16:creationId xmlns:a16="http://schemas.microsoft.com/office/drawing/2014/main" id="{86228630-6296-2712-D732-8EB0F4BCB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038444"/>
              </p:ext>
            </p:extLst>
          </p:nvPr>
        </p:nvGraphicFramePr>
        <p:xfrm>
          <a:off x="4651200" y="8605144"/>
          <a:ext cx="2808830" cy="6686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HGSMF 1 Campeche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006555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43825"/>
            <a:ext cx="74736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</a:t>
            </a:r>
            <a:r>
              <a:rPr lang="es-MX"/>
              <a:t>incluye</a:t>
            </a:r>
            <a:r>
              <a:t> la </a:t>
            </a:r>
            <a:r>
              <a:rPr lang="es-MX"/>
              <a:t>productividad</a:t>
            </a:r>
            <a:r>
              <a:t> de </a:t>
            </a:r>
            <a:r>
              <a:rPr lang="es-MX"/>
              <a:t>especialidad</a:t>
            </a:r>
            <a:r>
              <a:t> </a:t>
            </a:r>
            <a:r>
              <a:rPr lang="es-MX"/>
              <a:t>generada</a:t>
            </a:r>
            <a:r>
              <a:t> </a:t>
            </a:r>
            <a:r>
              <a:rPr lang="es-MX"/>
              <a:t>en</a:t>
            </a:r>
            <a:r>
              <a:t> UMF </a:t>
            </a:r>
            <a:r>
              <a:rPr lang="es-MX"/>
              <a:t>ni</a:t>
            </a:r>
            <a:r>
              <a:t> </a:t>
            </a:r>
            <a:r>
              <a:rPr lang="es-MX"/>
              <a:t>en</a:t>
            </a:r>
            <a:r>
              <a:t> HR. En </a:t>
            </a:r>
            <a:r>
              <a:rPr lang="es-MX"/>
              <a:t>el</a:t>
            </a:r>
            <a:r>
              <a:t> </a:t>
            </a:r>
            <a:r>
              <a:rPr lang="es-MX"/>
              <a:t>año</a:t>
            </a:r>
            <a:r>
              <a:t> 2025 no </a:t>
            </a:r>
            <a:r>
              <a:rPr lang="es-MX"/>
              <a:t>incluye</a:t>
            </a:r>
            <a:r>
              <a:t> </a:t>
            </a:r>
            <a:r>
              <a:rPr lang="es-MX"/>
              <a:t>información</a:t>
            </a:r>
            <a:r>
              <a:t> de HR y UMR.</a:t>
            </a:r>
            <a:br>
              <a:rPr/>
            </a:br>
            <a:r>
              <a:t>El </a:t>
            </a:r>
            <a:r>
              <a:rPr lang="es-MX"/>
              <a:t>año</a:t>
            </a:r>
            <a:r>
              <a:t> de </a:t>
            </a:r>
            <a:r>
              <a:rPr lang="es-MX"/>
              <a:t>proceso</a:t>
            </a:r>
            <a:r>
              <a:t> </a:t>
            </a:r>
            <a:r>
              <a:rPr lang="es-MX"/>
              <a:t>inicia</a:t>
            </a:r>
            <a:r>
              <a:t> del 26 de </a:t>
            </a:r>
            <a:r>
              <a:rPr lang="es-MX"/>
              <a:t>diciembre</a:t>
            </a:r>
            <a:r>
              <a:t> del </a:t>
            </a:r>
            <a:r>
              <a:rPr lang="es-MX"/>
              <a:t>año</a:t>
            </a:r>
            <a:r>
              <a:t> anterior al 25 de </a:t>
            </a:r>
            <a:r>
              <a:rPr lang="es-MX"/>
              <a:t>diciembre</a:t>
            </a:r>
            <a:r>
              <a:t> del </a:t>
            </a:r>
            <a:r>
              <a:rPr lang="es-MX"/>
              <a:t>año</a:t>
            </a:r>
            <a:r>
              <a:t> </a:t>
            </a:r>
            <a:r>
              <a:rPr lang="es-MX"/>
              <a:t>en</a:t>
            </a:r>
            <a:r>
              <a:t> curso:2025 (del 26 de </a:t>
            </a:r>
            <a:r>
              <a:rPr lang="es-MX"/>
              <a:t>dic</a:t>
            </a:r>
            <a:r>
              <a:t> de 2024 al 25 de </a:t>
            </a:r>
            <a:r>
              <a:rPr lang="es-MX"/>
              <a:t>dic</a:t>
            </a:r>
            <a:r>
              <a:t> de 2025).</a:t>
            </a:r>
            <a:endParaRPr lang="es-MX"/>
          </a:p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lang="es-MX"/>
              <a:t>No incluye las cirugías realizadas en HR. Sólo se consideran cirugías principales</a:t>
            </a:r>
          </a:p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 Corte de </a:t>
            </a:r>
            <a:r>
              <a:rPr lang="es-MX"/>
              <a:t>información</a:t>
            </a:r>
            <a:r>
              <a:t>: Semana: 24, 7 </a:t>
            </a:r>
            <a:r>
              <a:rPr lang="es-MX"/>
              <a:t>junio</a:t>
            </a:r>
            <a:r>
              <a:t>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116673"/>
              </p:ext>
            </p:extLst>
          </p:nvPr>
        </p:nvGraphicFramePr>
        <p:xfrm>
          <a:off x="216000" y="1470655"/>
          <a:ext cx="7340399" cy="146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404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Incremento</a:t>
                      </a:r>
                      <a:r>
                        <a:t>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29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29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121,035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19,591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53,136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29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21,372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29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226,347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43,937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95,519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341547"/>
              </p:ext>
            </p:extLst>
          </p:nvPr>
        </p:nvGraphicFramePr>
        <p:xfrm>
          <a:off x="4710462" y="290728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10462" y="3571971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37.3%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10462" y="453998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74370" y="309492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256,230 </a:t>
            </a:r>
            <a:br>
              <a:rPr/>
            </a:br>
            <a:r>
              <a:t>Meta 2026</a:t>
            </a:r>
          </a:p>
        </p:txBody>
      </p:sp>
      <p:graphicFrame>
        <p:nvGraphicFramePr>
          <p:cNvPr id="3" name="Google Shape;230;g370e87ffe7a_2_137">
            <a:extLst>
              <a:ext uri="{FF2B5EF4-FFF2-40B4-BE49-F238E27FC236}">
                <a16:creationId xmlns:a16="http://schemas.microsoft.com/office/drawing/2014/main" id="{03E1D3E3-AEFE-73CC-5425-4B415AD651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9443006"/>
              </p:ext>
            </p:extLst>
          </p:nvPr>
        </p:nvGraphicFramePr>
        <p:xfrm>
          <a:off x="120124" y="49342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232">
            <a:extLst>
              <a:ext uri="{FF2B5EF4-FFF2-40B4-BE49-F238E27FC236}">
                <a16:creationId xmlns:a16="http://schemas.microsoft.com/office/drawing/2014/main" id="{E8A418EC-3197-6F82-36F8-0FAC33AD3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054668"/>
              </p:ext>
            </p:extLst>
          </p:nvPr>
        </p:nvGraphicFramePr>
        <p:xfrm>
          <a:off x="216000" y="5540548"/>
          <a:ext cx="7340399" cy="1520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77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Incremento</a:t>
                      </a:r>
                      <a:r>
                        <a:t>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46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2,282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46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46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4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11,758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4,540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13,952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236">
            <a:extLst>
              <a:ext uri="{FF2B5EF4-FFF2-40B4-BE49-F238E27FC236}">
                <a16:creationId xmlns:a16="http://schemas.microsoft.com/office/drawing/2014/main" id="{8711FF47-E74E-8917-D13A-FB1F72AD569E}"/>
              </a:ext>
            </a:extLst>
          </p:cNvPr>
          <p:cNvSpPr txBox="1"/>
          <p:nvPr/>
        </p:nvSpPr>
        <p:spPr>
          <a:xfrm>
            <a:off x="941400" y="7625597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13,952 </a:t>
            </a:r>
            <a:br>
              <a:rPr/>
            </a:br>
            <a:r>
              <a:t>Meta 2026</a:t>
            </a:r>
          </a:p>
        </p:txBody>
      </p:sp>
      <p:graphicFrame>
        <p:nvGraphicFramePr>
          <p:cNvPr id="9" name="Chart 233">
            <a:extLst>
              <a:ext uri="{FF2B5EF4-FFF2-40B4-BE49-F238E27FC236}">
                <a16:creationId xmlns:a16="http://schemas.microsoft.com/office/drawing/2014/main" id="{C8A3B6B9-EFF0-86B3-B8F6-54DAAA93D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973065"/>
              </p:ext>
            </p:extLst>
          </p:nvPr>
        </p:nvGraphicFramePr>
        <p:xfrm>
          <a:off x="4705824" y="7218483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234">
            <a:extLst>
              <a:ext uri="{FF2B5EF4-FFF2-40B4-BE49-F238E27FC236}">
                <a16:creationId xmlns:a16="http://schemas.microsoft.com/office/drawing/2014/main" id="{CD0409B7-5BB9-027F-7531-206B1A7E27FD}"/>
              </a:ext>
            </a:extLst>
          </p:cNvPr>
          <p:cNvSpPr txBox="1"/>
          <p:nvPr/>
        </p:nvSpPr>
        <p:spPr>
          <a:xfrm>
            <a:off x="4705824" y="7885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32.5%</a:t>
            </a:r>
          </a:p>
        </p:txBody>
      </p:sp>
      <p:sp>
        <p:nvSpPr>
          <p:cNvPr id="13" name="TextBox 235">
            <a:extLst>
              <a:ext uri="{FF2B5EF4-FFF2-40B4-BE49-F238E27FC236}">
                <a16:creationId xmlns:a16="http://schemas.microsoft.com/office/drawing/2014/main" id="{0C679149-0728-6D19-5C92-F77C74135148}"/>
              </a:ext>
            </a:extLst>
          </p:cNvPr>
          <p:cNvSpPr txBox="1"/>
          <p:nvPr/>
        </p:nvSpPr>
        <p:spPr>
          <a:xfrm>
            <a:off x="4705824" y="8865024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142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51078" y="1007999"/>
            <a:ext cx="487024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94 </a:t>
            </a:r>
            <a:r>
              <a:rPr lang="es-MX" err="1"/>
              <a:t>en</a:t>
            </a:r>
            <a:r>
              <a:t> </a:t>
            </a:r>
            <a:r>
              <a:rPr lang="es-MX" err="1"/>
              <a:t>Hospitales</a:t>
            </a:r>
            <a:r>
              <a:t>, 1 </a:t>
            </a:r>
            <a:r>
              <a:rPr lang="es-MX" err="1"/>
              <a:t>en</a:t>
            </a:r>
            <a:r>
              <a:t> </a:t>
            </a:r>
            <a:r>
              <a:rPr lang="es-MX" err="1"/>
              <a:t>sede</a:t>
            </a:r>
            <a:r>
              <a:t>, 4 </a:t>
            </a:r>
            <a:r>
              <a:rPr lang="es-MX" err="1"/>
              <a:t>en</a:t>
            </a:r>
            <a:r>
              <a:t> UMF y 43 </a:t>
            </a:r>
            <a:r>
              <a:rPr lang="es-MX" err="1"/>
              <a:t>sustitutos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40990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</a:t>
            </a:r>
            <a:r>
              <a:rPr err="1"/>
              <a:t>en</a:t>
            </a:r>
            <a:r>
              <a:t> </a:t>
            </a:r>
            <a:r>
              <a:rPr lang="es-MX"/>
              <a:t>Hospitales (1 de 2)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0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96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320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Hecelchakan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320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Mamantel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6D18487C-062A-3885-9E3E-8DAA967C6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410435"/>
              </p:ext>
            </p:extLst>
          </p:nvPr>
        </p:nvGraphicFramePr>
        <p:xfrm>
          <a:off x="360000" y="6339121"/>
          <a:ext cx="3456000" cy="271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Psiquiatría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D1A1BAF0-E1FD-F51D-D8E9-5E3715158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854610"/>
              </p:ext>
            </p:extLst>
          </p:nvPr>
        </p:nvGraphicFramePr>
        <p:xfrm>
          <a:off x="3960000" y="6332100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55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142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9294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0000" y="1506644"/>
            <a:ext cx="386355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</a:t>
            </a:r>
            <a:r>
              <a:rPr err="1"/>
              <a:t>Sede</a:t>
            </a:r>
            <a:r>
              <a:t> </a:t>
            </a:r>
            <a:r>
              <a:rPr err="1"/>
              <a:t>delegacional</a:t>
            </a:r>
            <a:r>
              <a:rPr lang="es-MX"/>
              <a:t> (2 de 2)</a:t>
            </a:r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193505"/>
              </p:ext>
            </p:extLst>
          </p:nvPr>
        </p:nvGraphicFramePr>
        <p:xfrm>
          <a:off x="360000" y="20200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0000" y="30873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0000" y="34960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086175"/>
              </p:ext>
            </p:extLst>
          </p:nvPr>
        </p:nvGraphicFramePr>
        <p:xfrm>
          <a:off x="360000" y="36823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703467"/>
              </p:ext>
            </p:extLst>
          </p:nvPr>
        </p:nvGraphicFramePr>
        <p:xfrm>
          <a:off x="3960000" y="36823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3">
            <a:extLst>
              <a:ext uri="{FF2B5EF4-FFF2-40B4-BE49-F238E27FC236}">
                <a16:creationId xmlns:a16="http://schemas.microsoft.com/office/drawing/2014/main" id="{5F725F23-E28B-83DC-2A20-2DF6DF2BDCAE}"/>
              </a:ext>
            </a:extLst>
          </p:cNvPr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94 </a:t>
            </a:r>
            <a:r>
              <a:rPr err="1"/>
              <a:t>en</a:t>
            </a:r>
            <a:r>
              <a:t> </a:t>
            </a:r>
            <a:r>
              <a:rPr err="1"/>
              <a:t>Hospitales</a:t>
            </a:r>
            <a:r>
              <a:t>, 1 </a:t>
            </a:r>
            <a:r>
              <a:rPr err="1"/>
              <a:t>en</a:t>
            </a:r>
            <a:r>
              <a:t> </a:t>
            </a:r>
            <a:r>
              <a:rPr err="1"/>
              <a:t>sede</a:t>
            </a:r>
            <a:r>
              <a:t>, 4 </a:t>
            </a:r>
            <a:r>
              <a:rPr err="1"/>
              <a:t>en</a:t>
            </a:r>
            <a:r>
              <a:t> UMF y 43 </a:t>
            </a:r>
            <a:r>
              <a:rPr err="1"/>
              <a:t>sustitutos</a:t>
            </a:r>
            <a:endParaRPr/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B4DD1B22-22A7-2A74-6D95-D2743CAA6068}"/>
              </a:ext>
            </a:extLst>
          </p:cNvPr>
          <p:cNvSpPr txBox="1"/>
          <p:nvPr/>
        </p:nvSpPr>
        <p:spPr>
          <a:xfrm>
            <a:off x="360000" y="4902200"/>
            <a:ext cx="372249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43 </a:t>
            </a:r>
            <a:r>
              <a:rPr dirty="0" err="1"/>
              <a:t>especialistas</a:t>
            </a:r>
            <a:r>
              <a:rPr lang="es-MX" dirty="0"/>
              <a:t> sustitutos</a:t>
            </a:r>
            <a:endParaRPr dirty="0"/>
          </a:p>
        </p:txBody>
      </p:sp>
      <p:cxnSp>
        <p:nvCxnSpPr>
          <p:cNvPr id="20" name="Connector 4">
            <a:extLst>
              <a:ext uri="{FF2B5EF4-FFF2-40B4-BE49-F238E27FC236}">
                <a16:creationId xmlns:a16="http://schemas.microsoft.com/office/drawing/2014/main" id="{B5BAD476-D9A3-A39C-BB3D-1494375FF1DF}"/>
              </a:ext>
            </a:extLst>
          </p:cNvPr>
          <p:cNvCxnSpPr/>
          <p:nvPr/>
        </p:nvCxnSpPr>
        <p:spPr>
          <a:xfrm>
            <a:off x="396000" y="53965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7F5FC89-8E13-B946-7C6B-EF6E8FA80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968988"/>
              </p:ext>
            </p:extLst>
          </p:nvPr>
        </p:nvGraphicFramePr>
        <p:xfrm>
          <a:off x="430200" y="5551421"/>
          <a:ext cx="3456000" cy="33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Sustitución</a:t>
                      </a:r>
                      <a:r>
                        <a:t>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Pediatría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4" name="TextBox 6">
            <a:extLst>
              <a:ext uri="{FF2B5EF4-FFF2-40B4-BE49-F238E27FC236}">
                <a16:creationId xmlns:a16="http://schemas.microsoft.com/office/drawing/2014/main" id="{2DFB8C07-DB6F-8390-CB6E-7D07381E7519}"/>
              </a:ext>
            </a:extLst>
          </p:cNvPr>
          <p:cNvSpPr txBox="1"/>
          <p:nvPr/>
        </p:nvSpPr>
        <p:spPr>
          <a:xfrm>
            <a:off x="180000" y="9492400"/>
            <a:ext cx="72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rPr err="1">
                <a:solidFill>
                  <a:schemeClr val="bg1"/>
                </a:solidFill>
              </a:rPr>
              <a:t>Sustitutos</a:t>
            </a:r>
            <a:r>
              <a:rPr>
                <a:solidFill>
                  <a:schemeClr val="bg1"/>
                </a:solidFill>
              </a:rPr>
              <a:t> se </a:t>
            </a:r>
            <a:r>
              <a:rPr err="1">
                <a:solidFill>
                  <a:schemeClr val="bg1"/>
                </a:solidFill>
              </a:rPr>
              <a:t>integran</a:t>
            </a:r>
            <a:r>
              <a:rPr>
                <a:solidFill>
                  <a:schemeClr val="bg1"/>
                </a:solidFill>
              </a:rPr>
              <a:t> a </a:t>
            </a:r>
            <a:r>
              <a:rPr err="1">
                <a:solidFill>
                  <a:schemeClr val="bg1"/>
                </a:solidFill>
              </a:rPr>
              <a:t>los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Listados</a:t>
            </a:r>
            <a:r>
              <a:rPr>
                <a:solidFill>
                  <a:schemeClr val="bg1"/>
                </a:solidFill>
              </a:rPr>
              <a:t> de Bolsa de </a:t>
            </a:r>
            <a:r>
              <a:rPr err="1">
                <a:solidFill>
                  <a:schemeClr val="bg1"/>
                </a:solidFill>
              </a:rPr>
              <a:t>Trabajo</a:t>
            </a:r>
            <a:r>
              <a:rPr>
                <a:solidFill>
                  <a:schemeClr val="bg1"/>
                </a:solidFill>
              </a:rPr>
              <a:t>, para </a:t>
            </a:r>
            <a:r>
              <a:rPr err="1">
                <a:solidFill>
                  <a:schemeClr val="bg1"/>
                </a:solidFill>
              </a:rPr>
              <a:t>cubrir</a:t>
            </a:r>
            <a:r>
              <a:rPr>
                <a:solidFill>
                  <a:schemeClr val="bg1"/>
                </a:solidFill>
              </a:rPr>
              <a:t> las </a:t>
            </a:r>
            <a:r>
              <a:rPr err="1">
                <a:solidFill>
                  <a:schemeClr val="bg1"/>
                </a:solidFill>
              </a:rPr>
              <a:t>futuras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vacantes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por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jubilación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renuncia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fallecimiento</a:t>
            </a:r>
            <a:r>
              <a:rPr>
                <a:solidFill>
                  <a:schemeClr val="bg1"/>
                </a:solidFill>
              </a:rPr>
              <a:t>, etc., </a:t>
            </a:r>
            <a:r>
              <a:rPr err="1">
                <a:solidFill>
                  <a:schemeClr val="bg1"/>
                </a:solidFill>
              </a:rPr>
              <a:t>así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como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ausentismo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programado</a:t>
            </a:r>
            <a:r>
              <a:rPr>
                <a:solidFill>
                  <a:schemeClr val="bg1"/>
                </a:solidFill>
              </a:rPr>
              <a:t> y no </a:t>
            </a:r>
            <a:r>
              <a:rPr err="1">
                <a:solidFill>
                  <a:schemeClr val="bg1"/>
                </a:solidFill>
              </a:rPr>
              <a:t>programado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291270"/>
              </p:ext>
            </p:extLst>
          </p:nvPr>
        </p:nvGraphicFramePr>
        <p:xfrm>
          <a:off x="1008000" y="1959180"/>
          <a:ext cx="5756399" cy="6857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38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56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656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47656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8934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2C89D34-2E72-65BC-2392-915825C861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1998663"/>
              </p:ext>
            </p:extLst>
          </p:nvPr>
        </p:nvGraphicFramePr>
        <p:xfrm>
          <a:off x="172800" y="642713"/>
          <a:ext cx="7485350" cy="302084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20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18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18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5069" y="4011067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</a:t>
            </a:r>
            <a:r>
              <a:rPr lang="es-MX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lang="es-MX">
                <a:solidFill>
                  <a:schemeClr val="tx1"/>
                </a:solidFill>
              </a:rPr>
              <a:t>semana</a:t>
            </a:r>
            <a:r>
              <a:rPr>
                <a:solidFill>
                  <a:schemeClr val="tx1"/>
                </a:solidFill>
              </a:rPr>
              <a:t> 24, 7 </a:t>
            </a:r>
            <a:r>
              <a:rPr lang="es-MX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443188"/>
              </p:ext>
            </p:extLst>
          </p:nvPr>
        </p:nvGraphicFramePr>
        <p:xfrm>
          <a:off x="172800" y="1011223"/>
          <a:ext cx="36395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837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Columna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Proctología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74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951995"/>
              </p:ext>
            </p:extLst>
          </p:nvPr>
        </p:nvGraphicFramePr>
        <p:xfrm>
          <a:off x="3960002" y="1680480"/>
          <a:ext cx="3639599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493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231">
            <a:extLst>
              <a:ext uri="{FF2B5EF4-FFF2-40B4-BE49-F238E27FC236}">
                <a16:creationId xmlns:a16="http://schemas.microsoft.com/office/drawing/2014/main" id="{9AF87DFB-9185-600A-1CF7-F6E128673935}"/>
              </a:ext>
            </a:extLst>
          </p:cNvPr>
          <p:cNvSpPr txBox="1"/>
          <p:nvPr/>
        </p:nvSpPr>
        <p:spPr>
          <a:xfrm>
            <a:off x="2742520" y="7435031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/>
              <a:t>En cada brigada participan 5 personas del IMSS.</a:t>
            </a:r>
            <a:endParaRPr/>
          </a:p>
        </p:txBody>
      </p:sp>
      <p:sp>
        <p:nvSpPr>
          <p:cNvPr id="9" name="CuadroTexto 11">
            <a:extLst>
              <a:ext uri="{FF2B5EF4-FFF2-40B4-BE49-F238E27FC236}">
                <a16:creationId xmlns:a16="http://schemas.microsoft.com/office/drawing/2014/main" id="{61340C1D-AB44-5D3D-D4FB-A8E1874E4EB1}"/>
              </a:ext>
            </a:extLst>
          </p:cNvPr>
          <p:cNvSpPr txBox="1"/>
          <p:nvPr/>
        </p:nvSpPr>
        <p:spPr>
          <a:xfrm>
            <a:off x="383833" y="8263170"/>
            <a:ext cx="1841269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1,941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0" name="CuadroTexto 12">
            <a:extLst>
              <a:ext uri="{FF2B5EF4-FFF2-40B4-BE49-F238E27FC236}">
                <a16:creationId xmlns:a16="http://schemas.microsoft.com/office/drawing/2014/main" id="{2799E1C5-8EE8-5916-400D-02AD71F91BD1}"/>
              </a:ext>
            </a:extLst>
          </p:cNvPr>
          <p:cNvSpPr txBox="1"/>
          <p:nvPr/>
        </p:nvSpPr>
        <p:spPr>
          <a:xfrm>
            <a:off x="3110408" y="8220595"/>
            <a:ext cx="1832957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3,278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CuadroTexto 13">
            <a:extLst>
              <a:ext uri="{FF2B5EF4-FFF2-40B4-BE49-F238E27FC236}">
                <a16:creationId xmlns:a16="http://schemas.microsoft.com/office/drawing/2014/main" id="{008A9649-AC46-475B-B75B-C82C1B9DB9E8}"/>
              </a:ext>
            </a:extLst>
          </p:cNvPr>
          <p:cNvSpPr txBox="1"/>
          <p:nvPr/>
        </p:nvSpPr>
        <p:spPr>
          <a:xfrm>
            <a:off x="5404720" y="8199307"/>
            <a:ext cx="1841269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628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BD91FB0C-B13A-CC69-8EDC-7D91005C6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934" y="7610658"/>
            <a:ext cx="730135" cy="669175"/>
          </a:xfrm>
          <a:prstGeom prst="rect">
            <a:avLst/>
          </a:prstGeom>
        </p:spPr>
      </p:pic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6CE2DECC-A20D-4E35-C521-4930968DD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5950" y="7728651"/>
            <a:ext cx="924445" cy="491944"/>
          </a:xfrm>
          <a:prstGeom prst="rect">
            <a:avLst/>
          </a:prstGeom>
        </p:spPr>
      </p:pic>
      <p:pic>
        <p:nvPicPr>
          <p:cNvPr id="14" name="Imagen 13" descr="Icono&#10;&#10;El contenido generado por IA puede ser incorrecto.">
            <a:extLst>
              <a:ext uri="{FF2B5EF4-FFF2-40B4-BE49-F238E27FC236}">
                <a16:creationId xmlns:a16="http://schemas.microsoft.com/office/drawing/2014/main" id="{79771BA6-CA63-2EC7-A103-3B2CF251E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369" y="7592647"/>
            <a:ext cx="603366" cy="713510"/>
          </a:xfrm>
          <a:prstGeom prst="rect">
            <a:avLst/>
          </a:prstGeom>
        </p:spPr>
      </p:pic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B6A19917-4715-9D1D-1631-6D5B6D0EF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299119"/>
              </p:ext>
            </p:extLst>
          </p:nvPr>
        </p:nvGraphicFramePr>
        <p:xfrm>
          <a:off x="650099" y="5125374"/>
          <a:ext cx="6324600" cy="803530"/>
        </p:xfrm>
        <a:graphic>
          <a:graphicData uri="http://schemas.openxmlformats.org/drawingml/2006/table">
            <a:tbl>
              <a:tblPr/>
              <a:tblGrid>
                <a:gridCol w="2390775">
                  <a:extLst>
                    <a:ext uri="{9D8B030D-6E8A-4147-A177-3AD203B41FA5}">
                      <a16:colId xmlns:a16="http://schemas.microsoft.com/office/drawing/2014/main" val="2663341317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48005318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150633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85695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 de Escuelas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Escuelas </a:t>
                      </a:r>
                    </a:p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visitadas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Población 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Menores </a:t>
                      </a:r>
                    </a:p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tamizados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92213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709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706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102,997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67,775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356065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3B248C6F-3A15-A20A-2507-EB8ACC016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551719"/>
              </p:ext>
            </p:extLst>
          </p:nvPr>
        </p:nvGraphicFramePr>
        <p:xfrm>
          <a:off x="1645134" y="6349580"/>
          <a:ext cx="4200816" cy="1019430"/>
        </p:xfrm>
        <a:graphic>
          <a:graphicData uri="http://schemas.openxmlformats.org/drawingml/2006/table">
            <a:tbl>
              <a:tblPr/>
              <a:tblGrid>
                <a:gridCol w="2717538">
                  <a:extLst>
                    <a:ext uri="{9D8B030D-6E8A-4147-A177-3AD203B41FA5}">
                      <a16:colId xmlns:a16="http://schemas.microsoft.com/office/drawing/2014/main" val="4219144193"/>
                    </a:ext>
                  </a:extLst>
                </a:gridCol>
                <a:gridCol w="1483278">
                  <a:extLst>
                    <a:ext uri="{9D8B030D-6E8A-4147-A177-3AD203B41FA5}">
                      <a16:colId xmlns:a16="http://schemas.microsoft.com/office/drawing/2014/main" val="1126487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Brigadas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4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Personal de enfermería IMSS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4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54066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06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809479"/>
                  </a:ext>
                </a:extLst>
              </a:tr>
            </a:tbl>
          </a:graphicData>
        </a:graphic>
      </p:graphicFrame>
      <p:graphicFrame>
        <p:nvGraphicFramePr>
          <p:cNvPr id="18" name="Google Shape;230;g370e87ffe7a_2_137">
            <a:extLst>
              <a:ext uri="{FF2B5EF4-FFF2-40B4-BE49-F238E27FC236}">
                <a16:creationId xmlns:a16="http://schemas.microsoft.com/office/drawing/2014/main" id="{5A17A29D-5E45-BA36-381D-1485E773E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3070476"/>
              </p:ext>
            </p:extLst>
          </p:nvPr>
        </p:nvGraphicFramePr>
        <p:xfrm>
          <a:off x="202931" y="4639015"/>
          <a:ext cx="7485350" cy="302084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20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18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231">
            <a:extLst>
              <a:ext uri="{FF2B5EF4-FFF2-40B4-BE49-F238E27FC236}">
                <a16:creationId xmlns:a16="http://schemas.microsoft.com/office/drawing/2014/main" id="{94DD9A03-B71B-E027-ED63-59A73B7B1E33}"/>
              </a:ext>
            </a:extLst>
          </p:cNvPr>
          <p:cNvSpPr txBox="1"/>
          <p:nvPr/>
        </p:nvSpPr>
        <p:spPr>
          <a:xfrm>
            <a:off x="650099" y="5952623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lang="es-MX"/>
              <a:t>18</a:t>
            </a:r>
            <a:r>
              <a:t> </a:t>
            </a:r>
            <a:r>
              <a:rPr lang="es-MX"/>
              <a:t>junio</a:t>
            </a:r>
            <a: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4,669	 Personal de Salud: 2,768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+427.3%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+74.8%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408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713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+48.7%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1,123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+41.5%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665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+100.0%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-20.1%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6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6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487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6933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</a:t>
            </a:r>
            <a:r>
              <a:rPr err="1"/>
              <a:t>Información</a:t>
            </a:r>
            <a:r>
              <a:t> </a:t>
            </a:r>
            <a:r>
              <a:rPr err="1"/>
              <a:t>Operativa</a:t>
            </a:r>
            <a:r>
              <a:t>. Personal de base. Corte de </a:t>
            </a:r>
            <a:r>
              <a:rPr err="1"/>
              <a:t>información</a:t>
            </a:r>
            <a:r>
              <a:t>: mayo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3,252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232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979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364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142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4,827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27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(42,697)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(4,386)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(436)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(1,006)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(33,398)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(3,649)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(342)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(497)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(13,861)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(3,288)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(258)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(7,337)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(3,004)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(208)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(345)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(6,370)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(3,002)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Las demás enfermedades del ojo y sus anexos
(168)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49357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</a:t>
            </a:r>
            <a:r>
              <a:rPr err="1"/>
              <a:t>número</a:t>
            </a:r>
            <a:r>
              <a:t> de </a:t>
            </a:r>
            <a:r>
              <a:rPr err="1"/>
              <a:t>casos</a:t>
            </a:r>
            <a:r>
              <a:t> se </a:t>
            </a:r>
            <a:r>
              <a:rPr err="1"/>
              <a:t>presentan</a:t>
            </a:r>
            <a:r>
              <a:t> entre </a:t>
            </a:r>
            <a:r>
              <a:rPr err="1"/>
              <a:t>paréntesis</a:t>
            </a:r>
            <a:r>
              <a:t>.</a:t>
            </a:r>
            <a:br>
              <a:rPr/>
            </a:br>
            <a:r>
              <a:t>Fuente: IMSS/DPM/División de </a:t>
            </a:r>
            <a:r>
              <a:rPr err="1"/>
              <a:t>Información</a:t>
            </a:r>
            <a:r>
              <a:t> </a:t>
            </a:r>
            <a:r>
              <a:rPr err="1"/>
              <a:t>en</a:t>
            </a:r>
            <a:r>
              <a:t> Salud/</a:t>
            </a:r>
            <a:r>
              <a:rPr err="1"/>
              <a:t>Motivos</a:t>
            </a:r>
            <a:r>
              <a:t> de Consulta Externa (SUI27).</a:t>
            </a:r>
            <a:br>
              <a:rPr/>
            </a:br>
            <a:r>
              <a:t>Sistema de </a:t>
            </a:r>
            <a:r>
              <a:rPr err="1"/>
              <a:t>información</a:t>
            </a:r>
            <a:r>
              <a:t> Médico </a:t>
            </a:r>
            <a:r>
              <a:rPr err="1"/>
              <a:t>Operativo</a:t>
            </a:r>
            <a:r>
              <a:t> Central (SIMOC).</a:t>
            </a:r>
            <a:br>
              <a:rPr/>
            </a:br>
            <a:r>
              <a:rPr err="1"/>
              <a:t>Periodo</a:t>
            </a:r>
            <a:r>
              <a:t>: </a:t>
            </a:r>
            <a:r>
              <a:rPr err="1"/>
              <a:t>enero-diciembre</a:t>
            </a:r>
            <a:r>
              <a:t>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16688" y="9619329"/>
            <a:ext cx="42444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rPr>
                <a:solidFill>
                  <a:schemeClr val="bg1"/>
                </a:solidFill>
              </a:rPr>
              <a:t>Corte de </a:t>
            </a:r>
            <a:r>
              <a:rPr err="1">
                <a:solidFill>
                  <a:schemeClr val="bg1"/>
                </a:solidFill>
              </a:rPr>
              <a:t>información</a:t>
            </a:r>
            <a:r>
              <a:rPr>
                <a:solidFill>
                  <a:schemeClr val="bg1"/>
                </a:solidFill>
              </a:rPr>
              <a:t>: </a:t>
            </a:r>
            <a:r>
              <a:rPr err="1">
                <a:solidFill>
                  <a:schemeClr val="bg1"/>
                </a:solidFill>
              </a:rPr>
              <a:t>marzo</a:t>
            </a:r>
            <a:r>
              <a:rPr>
                <a:solidFill>
                  <a:schemeClr val="bg1"/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2779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rPr err="1"/>
              <a:t>Comparación</a:t>
            </a:r>
            <a:r>
              <a:t> </a:t>
            </a:r>
            <a:r>
              <a:rPr err="1"/>
              <a:t>interanual</a:t>
            </a:r>
            <a:r>
              <a:t> de </a:t>
            </a:r>
            <a:r>
              <a:rPr err="1"/>
              <a:t>enero</a:t>
            </a:r>
            <a:r>
              <a:t> a mayo de </a:t>
            </a:r>
            <a:r>
              <a:rPr err="1"/>
              <a:t>cada</a:t>
            </a:r>
            <a:r>
              <a:t> </a:t>
            </a:r>
            <a:r>
              <a:rPr err="1"/>
              <a:t>año</a:t>
            </a:r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070" t="6333" r="3270"/>
          <a:stretch>
            <a:fillRect/>
          </a:stretch>
        </p:blipFill>
        <p:spPr>
          <a:xfrm>
            <a:off x="718461" y="1650267"/>
            <a:ext cx="6128657" cy="43978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718" y="5873938"/>
            <a:ext cx="655019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Fuente: Portal de Control de Abasto. En 2026, se </a:t>
            </a:r>
            <a:r>
              <a:rPr err="1">
                <a:solidFill>
                  <a:schemeClr val="tx1"/>
                </a:solidFill>
              </a:rPr>
              <a:t>muestra</a:t>
            </a:r>
            <a:r>
              <a:rPr>
                <a:solidFill>
                  <a:schemeClr val="tx1"/>
                </a:solidFill>
              </a:rPr>
              <a:t> lo </a:t>
            </a:r>
            <a:r>
              <a:rPr err="1">
                <a:solidFill>
                  <a:schemeClr val="tx1"/>
                </a:solidFill>
              </a:rPr>
              <a:t>correspondiente</a:t>
            </a:r>
            <a:r>
              <a:rPr>
                <a:solidFill>
                  <a:schemeClr val="tx1"/>
                </a:solidFill>
              </a:rPr>
              <a:t> al </a:t>
            </a:r>
            <a:r>
              <a:rPr err="1">
                <a:solidFill>
                  <a:schemeClr val="tx1"/>
                </a:solidFill>
              </a:rPr>
              <a:t>periodo</a:t>
            </a:r>
            <a:r>
              <a:rPr>
                <a:solidFill>
                  <a:schemeClr val="tx1"/>
                </a:solidFill>
              </a:rPr>
              <a:t> del 1 de </a:t>
            </a:r>
            <a:r>
              <a:rPr err="1">
                <a:solidFill>
                  <a:schemeClr val="tx1"/>
                </a:solidFill>
              </a:rPr>
              <a:t>enero</a:t>
            </a:r>
            <a:r>
              <a:rPr>
                <a:solidFill>
                  <a:schemeClr val="tx1"/>
                </a:solidFill>
              </a:rPr>
              <a:t>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659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9697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089623"/>
              </p:ext>
            </p:extLst>
          </p:nvPr>
        </p:nvGraphicFramePr>
        <p:xfrm>
          <a:off x="457200" y="76250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0">
                          <a:solidFill>
                            <a:srgbClr val="434343"/>
                          </a:solidFill>
                          <a:latin typeface="Montserrat"/>
                        </a:rPr>
                        <a:t>80,221</a:t>
                      </a:r>
                      <a:endParaRPr sz="1100" b="0">
                        <a:solidFill>
                          <a:srgbClr val="434343"/>
                        </a:solidFill>
                        <a:latin typeface="Montserrat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0">
                          <a:solidFill>
                            <a:srgbClr val="434343"/>
                          </a:solidFill>
                          <a:latin typeface="Montserrat"/>
                        </a:rPr>
                        <a:t>597,667</a:t>
                      </a:r>
                      <a:endParaRPr sz="1100" b="0">
                        <a:solidFill>
                          <a:srgbClr val="434343"/>
                        </a:solidFill>
                        <a:latin typeface="Montserrat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88.</a:t>
                      </a:r>
                      <a:r>
                        <a:rPr lang="es-MX" sz="1100" b="0">
                          <a:solidFill>
                            <a:srgbClr val="434343"/>
                          </a:solidFill>
                          <a:latin typeface="Montserrat"/>
                        </a:rPr>
                        <a:t>2</a:t>
                      </a:r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0">
                          <a:solidFill>
                            <a:srgbClr val="434343"/>
                          </a:solidFill>
                          <a:latin typeface="Montserrat"/>
                        </a:rPr>
                        <a:t>42,808</a:t>
                      </a:r>
                      <a:endParaRPr sz="1100" b="0">
                        <a:solidFill>
                          <a:srgbClr val="434343"/>
                        </a:solidFill>
                        <a:latin typeface="Montserrat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>
                          <a:solidFill>
                            <a:srgbClr val="006455"/>
                          </a:solidFill>
                          <a:latin typeface="Montserrat"/>
                        </a:rPr>
                        <a:t>753,052</a:t>
                      </a:r>
                      <a:endParaRPr sz="1100" b="1">
                        <a:solidFill>
                          <a:srgbClr val="006455"/>
                        </a:solidFill>
                        <a:latin typeface="Montserrat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</a:t>
                      </a:r>
                      <a:r>
                        <a:rPr lang="es-MX" sz="1100" b="1">
                          <a:solidFill>
                            <a:srgbClr val="006455"/>
                          </a:solidFill>
                          <a:latin typeface="Montserrat"/>
                        </a:rPr>
                        <a:t>.6</a:t>
                      </a:r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02E7-EA6F-EC02-E6CF-A8600450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501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</a:t>
            </a:r>
            <a:r>
              <a:rPr err="1"/>
              <a:t>Medicamentos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10957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Piezas</a:t>
            </a:r>
            <a:r>
              <a:t> </a:t>
            </a:r>
            <a:r>
              <a:rPr err="1"/>
              <a:t>consumidas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80000" y="14293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7672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518329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55548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2821"/>
              </p:ext>
            </p:extLst>
          </p:nvPr>
        </p:nvGraphicFramePr>
        <p:xfrm>
          <a:off x="180000" y="5849702"/>
          <a:ext cx="7200000" cy="275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145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</a:t>
                      </a:r>
                      <a:r>
                        <a:rPr err="1"/>
                        <a:t>demanda</a:t>
                      </a:r>
                      <a:r>
                        <a:t> de </a:t>
                      </a:r>
                      <a:r>
                        <a:rPr err="1"/>
                        <a:t>enero</a:t>
                      </a:r>
                      <a:r>
                        <a:t> a </a:t>
                      </a:r>
                      <a:r>
                        <a:rPr lang="es-MX"/>
                        <a:t>mayo</a:t>
                      </a:r>
                      <a:r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4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109,802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103,308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2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90,995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88,471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84,910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2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79,541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81,232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2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err="1"/>
                        <a:t>Telmisartán</a:t>
                      </a:r>
                      <a:r>
                        <a:t>, </a:t>
                      </a:r>
                      <a:r>
                        <a:rPr err="1"/>
                        <a:t>tableta</a:t>
                      </a:r>
                      <a:r>
                        <a:t> (</a:t>
                      </a:r>
                      <a:r>
                        <a:rPr err="1"/>
                        <a:t>antihipertensivo</a:t>
                      </a:r>
                      <a:r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65,632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2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54,569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2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err="1"/>
                        <a:t>Loratadina</a:t>
                      </a:r>
                      <a:r>
                        <a:t>, </a:t>
                      </a:r>
                      <a:r>
                        <a:rPr err="1"/>
                        <a:t>tableta</a:t>
                      </a:r>
                      <a:r>
                        <a:t> o </a:t>
                      </a:r>
                      <a:r>
                        <a:rPr err="1"/>
                        <a:t>gragea</a:t>
                      </a:r>
                      <a:r>
                        <a:t> (</a:t>
                      </a:r>
                      <a:r>
                        <a:rPr err="1"/>
                        <a:t>antihistamínico</a:t>
                      </a:r>
                      <a:r>
                        <a:t>)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48,276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</a:t>
            </a:r>
            <a:r>
              <a:rPr err="1"/>
              <a:t>enero</a:t>
            </a:r>
            <a:r>
              <a:t> al 3</a:t>
            </a:r>
            <a:r>
              <a:rPr lang="es-MX"/>
              <a:t>1 de mayo</a:t>
            </a:r>
            <a:r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3760051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</a:t>
            </a:r>
            <a:endParaRPr lang="en-US" err="1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Hemodinamia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293605"/>
              </p:ext>
            </p:extLst>
          </p:nvPr>
        </p:nvGraphicFramePr>
        <p:xfrm>
          <a:off x="1785600" y="1714632"/>
          <a:ext cx="5295600" cy="1045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91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r>
                        <a:t>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de Banco de Sangre y Laboratorio Clínico del HGZMF No. 1,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$72.8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HGZMF 4, Cd. del Carmen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$64.6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154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$137.4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402535"/>
              </p:ext>
            </p:extLst>
          </p:nvPr>
        </p:nvGraphicFramePr>
        <p:xfrm>
          <a:off x="1785600" y="2930051"/>
          <a:ext cx="5295600" cy="2621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69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3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Mantenimiento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Infraestructura</a:t>
                      </a:r>
                      <a:r>
                        <a:rPr sz="1000" dirty="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$250.5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5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terapia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intensiva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HGZ No. 1 Campeche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$20.1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5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salud mental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HGZ No. 1 , San Francisco Campeche y HGZ No. 4 Ciudad del Cármen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$11.6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5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residencias </a:t>
                      </a:r>
                      <a:r>
                        <a:rPr sz="1000" dirty="0" err="1">
                          <a:latin typeface="Montserrat"/>
                        </a:rPr>
                        <a:t>médicas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HGZ No. 1 San Francisco Campeche y HGZ No. 4 Ciudad del Cármen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$7.4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23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5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hemodiálisis</a:t>
                      </a:r>
                      <a:r>
                        <a:rPr sz="1000" dirty="0">
                          <a:latin typeface="Montserrat"/>
                        </a:rPr>
                        <a:t> interna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HGZ No. 4 Ciudad del Cármen y UMAA 14 San Francisco Campeche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$4.2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5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accesibilidad</a:t>
                      </a:r>
                      <a:r>
                        <a:rPr sz="1000" dirty="0">
                          <a:latin typeface="Montserrat"/>
                        </a:rPr>
                        <a:t> (</a:t>
                      </a:r>
                      <a:r>
                        <a:rPr sz="1000" dirty="0" err="1">
                          <a:latin typeface="Montserrat"/>
                        </a:rPr>
                        <a:t>rampas</a:t>
                      </a:r>
                      <a:r>
                        <a:rPr sz="1000" dirty="0">
                          <a:latin typeface="Montserrat"/>
                        </a:rPr>
                        <a:t>)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HGZ No. 1 San Francisco Campeche y HGZ No. 4 Cd. del Carmen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66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$300.8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296885"/>
              </p:ext>
            </p:extLst>
          </p:nvPr>
        </p:nvGraphicFramePr>
        <p:xfrm>
          <a:off x="1785600" y="5721250"/>
          <a:ext cx="5295600" cy="871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00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</a:t>
                      </a:r>
                      <a:r>
                        <a:rPr err="1"/>
                        <a:t>Instalación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8  </a:t>
                      </a:r>
                      <a:r>
                        <a:rPr sz="1000" err="1">
                          <a:latin typeface="Montserrat"/>
                        </a:rPr>
                        <a:t>piezas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1 </a:t>
                      </a:r>
                      <a:r>
                        <a:rPr sz="1000" err="1">
                          <a:latin typeface="Montserrat"/>
                        </a:rPr>
                        <a:t>congelador</a:t>
                      </a:r>
                      <a:r>
                        <a:rPr sz="1000">
                          <a:latin typeface="Montserrat"/>
                        </a:rPr>
                        <a:t> horizontal de </a:t>
                      </a:r>
                      <a:r>
                        <a:rPr sz="1000" err="1">
                          <a:latin typeface="Montserrat"/>
                        </a:rPr>
                        <a:t>refrigerantes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5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refrigerador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congelador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tomógrafo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921399"/>
              </p:ext>
            </p:extLst>
          </p:nvPr>
        </p:nvGraphicFramePr>
        <p:xfrm>
          <a:off x="1785600" y="6763541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476.1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64605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0858185"/>
              </p:ext>
            </p:extLst>
          </p:nvPr>
        </p:nvGraphicFramePr>
        <p:xfrm>
          <a:off x="135300" y="356585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399505"/>
              </p:ext>
            </p:extLst>
          </p:nvPr>
        </p:nvGraphicFramePr>
        <p:xfrm>
          <a:off x="147600" y="59563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4572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7626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76181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82345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3558" y="8260656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570843"/>
              </p:ext>
            </p:extLst>
          </p:nvPr>
        </p:nvGraphicFramePr>
        <p:xfrm>
          <a:off x="691200" y="4021340"/>
          <a:ext cx="6390000" cy="1737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Rehabilitación</a:t>
                      </a:r>
                      <a:r>
                        <a:t> de 2 HR (HR </a:t>
                      </a:r>
                      <a:r>
                        <a:rPr err="1"/>
                        <a:t>Mamantel</a:t>
                      </a:r>
                      <a:r>
                        <a:t> y HR </a:t>
                      </a:r>
                      <a:r>
                        <a:rPr err="1"/>
                        <a:t>Hecelchakán</a:t>
                      </a:r>
                      <a: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$101.7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Fortalecimiento</a:t>
                      </a:r>
                      <a:r>
                        <a:t> con </a:t>
                      </a:r>
                      <a:r>
                        <a:rPr err="1"/>
                        <a:t>urgencias</a:t>
                      </a:r>
                      <a:r>
                        <a:t>, </a:t>
                      </a:r>
                      <a:r>
                        <a:rPr err="1"/>
                        <a:t>laboratorio</a:t>
                      </a:r>
                      <a:r>
                        <a:t> y </a:t>
                      </a:r>
                      <a:r>
                        <a:rPr err="1"/>
                        <a:t>rayos</a:t>
                      </a:r>
                      <a:r>
                        <a:t> X de la UMF No.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000">
                          <a:latin typeface="Montserrat"/>
                        </a:defRPr>
                      </a:pPr>
                      <a:r>
                        <a:rPr sz="1000" b="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13 Campeche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$31.2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998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000">
                          <a:latin typeface="Montserrat"/>
                        </a:defRPr>
                      </a:pPr>
                      <a:r>
                        <a:rPr lang="es-MX" sz="1000" b="0" i="0" u="none" strike="noStrike" cap="none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Ampliación y remodelación de Banco de Sangre y Laboratorio Clínico del HGZMF No. 1, Campeche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Por definir</a:t>
                      </a:r>
                      <a:endParaRPr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317625"/>
                  </a:ext>
                </a:extLst>
              </a:tr>
              <a:tr h="31500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$132.9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132.9 mdp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582084"/>
              </p:ext>
            </p:extLst>
          </p:nvPr>
        </p:nvGraphicFramePr>
        <p:xfrm>
          <a:off x="2547108" y="71100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</a:t>
                      </a:r>
                      <a:r>
                        <a:rPr err="1"/>
                        <a:t>Predios</a:t>
                      </a:r>
                      <a:r>
                        <a:t> </a:t>
                      </a:r>
                      <a:r>
                        <a:rPr err="1"/>
                        <a:t>en</a:t>
                      </a:r>
                      <a:r>
                        <a:t> </a:t>
                      </a:r>
                      <a:r>
                        <a:rPr err="1"/>
                        <a:t>ruta</a:t>
                      </a:r>
                      <a:r>
                        <a:t> y 0 CECI </a:t>
                      </a:r>
                      <a:r>
                        <a:rPr err="1"/>
                        <a:t>en</a:t>
                      </a:r>
                      <a:r>
                        <a:t> </a:t>
                      </a:r>
                      <a:r>
                        <a:rPr err="1"/>
                        <a:t>Construción</a:t>
                      </a:r>
                      <a:r>
                        <a:t>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San Francisco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Oval 22"/>
          <p:cNvSpPr/>
          <p:nvPr/>
        </p:nvSpPr>
        <p:spPr>
          <a:xfrm>
            <a:off x="885600" y="67855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600" y="76338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4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9590400"/>
            <a:ext cx="75744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¹ </a:t>
            </a:r>
            <a:r>
              <a:rPr err="1"/>
              <a:t>Terrenos</a:t>
            </a:r>
            <a:r>
              <a:t> </a:t>
            </a:r>
            <a:r>
              <a:rPr err="1"/>
              <a:t>validados</a:t>
            </a:r>
            <a:r>
              <a:t>. 1 CECI </a:t>
            </a:r>
            <a:r>
              <a:rPr err="1"/>
              <a:t>en</a:t>
            </a:r>
            <a:r>
              <a:t> </a:t>
            </a:r>
            <a:r>
              <a:rPr err="1"/>
              <a:t>integración</a:t>
            </a:r>
            <a:r>
              <a:t> de </a:t>
            </a:r>
            <a:r>
              <a:rPr err="1"/>
              <a:t>expediente</a:t>
            </a:r>
            <a:r>
              <a:t> para </a:t>
            </a:r>
            <a:r>
              <a:rPr err="1"/>
              <a:t>donación</a:t>
            </a:r>
            <a:r>
              <a:t> </a:t>
            </a:r>
            <a:r>
              <a:rPr err="1"/>
              <a:t>en</a:t>
            </a:r>
            <a:r>
              <a:t> San Francisco</a:t>
            </a:r>
          </a:p>
        </p:txBody>
      </p:sp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703ED477-9D42-95A3-98BE-A3904A4958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9153780"/>
              </p:ext>
            </p:extLst>
          </p:nvPr>
        </p:nvGraphicFramePr>
        <p:xfrm>
          <a:off x="160700" y="9401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Google Shape;396;p15">
            <a:extLst>
              <a:ext uri="{FF2B5EF4-FFF2-40B4-BE49-F238E27FC236}">
                <a16:creationId xmlns:a16="http://schemas.microsoft.com/office/drawing/2014/main" id="{655ABEE0-6040-F991-0473-98EB3B221A94}"/>
              </a:ext>
            </a:extLst>
          </p:cNvPr>
          <p:cNvSpPr txBox="1"/>
          <p:nvPr/>
        </p:nvSpPr>
        <p:spPr>
          <a:xfrm>
            <a:off x="4217100" y="92868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395;p15">
            <a:extLst>
              <a:ext uri="{FF2B5EF4-FFF2-40B4-BE49-F238E27FC236}">
                <a16:creationId xmlns:a16="http://schemas.microsoft.com/office/drawing/2014/main" id="{50A68AC3-8370-3BC0-1198-2D1CA91270AF}"/>
              </a:ext>
            </a:extLst>
          </p:cNvPr>
          <p:cNvPicPr preferRelativeResize="0"/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816100" y="586800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8A9D6D66-88F3-16A3-D503-ED806B489DFE}"/>
              </a:ext>
            </a:extLst>
          </p:cNvPr>
          <p:cNvSpPr txBox="1"/>
          <p:nvPr/>
        </p:nvSpPr>
        <p:spPr>
          <a:xfrm>
            <a:off x="6056698" y="734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1,087.8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  <p:sp>
        <p:nvSpPr>
          <p:cNvPr id="26" name="CuadroTexto 9">
            <a:extLst>
              <a:ext uri="{FF2B5EF4-FFF2-40B4-BE49-F238E27FC236}">
                <a16:creationId xmlns:a16="http://schemas.microsoft.com/office/drawing/2014/main" id="{BE4D861C-4044-EFA8-7797-C5D4E1AA0555}"/>
              </a:ext>
            </a:extLst>
          </p:cNvPr>
          <p:cNvSpPr txBox="1"/>
          <p:nvPr/>
        </p:nvSpPr>
        <p:spPr>
          <a:xfrm>
            <a:off x="-180646" y="1387900"/>
            <a:ext cx="2879694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Rehabilitación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sp>
        <p:nvSpPr>
          <p:cNvPr id="28" name="CuadroTexto 11">
            <a:extLst>
              <a:ext uri="{FF2B5EF4-FFF2-40B4-BE49-F238E27FC236}">
                <a16:creationId xmlns:a16="http://schemas.microsoft.com/office/drawing/2014/main" id="{A6D2894C-9021-DBE0-1E3E-4DB47D5074D0}"/>
              </a:ext>
            </a:extLst>
          </p:cNvPr>
          <p:cNvSpPr txBox="1"/>
          <p:nvPr/>
        </p:nvSpPr>
        <p:spPr>
          <a:xfrm>
            <a:off x="691200" y="1681178"/>
            <a:ext cx="10044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  </a:t>
            </a:r>
          </a:p>
          <a:p>
            <a:pPr algn="ctr"/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30" name="Imagen 2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D2A71444-B5A7-C1CD-D14B-74634D1B24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066" y="1632616"/>
            <a:ext cx="872667" cy="849944"/>
          </a:xfrm>
          <a:prstGeom prst="rect">
            <a:avLst/>
          </a:prstGeom>
        </p:spPr>
      </p:pic>
      <p:pic>
        <p:nvPicPr>
          <p:cNvPr id="32" name="Imagen 31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03E72296-DD98-F18B-FD3C-67A51832B3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66" y="2715436"/>
            <a:ext cx="872667" cy="849944"/>
          </a:xfrm>
          <a:prstGeom prst="rect">
            <a:avLst/>
          </a:prstGeom>
        </p:spPr>
      </p:pic>
      <p:sp>
        <p:nvSpPr>
          <p:cNvPr id="34" name="CuadroTexto 9">
            <a:extLst>
              <a:ext uri="{FF2B5EF4-FFF2-40B4-BE49-F238E27FC236}">
                <a16:creationId xmlns:a16="http://schemas.microsoft.com/office/drawing/2014/main" id="{9406D6F4-34FE-65CC-9A97-D979270FF1D3}"/>
              </a:ext>
            </a:extLst>
          </p:cNvPr>
          <p:cNvSpPr txBox="1"/>
          <p:nvPr/>
        </p:nvSpPr>
        <p:spPr>
          <a:xfrm>
            <a:off x="60045" y="2451866"/>
            <a:ext cx="2398311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sp>
        <p:nvSpPr>
          <p:cNvPr id="36" name="CuadroTexto 11">
            <a:extLst>
              <a:ext uri="{FF2B5EF4-FFF2-40B4-BE49-F238E27FC236}">
                <a16:creationId xmlns:a16="http://schemas.microsoft.com/office/drawing/2014/main" id="{0B2FB904-4563-ED21-F7A3-4B5A0D3FB1D5}"/>
              </a:ext>
            </a:extLst>
          </p:cNvPr>
          <p:cNvSpPr txBox="1"/>
          <p:nvPr/>
        </p:nvSpPr>
        <p:spPr>
          <a:xfrm>
            <a:off x="615299" y="2715436"/>
            <a:ext cx="12570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15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</a:rPr>
              <a:t>Equipos</a:t>
            </a:r>
            <a:r>
              <a:rPr lang="en-US" sz="800" b="1">
                <a:solidFill>
                  <a:srgbClr val="A42145"/>
                </a:solidFill>
                <a:latin typeface="Montserrat"/>
              </a:rPr>
              <a:t> </a:t>
            </a:r>
            <a:endParaRPr lang="en-US"/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</a:rPr>
              <a:t>Electrome</a:t>
            </a:r>
            <a:r>
              <a:rPr lang="en-US" sz="800" b="1">
                <a:solidFill>
                  <a:srgbClr val="A42145"/>
                </a:solidFill>
                <a:latin typeface="Montserrat"/>
              </a:rPr>
              <a:t>-</a:t>
            </a:r>
            <a:endParaRPr lang="en-US"/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</a:rPr>
              <a:t>canicos</a:t>
            </a:r>
            <a:endParaRPr lang="en-US"/>
          </a:p>
        </p:txBody>
      </p:sp>
      <p:graphicFrame>
        <p:nvGraphicFramePr>
          <p:cNvPr id="38" name="Table 13">
            <a:extLst>
              <a:ext uri="{FF2B5EF4-FFF2-40B4-BE49-F238E27FC236}">
                <a16:creationId xmlns:a16="http://schemas.microsoft.com/office/drawing/2014/main" id="{4B30136C-3B26-6110-4578-62ABA1A24C6C}"/>
              </a:ext>
            </a:extLst>
          </p:cNvPr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Gineco-Pediátrico 38 camas, Ciudad del Carmen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$877.6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0" name="Table 14">
            <a:extLst>
              <a:ext uri="{FF2B5EF4-FFF2-40B4-BE49-F238E27FC236}">
                <a16:creationId xmlns:a16="http://schemas.microsoft.com/office/drawing/2014/main" id="{0F0993B5-78D3-D430-3EA1-E4CD3EA29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909729"/>
              </p:ext>
            </p:extLst>
          </p:nvPr>
        </p:nvGraphicFramePr>
        <p:xfrm>
          <a:off x="1785600" y="2227897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Conservación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$61.1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Table 15">
            <a:extLst>
              <a:ext uri="{FF2B5EF4-FFF2-40B4-BE49-F238E27FC236}">
                <a16:creationId xmlns:a16="http://schemas.microsoft.com/office/drawing/2014/main" id="{FA461F9C-43B0-D958-8DE8-E3068C8AC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436475"/>
              </p:ext>
            </p:extLst>
          </p:nvPr>
        </p:nvGraphicFramePr>
        <p:xfrm>
          <a:off x="1785600" y="2734095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15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aire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acondicionado</a:t>
                      </a:r>
                      <a:r>
                        <a:rPr sz="1000">
                          <a:latin typeface="Montserrat"/>
                        </a:rPr>
                        <a:t> para 6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Hospitalarias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$149.1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24">
            <a:extLst>
              <a:ext uri="{FF2B5EF4-FFF2-40B4-BE49-F238E27FC236}">
                <a16:creationId xmlns:a16="http://schemas.microsoft.com/office/drawing/2014/main" id="{2C51DC7F-E4DD-1051-6C52-7B504A5EC043}"/>
              </a:ext>
            </a:extLst>
          </p:cNvPr>
          <p:cNvSpPr txBox="1"/>
          <p:nvPr/>
        </p:nvSpPr>
        <p:spPr>
          <a:xfrm>
            <a:off x="691200" y="5806359"/>
            <a:ext cx="361526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lang="es-MX">
                <a:solidFill>
                  <a:schemeClr val="tx1"/>
                </a:solidFill>
              </a:rPr>
              <a:t>Monto estimado.</a:t>
            </a:r>
            <a:endParaRPr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>
            <p:extLst>
              <p:ext uri="{D42A27DB-BD31-4B8C-83A1-F6EECF244321}">
                <p14:modId xmlns:p14="http://schemas.microsoft.com/office/powerpoint/2010/main" val="3640212028"/>
              </p:ext>
            </p:extLst>
          </p:nvPr>
        </p:nvGraphicFramePr>
        <p:xfrm>
          <a:off x="287700" y="1030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0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646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Campeche, Ciudad del Carmen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Campeche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Campeche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4 Campeche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  <p:pic>
        <p:nvPicPr>
          <p:cNvPr id="3" name="Picture 469" descr="map_tipo2_04_camp.png">
            <a:extLst>
              <a:ext uri="{FF2B5EF4-FFF2-40B4-BE49-F238E27FC236}">
                <a16:creationId xmlns:a16="http://schemas.microsoft.com/office/drawing/2014/main" id="{0012547F-49AA-FC6B-9312-5C0083EF3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072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Estado De Campeche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Industria Petrolera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4,627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Bme Subtec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2,535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del Carmen Cam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Distribuidora Moyel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-5.76%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-4.78%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-4.12%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+3.07%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+4.23%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+8.39%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+13.23%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+13.57%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103,788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128,276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103,006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2,135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23,641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1,112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129,894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lang="es-MX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6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21153B7-2353-05F4-2DF4-CBB919C8CF00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6033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$704.13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$402.34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$704.13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23.7%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$21,123.9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7164"/>
              </p:ext>
            </p:extLst>
          </p:nvPr>
        </p:nvGraphicFramePr>
        <p:xfrm>
          <a:off x="320400" y="6649200"/>
          <a:ext cx="7038000" cy="256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público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$230.34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Municipal de Agua Potable y Alcantarillado de Campeche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$46.59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Tecnológico Superior de Champotón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$33.51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Principales deudores privados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Marinsa de México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$32.77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Promotora Petrolera Regiomontana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Desarrolladora de Proyectos Especializados Trada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$16.32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478800" y="220062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Salario Base de </a:t>
            </a:r>
            <a:r>
              <a:rPr err="1">
                <a:solidFill>
                  <a:schemeClr val="tx1"/>
                </a:solidFill>
              </a:rPr>
              <a:t>Cotización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tado</a:t>
            </a:r>
            <a:r>
              <a:rPr>
                <a:solidFill>
                  <a:schemeClr val="tx1"/>
                </a:solidFill>
              </a:rPr>
              <a:t>: Se </a:t>
            </a:r>
            <a:r>
              <a:rPr err="1">
                <a:solidFill>
                  <a:schemeClr val="tx1"/>
                </a:solidFill>
              </a:rPr>
              <a:t>utilizó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como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deflactor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salario</a:t>
            </a:r>
            <a:r>
              <a:rPr>
                <a:solidFill>
                  <a:schemeClr val="tx1"/>
                </a:solidFill>
              </a:rPr>
              <a:t> el </a:t>
            </a:r>
            <a:r>
              <a:rPr err="1">
                <a:solidFill>
                  <a:schemeClr val="tx1"/>
                </a:solidFill>
              </a:rPr>
              <a:t>cociente</a:t>
            </a:r>
            <a:r>
              <a:rPr>
                <a:solidFill>
                  <a:schemeClr val="tx1"/>
                </a:solidFill>
              </a:rPr>
              <a:t> del INPC entre </a:t>
            </a:r>
            <a:r>
              <a:rPr err="1">
                <a:solidFill>
                  <a:schemeClr val="tx1"/>
                </a:solidFill>
              </a:rPr>
              <a:t>diciembre</a:t>
            </a:r>
            <a:r>
              <a:rPr>
                <a:solidFill>
                  <a:schemeClr val="tx1"/>
                </a:solidFill>
              </a:rPr>
              <a:t> 2018 (103.02) y </a:t>
            </a:r>
            <a:r>
              <a:rPr err="1">
                <a:solidFill>
                  <a:schemeClr val="tx1"/>
                </a:solidFill>
              </a:rPr>
              <a:t>abril</a:t>
            </a:r>
            <a:r>
              <a:rPr>
                <a:solidFill>
                  <a:schemeClr val="tx1"/>
                </a:solidFill>
              </a:rPr>
              <a:t>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>
            <p:extLst>
              <p:ext uri="{D42A27DB-BD31-4B8C-83A1-F6EECF244321}">
                <p14:modId xmlns:p14="http://schemas.microsoft.com/office/powerpoint/2010/main" val="2125427490"/>
              </p:ext>
            </p:extLst>
          </p:nvPr>
        </p:nvGraphicFramePr>
        <p:xfrm>
          <a:off x="-126" y="30932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>
            <p:extLst>
              <p:ext uri="{D42A27DB-BD31-4B8C-83A1-F6EECF244321}">
                <p14:modId xmlns:p14="http://schemas.microsoft.com/office/powerpoint/2010/main" val="213986217"/>
              </p:ext>
            </p:extLst>
          </p:nvPr>
        </p:nvGraphicFramePr>
        <p:xfrm>
          <a:off x="0" y="54298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>
            <p:extLst>
              <p:ext uri="{D42A27DB-BD31-4B8C-83A1-F6EECF244321}">
                <p14:modId xmlns:p14="http://schemas.microsoft.com/office/powerpoint/2010/main" val="3814590634"/>
              </p:ext>
            </p:extLst>
          </p:nvPr>
        </p:nvGraphicFramePr>
        <p:xfrm>
          <a:off x="-126" y="76589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991685"/>
              </p:ext>
            </p:extLst>
          </p:nvPr>
        </p:nvGraphicFramePr>
        <p:xfrm>
          <a:off x="310896" y="35397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112,410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94,300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3,589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8,208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6,313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Egresos</a:t>
                      </a:r>
                      <a:r>
                        <a:t>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071845"/>
              </p:ext>
            </p:extLst>
          </p:nvPr>
        </p:nvGraphicFramePr>
        <p:xfrm>
          <a:off x="310896" y="58663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Disciplina</a:t>
                      </a:r>
                      <a:endParaRPr/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460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91769"/>
              </p:ext>
            </p:extLst>
          </p:nvPr>
        </p:nvGraphicFramePr>
        <p:xfrm>
          <a:off x="310896" y="82077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Concepto</a:t>
                      </a:r>
                      <a:endParaRPr/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1,281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135,277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41,391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93,886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68,561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519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602600" y="3453189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112,410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rPr err="1"/>
              <a:t>consultas</a:t>
            </a:r>
            <a:r>
              <a:t> </a:t>
            </a:r>
            <a:r>
              <a:rPr err="1"/>
              <a:t>anuales</a:t>
            </a:r>
            <a:endParaRPr/>
          </a:p>
        </p:txBody>
      </p:sp>
      <p:sp>
        <p:nvSpPr>
          <p:cNvPr id="548" name="Rounded Rectangle 547"/>
          <p:cNvSpPr/>
          <p:nvPr/>
        </p:nvSpPr>
        <p:spPr>
          <a:xfrm>
            <a:off x="5608800" y="44406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614200" y="4402462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1,810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rPr err="1"/>
              <a:t>cirugías</a:t>
            </a:r>
            <a:r>
              <a:t> </a:t>
            </a:r>
            <a:r>
              <a:rPr err="1"/>
              <a:t>anuales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4010</Words>
  <Application>Microsoft Office PowerPoint</Application>
  <PresentationFormat>Personalizado</PresentationFormat>
  <Paragraphs>1411</Paragraphs>
  <Slides>23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Montserrat</vt:lpstr>
      <vt:lpstr>Arial</vt:lpstr>
      <vt:lpstr>Noto Sans Black</vt:lpstr>
      <vt:lpstr>Calibri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Laura Patricia Galvan Chavez</cp:lastModifiedBy>
  <cp:revision>1</cp:revision>
  <dcterms:modified xsi:type="dcterms:W3CDTF">2026-07-03T19:10:10Z</dcterms:modified>
</cp:coreProperties>
</file>