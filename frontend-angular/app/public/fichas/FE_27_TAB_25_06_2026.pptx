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98" r:id="rId12"/>
    <p:sldId id="301" r:id="rId13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77" r:id="rId22"/>
    <p:sldId id="278" r:id="rId23"/>
    <p:sldId id="279" r:id="rId24"/>
  </p:sldIdLst>
  <p:sldSz cx="7772400" cy="10058400"/>
  <p:notesSz cx="6858000" cy="914400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  <p:embeddedFont>
      <p:font typeface="Noto Sans Black" panose="020B0604020202020204" charset="0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1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Shareny Martinez Rodriguez" userId="f2c49ec6-6c11-4dae-a3ef-cb4909170a65" providerId="ADAL" clId="{AABB945E-44BA-4143-81BB-F4C01DB1B502}"/>
    <pc:docChg chg="custSel addSld delSld modSld">
      <pc:chgData name="Diana Shareny Martinez Rodriguez" userId="f2c49ec6-6c11-4dae-a3ef-cb4909170a65" providerId="ADAL" clId="{AABB945E-44BA-4143-81BB-F4C01DB1B502}" dt="2026-06-29T18:45:49.293" v="445" actId="20577"/>
      <pc:docMkLst>
        <pc:docMk/>
      </pc:docMkLst>
      <pc:sldChg chg="modSp mod">
        <pc:chgData name="Diana Shareny Martinez Rodriguez" userId="f2c49ec6-6c11-4dae-a3ef-cb4909170a65" providerId="ADAL" clId="{AABB945E-44BA-4143-81BB-F4C01DB1B502}" dt="2026-06-26T20:43:42.810" v="2" actId="20577"/>
        <pc:sldMkLst>
          <pc:docMk/>
          <pc:sldMk cId="0" sldId="256"/>
        </pc:sldMkLst>
        <pc:spChg chg="mod">
          <ac:chgData name="Diana Shareny Martinez Rodriguez" userId="f2c49ec6-6c11-4dae-a3ef-cb4909170a65" providerId="ADAL" clId="{AABB945E-44BA-4143-81BB-F4C01DB1B502}" dt="2026-06-26T20:43:42.810" v="2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6T22:58:21.263" v="36" actId="1076"/>
        <pc:sldMkLst>
          <pc:docMk/>
          <pc:sldMk cId="0" sldId="258"/>
        </pc:sldMkLst>
        <pc:spChg chg="mod">
          <ac:chgData name="Diana Shareny Martinez Rodriguez" userId="f2c49ec6-6c11-4dae-a3ef-cb4909170a65" providerId="ADAL" clId="{AABB945E-44BA-4143-81BB-F4C01DB1B502}" dt="2026-06-26T22:57:31.274" v="30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16.766" v="26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12.395" v="24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38.985" v="33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34.063" v="31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27.979" v="29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21.952" v="27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10.028" v="23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7:04.097" v="21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2:56:59.382" v="20" actId="1036"/>
          <ac:spMkLst>
            <pc:docMk/>
            <pc:sldMk cId="0" sldId="258"/>
            <ac:spMk id="130" creationId="{00000000-0000-0000-0000-000000000000}"/>
          </ac:spMkLst>
        </pc:spChg>
        <pc:graphicFrameChg chg="mod">
          <ac:chgData name="Diana Shareny Martinez Rodriguez" userId="f2c49ec6-6c11-4dae-a3ef-cb4909170a65" providerId="ADAL" clId="{AABB945E-44BA-4143-81BB-F4C01DB1B502}" dt="2026-06-26T22:58:21.263" v="36" actId="1076"/>
          <ac:graphicFrameMkLst>
            <pc:docMk/>
            <pc:sldMk cId="0" sldId="258"/>
            <ac:graphicFrameMk id="134" creationId="{00000000-0000-0000-0000-000000000000}"/>
          </ac:graphicFrameMkLst>
        </pc:graphicFrameChg>
        <pc:picChg chg="mod">
          <ac:chgData name="Diana Shareny Martinez Rodriguez" userId="f2c49ec6-6c11-4dae-a3ef-cb4909170a65" providerId="ADAL" clId="{AABB945E-44BA-4143-81BB-F4C01DB1B502}" dt="2026-06-26T22:57:14.244" v="2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2:57:36.434" v="32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2:57:24.355" v="28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iana Shareny Martinez Rodriguez" userId="f2c49ec6-6c11-4dae-a3ef-cb4909170a65" providerId="ADAL" clId="{AABB945E-44BA-4143-81BB-F4C01DB1B502}" dt="2026-06-26T22:57:06.234" v="22" actId="1076"/>
          <ac:picMkLst>
            <pc:docMk/>
            <pc:sldMk cId="0" sldId="258"/>
            <ac:picMk id="128" creationId="{00000000-0000-0000-0000-000000000000}"/>
          </ac:picMkLst>
        </pc:picChg>
      </pc:sldChg>
      <pc:sldChg chg="modSp mod">
        <pc:chgData name="Diana Shareny Martinez Rodriguez" userId="f2c49ec6-6c11-4dae-a3ef-cb4909170a65" providerId="ADAL" clId="{AABB945E-44BA-4143-81BB-F4C01DB1B502}" dt="2026-06-29T18:44:31.388" v="430" actId="20577"/>
        <pc:sldMkLst>
          <pc:docMk/>
          <pc:sldMk cId="0" sldId="259"/>
        </pc:sldMkLst>
        <pc:spChg chg="mod">
          <ac:chgData name="Diana Shareny Martinez Rodriguez" userId="f2c49ec6-6c11-4dae-a3ef-cb4909170a65" providerId="ADAL" clId="{AABB945E-44BA-4143-81BB-F4C01DB1B502}" dt="2026-06-29T18:44:31.388" v="430" actId="20577"/>
          <ac:spMkLst>
            <pc:docMk/>
            <pc:sldMk cId="0" sldId="259"/>
            <ac:spMk id="138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9T18:44:22.797" v="427" actId="20577"/>
        <pc:sldMkLst>
          <pc:docMk/>
          <pc:sldMk cId="0" sldId="260"/>
        </pc:sldMkLst>
        <pc:spChg chg="mod">
          <ac:chgData name="Diana Shareny Martinez Rodriguez" userId="f2c49ec6-6c11-4dae-a3ef-cb4909170a65" providerId="ADAL" clId="{AABB945E-44BA-4143-81BB-F4C01DB1B502}" dt="2026-06-29T18:44:22.797" v="427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9T18:45:49.293" v="445" actId="20577"/>
        <pc:sldMkLst>
          <pc:docMk/>
          <pc:sldMk cId="0" sldId="261"/>
        </pc:sldMkLst>
        <pc:spChg chg="mod">
          <ac:chgData name="Diana Shareny Martinez Rodriguez" userId="f2c49ec6-6c11-4dae-a3ef-cb4909170a65" providerId="ADAL" clId="{AABB945E-44BA-4143-81BB-F4C01DB1B502}" dt="2026-06-26T22:59:37.803" v="38"/>
          <ac:spMkLst>
            <pc:docMk/>
            <pc:sldMk cId="0" sldId="261"/>
            <ac:spMk id="7" creationId="{E7702067-5742-EA23-0A11-060589693687}"/>
          </ac:spMkLst>
        </pc:spChg>
        <pc:spChg chg="mod">
          <ac:chgData name="Diana Shareny Martinez Rodriguez" userId="f2c49ec6-6c11-4dae-a3ef-cb4909170a65" providerId="ADAL" clId="{AABB945E-44BA-4143-81BB-F4C01DB1B502}" dt="2026-06-29T18:44:44.090" v="433" actId="20577"/>
          <ac:spMkLst>
            <pc:docMk/>
            <pc:sldMk cId="0" sldId="261"/>
            <ac:spMk id="156" creationId="{00000000-0000-0000-0000-000000000000}"/>
          </ac:spMkLst>
        </pc:spChg>
        <pc:grpChg chg="mod">
          <ac:chgData name="Diana Shareny Martinez Rodriguez" userId="f2c49ec6-6c11-4dae-a3ef-cb4909170a65" providerId="ADAL" clId="{AABB945E-44BA-4143-81BB-F4C01DB1B502}" dt="2026-06-26T22:59:25.303" v="37" actId="1076"/>
          <ac:grpSpMkLst>
            <pc:docMk/>
            <pc:sldMk cId="0" sldId="261"/>
            <ac:grpSpMk id="2" creationId="{7C21F7D2-9824-D87D-ACE6-0021E66F26CA}"/>
          </ac:grpSpMkLst>
        </pc:grpChg>
        <pc:graphicFrameChg chg="modGraphic">
          <ac:chgData name="Diana Shareny Martinez Rodriguez" userId="f2c49ec6-6c11-4dae-a3ef-cb4909170a65" providerId="ADAL" clId="{AABB945E-44BA-4143-81BB-F4C01DB1B502}" dt="2026-06-29T18:45:49.293" v="445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23:01:00.115" v="68" actId="1076"/>
        <pc:sldMkLst>
          <pc:docMk/>
          <pc:sldMk cId="0" sldId="263"/>
        </pc:sldMkLst>
        <pc:spChg chg="mod">
          <ac:chgData name="Diana Shareny Martinez Rodriguez" userId="f2c49ec6-6c11-4dae-a3ef-cb4909170a65" providerId="ADAL" clId="{AABB945E-44BA-4143-81BB-F4C01DB1B502}" dt="2026-06-26T23:00:47.584" v="65" actId="1037"/>
          <ac:spMkLst>
            <pc:docMk/>
            <pc:sldMk cId="0" sldId="263"/>
            <ac:spMk id="10" creationId="{34D4C161-F553-4880-40C2-A99F9E5003CC}"/>
          </ac:spMkLst>
        </pc:spChg>
        <pc:spChg chg="mod">
          <ac:chgData name="Diana Shareny Martinez Rodriguez" userId="f2c49ec6-6c11-4dae-a3ef-cb4909170a65" providerId="ADAL" clId="{AABB945E-44BA-4143-81BB-F4C01DB1B502}" dt="2026-06-26T23:00:47.584" v="65" actId="1037"/>
          <ac:spMkLst>
            <pc:docMk/>
            <pc:sldMk cId="0" sldId="263"/>
            <ac:spMk id="11" creationId="{37CA6DD4-FD29-E6A2-F007-A10205980078}"/>
          </ac:spMkLst>
        </pc:spChg>
        <pc:spChg chg="mod">
          <ac:chgData name="Diana Shareny Martinez Rodriguez" userId="f2c49ec6-6c11-4dae-a3ef-cb4909170a65" providerId="ADAL" clId="{AABB945E-44BA-4143-81BB-F4C01DB1B502}" dt="2026-06-26T23:00:47.584" v="65" actId="1037"/>
          <ac:spMkLst>
            <pc:docMk/>
            <pc:sldMk cId="0" sldId="263"/>
            <ac:spMk id="12" creationId="{7C8B7065-37C1-29DE-89DC-F7AFB37B86A5}"/>
          </ac:spMkLst>
        </pc:spChg>
        <pc:spChg chg="mod">
          <ac:chgData name="Diana Shareny Martinez Rodriguez" userId="f2c49ec6-6c11-4dae-a3ef-cb4909170a65" providerId="ADAL" clId="{AABB945E-44BA-4143-81BB-F4C01DB1B502}" dt="2026-06-26T23:01:00.115" v="68" actId="1076"/>
          <ac:spMkLst>
            <pc:docMk/>
            <pc:sldMk cId="0" sldId="263"/>
            <ac:spMk id="13" creationId="{311D4588-0956-FDE9-56EB-250AC4854EFD}"/>
          </ac:spMkLst>
        </pc:spChg>
        <pc:spChg chg="mod">
          <ac:chgData name="Diana Shareny Martinez Rodriguez" userId="f2c49ec6-6c11-4dae-a3ef-cb4909170a65" providerId="ADAL" clId="{AABB945E-44BA-4143-81BB-F4C01DB1B502}" dt="2026-06-26T23:00:49.952" v="66" actId="1410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00:53.556" v="67" actId="1076"/>
          <ac:spMkLst>
            <pc:docMk/>
            <pc:sldMk cId="0" sldId="263"/>
            <ac:spMk id="23" creationId="{00000000-0000-0000-0000-000000000000}"/>
          </ac:spMkLst>
        </pc:spChg>
      </pc:sldChg>
      <pc:sldChg chg="addSp delSp modSp mod">
        <pc:chgData name="Diana Shareny Martinez Rodriguez" userId="f2c49ec6-6c11-4dae-a3ef-cb4909170a65" providerId="ADAL" clId="{AABB945E-44BA-4143-81BB-F4C01DB1B502}" dt="2026-06-26T23:06:30.920" v="352" actId="478"/>
        <pc:sldMkLst>
          <pc:docMk/>
          <pc:sldMk cId="0" sldId="272"/>
        </pc:sldMkLst>
      </pc:sldChg>
      <pc:sldChg chg="modSp mod">
        <pc:chgData name="Diana Shareny Martinez Rodriguez" userId="f2c49ec6-6c11-4dae-a3ef-cb4909170a65" providerId="ADAL" clId="{AABB945E-44BA-4143-81BB-F4C01DB1B502}" dt="2026-06-26T23:16:30.281" v="415" actId="20577"/>
        <pc:sldMkLst>
          <pc:docMk/>
          <pc:sldMk cId="0" sldId="279"/>
        </pc:sldMkLst>
        <pc:spChg chg="mod">
          <ac:chgData name="Diana Shareny Martinez Rodriguez" userId="f2c49ec6-6c11-4dae-a3ef-cb4909170a65" providerId="ADAL" clId="{AABB945E-44BA-4143-81BB-F4C01DB1B502}" dt="2026-06-26T23:16:30.281" v="415" actId="20577"/>
          <ac:spMkLst>
            <pc:docMk/>
            <pc:sldMk cId="0" sldId="279"/>
            <ac:spMk id="515" creationId="{00000000-0000-0000-0000-000000000000}"/>
          </ac:spMkLst>
        </pc:spChg>
      </pc:sldChg>
      <pc:sldChg chg="addSp modSp mod">
        <pc:chgData name="Diana Shareny Martinez Rodriguez" userId="f2c49ec6-6c11-4dae-a3ef-cb4909170a65" providerId="ADAL" clId="{AABB945E-44BA-4143-81BB-F4C01DB1B502}" dt="2026-06-26T23:03:54.637" v="230" actId="1076"/>
        <pc:sldMkLst>
          <pc:docMk/>
          <pc:sldMk cId="540716406" sldId="280"/>
        </pc:sldMkLst>
        <pc:spChg chg="add mod">
          <ac:chgData name="Diana Shareny Martinez Rodriguez" userId="f2c49ec6-6c11-4dae-a3ef-cb4909170a65" providerId="ADAL" clId="{AABB945E-44BA-4143-81BB-F4C01DB1B502}" dt="2026-06-26T23:03:48.204" v="229" actId="1076"/>
          <ac:spMkLst>
            <pc:docMk/>
            <pc:sldMk cId="540716406" sldId="280"/>
            <ac:spMk id="9" creationId="{4E0DB6FB-9F2C-01EA-9843-A4091AEDA7BF}"/>
          </ac:spMkLst>
        </pc:spChg>
        <pc:spChg chg="add mod">
          <ac:chgData name="Diana Shareny Martinez Rodriguez" userId="f2c49ec6-6c11-4dae-a3ef-cb4909170a65" providerId="ADAL" clId="{AABB945E-44BA-4143-81BB-F4C01DB1B502}" dt="2026-06-26T23:03:42.963" v="228" actId="1076"/>
          <ac:spMkLst>
            <pc:docMk/>
            <pc:sldMk cId="540716406" sldId="280"/>
            <ac:spMk id="11" creationId="{6795FFDF-1476-E08F-F685-2E32A6892794}"/>
          </ac:spMkLst>
        </pc:spChg>
        <pc:spChg chg="add mod">
          <ac:chgData name="Diana Shareny Martinez Rodriguez" userId="f2c49ec6-6c11-4dae-a3ef-cb4909170a65" providerId="ADAL" clId="{AABB945E-44BA-4143-81BB-F4C01DB1B502}" dt="2026-06-26T23:03:24.693" v="223" actId="1076"/>
          <ac:spMkLst>
            <pc:docMk/>
            <pc:sldMk cId="540716406" sldId="280"/>
            <ac:spMk id="13" creationId="{1AA8C57E-6113-F5E1-AA16-E1D0A2E89ED9}"/>
          </ac:spMkLst>
        </pc:spChg>
        <pc:spChg chg="add">
          <ac:chgData name="Diana Shareny Martinez Rodriguez" userId="f2c49ec6-6c11-4dae-a3ef-cb4909170a65" providerId="ADAL" clId="{AABB945E-44BA-4143-81BB-F4C01DB1B502}" dt="2026-06-26T23:03:21.271" v="222" actId="22"/>
          <ac:spMkLst>
            <pc:docMk/>
            <pc:sldMk cId="540716406" sldId="280"/>
            <ac:spMk id="15" creationId="{31C21E6C-A582-3F04-681F-ED42B08922C4}"/>
          </ac:spMkLst>
        </pc:spChg>
        <pc:spChg chg="mod">
          <ac:chgData name="Diana Shareny Martinez Rodriguez" userId="f2c49ec6-6c11-4dae-a3ef-cb4909170a65" providerId="ADAL" clId="{AABB945E-44BA-4143-81BB-F4C01DB1B502}" dt="2026-06-26T23:03:54.637" v="230" actId="1076"/>
          <ac:spMkLst>
            <pc:docMk/>
            <pc:sldMk cId="540716406" sldId="280"/>
            <ac:spMk id="235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01:42.566" v="120" actId="404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01:45.272" v="121" actId="1076"/>
          <ac:spMkLst>
            <pc:docMk/>
            <pc:sldMk cId="540716406" sldId="280"/>
            <ac:spMk id="239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01:30.733" v="116" actId="404"/>
          <ac:spMkLst>
            <pc:docMk/>
            <pc:sldMk cId="540716406" sldId="280"/>
            <ac:spMk id="240" creationId="{00000000-0000-0000-0000-000000000000}"/>
          </ac:spMkLst>
        </pc:spChg>
        <pc:graphicFrameChg chg="add mod">
          <ac:chgData name="Diana Shareny Martinez Rodriguez" userId="f2c49ec6-6c11-4dae-a3ef-cb4909170a65" providerId="ADAL" clId="{AABB945E-44BA-4143-81BB-F4C01DB1B502}" dt="2026-06-26T23:03:30.229" v="225" actId="1076"/>
          <ac:graphicFrameMkLst>
            <pc:docMk/>
            <pc:sldMk cId="540716406" sldId="280"/>
            <ac:graphicFrameMk id="3" creationId="{FFE3546C-B459-338A-F1D7-23BA809C4C35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03:27.348" v="224" actId="1076"/>
          <ac:graphicFrameMkLst>
            <pc:docMk/>
            <pc:sldMk cId="540716406" sldId="280"/>
            <ac:graphicFrameMk id="5" creationId="{5B9D73CA-5719-064E-D1CA-51D08C28CADA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03:38.912" v="227" actId="14100"/>
          <ac:graphicFrameMkLst>
            <pc:docMk/>
            <pc:sldMk cId="540716406" sldId="280"/>
            <ac:graphicFrameMk id="7" creationId="{1ABB6DE3-FAFC-F543-497F-ADEA6CD8D364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01:36.166" v="117" actId="14100"/>
          <ac:graphicFrameMkLst>
            <pc:docMk/>
            <pc:sldMk cId="540716406" sldId="280"/>
            <ac:graphicFrameMk id="237" creationId="{00000000-0000-0000-0000-000000000000}"/>
          </ac:graphicFrameMkLst>
        </pc:graphicFrameChg>
      </pc:sldChg>
      <pc:sldChg chg="addSp modSp mod">
        <pc:chgData name="Diana Shareny Martinez Rodriguez" userId="f2c49ec6-6c11-4dae-a3ef-cb4909170a65" providerId="ADAL" clId="{AABB945E-44BA-4143-81BB-F4C01DB1B502}" dt="2026-06-26T23:15:19.450" v="381" actId="22"/>
        <pc:sldMkLst>
          <pc:docMk/>
          <pc:sldMk cId="364733940" sldId="284"/>
        </pc:sldMkLst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21" creationId="{799C7A54-D45D-F44A-9999-AA55E36EE0CB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23" creationId="{43CDDD4E-9DE3-CD1E-E1BA-D4F6373F03B6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25" creationId="{2B6B307C-7488-15F8-9CD6-5AF224D61971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27" creationId="{753A7086-9920-B68C-9C39-9DADE4D677D0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29" creationId="{B4A85140-FBFF-2B81-AB8A-352DD3D2355A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33" creationId="{49BC9246-2050-2234-2FF0-9EAA0877D4E6}"/>
          </ac:spMkLst>
        </pc:spChg>
        <pc:spChg chg="add">
          <ac:chgData name="Diana Shareny Martinez Rodriguez" userId="f2c49ec6-6c11-4dae-a3ef-cb4909170a65" providerId="ADAL" clId="{AABB945E-44BA-4143-81BB-F4C01DB1B502}" dt="2026-06-26T23:15:11.681" v="380" actId="22"/>
          <ac:spMkLst>
            <pc:docMk/>
            <pc:sldMk cId="364733940" sldId="284"/>
            <ac:spMk id="35" creationId="{1449AE0D-AA57-6433-10ED-572663E460BD}"/>
          </ac:spMkLst>
        </pc:spChg>
        <pc:spChg chg="add">
          <ac:chgData name="Diana Shareny Martinez Rodriguez" userId="f2c49ec6-6c11-4dae-a3ef-cb4909170a65" providerId="ADAL" clId="{AABB945E-44BA-4143-81BB-F4C01DB1B502}" dt="2026-06-26T23:15:19.450" v="381" actId="22"/>
          <ac:spMkLst>
            <pc:docMk/>
            <pc:sldMk cId="364733940" sldId="284"/>
            <ac:spMk id="37" creationId="{87D9B694-23E3-40B7-A48D-82FBC2C5CE76}"/>
          </ac:spMkLst>
        </pc:spChg>
        <pc:graphicFrameChg chg="add">
          <ac:chgData name="Diana Shareny Martinez Rodriguez" userId="f2c49ec6-6c11-4dae-a3ef-cb4909170a65" providerId="ADAL" clId="{AABB945E-44BA-4143-81BB-F4C01DB1B502}" dt="2026-06-26T23:14:48.581" v="378" actId="22"/>
          <ac:graphicFrameMkLst>
            <pc:docMk/>
            <pc:sldMk cId="364733940" sldId="284"/>
            <ac:graphicFrameMk id="13" creationId="{37217914-2A5C-FC26-0DA2-36139D1C7D1E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14:53.049" v="379" actId="1076"/>
          <ac:graphicFrameMkLst>
            <pc:docMk/>
            <pc:sldMk cId="364733940" sldId="284"/>
            <ac:graphicFrameMk id="15" creationId="{95771014-EB6D-33BE-E625-5C01A12A7BC8}"/>
          </ac:graphicFrameMkLst>
        </pc:graphicFrameChg>
        <pc:graphicFrameChg chg="add">
          <ac:chgData name="Diana Shareny Martinez Rodriguez" userId="f2c49ec6-6c11-4dae-a3ef-cb4909170a65" providerId="ADAL" clId="{AABB945E-44BA-4143-81BB-F4C01DB1B502}" dt="2026-06-26T23:15:11.681" v="380" actId="22"/>
          <ac:graphicFrameMkLst>
            <pc:docMk/>
            <pc:sldMk cId="364733940" sldId="284"/>
            <ac:graphicFrameMk id="19" creationId="{81C66277-910A-0E69-4BB5-E63573997C29}"/>
          </ac:graphicFrameMkLst>
        </pc:graphicFrameChg>
        <pc:graphicFrameChg chg="add">
          <ac:chgData name="Diana Shareny Martinez Rodriguez" userId="f2c49ec6-6c11-4dae-a3ef-cb4909170a65" providerId="ADAL" clId="{AABB945E-44BA-4143-81BB-F4C01DB1B502}" dt="2026-06-26T23:15:11.681" v="380" actId="22"/>
          <ac:graphicFrameMkLst>
            <pc:docMk/>
            <pc:sldMk cId="364733940" sldId="284"/>
            <ac:graphicFrameMk id="31" creationId="{03CFAACD-99D0-CC4B-7ADF-782FD8F75DFC}"/>
          </ac:graphicFrameMkLst>
        </pc:graphicFrameChg>
        <pc:picChg chg="add">
          <ac:chgData name="Diana Shareny Martinez Rodriguez" userId="f2c49ec6-6c11-4dae-a3ef-cb4909170a65" providerId="ADAL" clId="{AABB945E-44BA-4143-81BB-F4C01DB1B502}" dt="2026-06-26T23:15:11.681" v="380" actId="22"/>
          <ac:picMkLst>
            <pc:docMk/>
            <pc:sldMk cId="364733940" sldId="284"/>
            <ac:picMk id="17" creationId="{3F9DDD56-DE36-85CE-A54A-19E9835B5183}"/>
          </ac:picMkLst>
        </pc:picChg>
      </pc:sldChg>
      <pc:sldChg chg="addSp modSp mod">
        <pc:chgData name="Diana Shareny Martinez Rodriguez" userId="f2c49ec6-6c11-4dae-a3ef-cb4909170a65" providerId="ADAL" clId="{AABB945E-44BA-4143-81BB-F4C01DB1B502}" dt="2026-06-26T23:06:01.084" v="348" actId="1076"/>
        <pc:sldMkLst>
          <pc:docMk/>
          <pc:sldMk cId="3805655920" sldId="288"/>
        </pc:sldMkLst>
        <pc:spChg chg="mod">
          <ac:chgData name="Diana Shareny Martinez Rodriguez" userId="f2c49ec6-6c11-4dae-a3ef-cb4909170a65" providerId="ADAL" clId="{AABB945E-44BA-4143-81BB-F4C01DB1B502}" dt="2026-06-26T23:05:49.304" v="347" actId="20577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Diana Shareny Martinez Rodriguez" userId="f2c49ec6-6c11-4dae-a3ef-cb4909170a65" providerId="ADAL" clId="{AABB945E-44BA-4143-81BB-F4C01DB1B502}" dt="2026-06-26T23:05:07.512" v="323" actId="1036"/>
          <ac:spMkLst>
            <pc:docMk/>
            <pc:sldMk cId="3805655920" sldId="288"/>
            <ac:spMk id="8" creationId="{D79E1295-7D77-CF81-A4CF-AD484140E859}"/>
          </ac:spMkLst>
        </pc:spChg>
        <pc:spChg chg="add mod">
          <ac:chgData name="Diana Shareny Martinez Rodriguez" userId="f2c49ec6-6c11-4dae-a3ef-cb4909170a65" providerId="ADAL" clId="{AABB945E-44BA-4143-81BB-F4C01DB1B502}" dt="2026-06-26T23:05:07.512" v="323" actId="1036"/>
          <ac:spMkLst>
            <pc:docMk/>
            <pc:sldMk cId="3805655920" sldId="288"/>
            <ac:spMk id="16" creationId="{E081366D-2C0B-B7EE-7E46-F49D3822E85D}"/>
          </ac:spMkLst>
        </pc:spChg>
        <pc:spChg chg="add mod">
          <ac:chgData name="Diana Shareny Martinez Rodriguez" userId="f2c49ec6-6c11-4dae-a3ef-cb4909170a65" providerId="ADAL" clId="{AABB945E-44BA-4143-81BB-F4C01DB1B502}" dt="2026-06-26T23:05:07.512" v="323" actId="1036"/>
          <ac:spMkLst>
            <pc:docMk/>
            <pc:sldMk cId="3805655920" sldId="288"/>
            <ac:spMk id="18" creationId="{29E0CD3C-DAFF-61E5-C035-F3FC0B7967B5}"/>
          </ac:spMkLst>
        </pc:spChg>
        <pc:spChg chg="add mod">
          <ac:chgData name="Diana Shareny Martinez Rodriguez" userId="f2c49ec6-6c11-4dae-a3ef-cb4909170a65" providerId="ADAL" clId="{AABB945E-44BA-4143-81BB-F4C01DB1B502}" dt="2026-06-26T23:05:07.512" v="323" actId="1036"/>
          <ac:spMkLst>
            <pc:docMk/>
            <pc:sldMk cId="3805655920" sldId="288"/>
            <ac:spMk id="20" creationId="{5AC2AB48-8BFD-4D08-09CD-7A31E7F8933C}"/>
          </ac:spMkLst>
        </pc:spChg>
        <pc:spChg chg="add mod">
          <ac:chgData name="Diana Shareny Martinez Rodriguez" userId="f2c49ec6-6c11-4dae-a3ef-cb4909170a65" providerId="ADAL" clId="{AABB945E-44BA-4143-81BB-F4C01DB1B502}" dt="2026-06-26T23:05:07.512" v="323" actId="1036"/>
          <ac:spMkLst>
            <pc:docMk/>
            <pc:sldMk cId="3805655920" sldId="288"/>
            <ac:spMk id="22" creationId="{69C5C8E4-B0B4-CB1E-F8E3-28B75D34DC3C}"/>
          </ac:spMkLst>
        </pc:spChg>
        <pc:spChg chg="add mod">
          <ac:chgData name="Diana Shareny Martinez Rodriguez" userId="f2c49ec6-6c11-4dae-a3ef-cb4909170a65" providerId="ADAL" clId="{AABB945E-44BA-4143-81BB-F4C01DB1B502}" dt="2026-06-26T23:06:01.084" v="348" actId="1076"/>
          <ac:spMkLst>
            <pc:docMk/>
            <pc:sldMk cId="3805655920" sldId="288"/>
            <ac:spMk id="30" creationId="{EDF365B3-C319-C8CC-C553-6C6E75E39E67}"/>
          </ac:spMkLst>
        </pc:spChg>
        <pc:graphicFrameChg chg="mod">
          <ac:chgData name="Diana Shareny Martinez Rodriguez" userId="f2c49ec6-6c11-4dae-a3ef-cb4909170a65" providerId="ADAL" clId="{AABB945E-44BA-4143-81BB-F4C01DB1B502}" dt="2026-06-26T23:05:28.103" v="328" actId="1076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iana Shareny Martinez Rodriguez" userId="f2c49ec6-6c11-4dae-a3ef-cb4909170a65" providerId="ADAL" clId="{AABB945E-44BA-4143-81BB-F4C01DB1B502}" dt="2026-06-26T23:05:23.979" v="327" actId="1076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iana Shareny Martinez Rodriguez" userId="f2c49ec6-6c11-4dae-a3ef-cb4909170a65" providerId="ADAL" clId="{AABB945E-44BA-4143-81BB-F4C01DB1B502}" dt="2026-06-26T23:05:34.506" v="329" actId="1076"/>
          <ac:graphicFrameMkLst>
            <pc:docMk/>
            <pc:sldMk cId="3805655920" sldId="288"/>
            <ac:graphicFrameMk id="10" creationId="{DD21E27A-4B87-9B1C-7E63-B1AE2997FF65}"/>
          </ac:graphicFrameMkLst>
        </pc:graphicFrameChg>
        <pc:picChg chg="add mod">
          <ac:chgData name="Diana Shareny Martinez Rodriguez" userId="f2c49ec6-6c11-4dae-a3ef-cb4909170a65" providerId="ADAL" clId="{AABB945E-44BA-4143-81BB-F4C01DB1B502}" dt="2026-06-26T23:05:07.512" v="323" actId="1036"/>
          <ac:picMkLst>
            <pc:docMk/>
            <pc:sldMk cId="3805655920" sldId="288"/>
            <ac:picMk id="24" creationId="{07DF63B6-EB53-E414-B6F5-2B7F10F2147C}"/>
          </ac:picMkLst>
        </pc:picChg>
        <pc:picChg chg="add mod">
          <ac:chgData name="Diana Shareny Martinez Rodriguez" userId="f2c49ec6-6c11-4dae-a3ef-cb4909170a65" providerId="ADAL" clId="{AABB945E-44BA-4143-81BB-F4C01DB1B502}" dt="2026-06-26T23:05:07.512" v="323" actId="1036"/>
          <ac:picMkLst>
            <pc:docMk/>
            <pc:sldMk cId="3805655920" sldId="288"/>
            <ac:picMk id="26" creationId="{F751FE1B-2B7D-5275-F44A-02DCA06B82DF}"/>
          </ac:picMkLst>
        </pc:picChg>
        <pc:picChg chg="add mod">
          <ac:chgData name="Diana Shareny Martinez Rodriguez" userId="f2c49ec6-6c11-4dae-a3ef-cb4909170a65" providerId="ADAL" clId="{AABB945E-44BA-4143-81BB-F4C01DB1B502}" dt="2026-06-26T23:05:07.512" v="323" actId="1036"/>
          <ac:picMkLst>
            <pc:docMk/>
            <pc:sldMk cId="3805655920" sldId="288"/>
            <ac:picMk id="28" creationId="{9ECF4258-6B52-5139-8527-018AFC3CEA29}"/>
          </ac:picMkLst>
        </pc:picChg>
      </pc:sldChg>
      <pc:sldChg chg="delSp add del mod">
        <pc:chgData name="Diana Shareny Martinez Rodriguez" userId="f2c49ec6-6c11-4dae-a3ef-cb4909170a65" providerId="ADAL" clId="{AABB945E-44BA-4143-81BB-F4C01DB1B502}" dt="2026-06-26T22:56:38.022" v="4"/>
        <pc:sldMkLst>
          <pc:docMk/>
          <pc:sldMk cId="3763779569" sldId="289"/>
        </pc:sldMkLst>
      </pc:sldChg>
      <pc:sldChg chg="modSp mod">
        <pc:chgData name="Diana Shareny Martinez Rodriguez" userId="f2c49ec6-6c11-4dae-a3ef-cb4909170a65" providerId="ADAL" clId="{AABB945E-44BA-4143-81BB-F4C01DB1B502}" dt="2026-06-26T23:13:59.251" v="377"/>
        <pc:sldMkLst>
          <pc:docMk/>
          <pc:sldMk cId="3240565764" sldId="297"/>
        </pc:sldMkLst>
        <pc:graphicFrameChg chg="mod modGraphic">
          <ac:chgData name="Diana Shareny Martinez Rodriguez" userId="f2c49ec6-6c11-4dae-a3ef-cb4909170a65" providerId="ADAL" clId="{AABB945E-44BA-4143-81BB-F4C01DB1B502}" dt="2026-06-26T23:12:13.458" v="374" actId="20577"/>
          <ac:graphicFrameMkLst>
            <pc:docMk/>
            <pc:sldMk cId="3240565764" sldId="297"/>
            <ac:graphicFrameMk id="14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23:13:53.385" v="376" actId="572"/>
          <ac:graphicFrameMkLst>
            <pc:docMk/>
            <pc:sldMk cId="3240565764" sldId="297"/>
            <ac:graphicFrameMk id="15" creationId="{00000000-0000-0000-0000-000000000000}"/>
          </ac:graphicFrameMkLst>
        </pc:graphicFrameChg>
        <pc:graphicFrameChg chg="mod modGraphic">
          <ac:chgData name="Diana Shareny Martinez Rodriguez" userId="f2c49ec6-6c11-4dae-a3ef-cb4909170a65" providerId="ADAL" clId="{AABB945E-44BA-4143-81BB-F4C01DB1B502}" dt="2026-06-26T23:13:59.251" v="377"/>
          <ac:graphicFrameMkLst>
            <pc:docMk/>
            <pc:sldMk cId="3240565764" sldId="297"/>
            <ac:graphicFrameMk id="16" creationId="{00000000-0000-0000-0000-000000000000}"/>
          </ac:graphicFrameMkLst>
        </pc:graphicFrameChg>
      </pc:sldChg>
      <pc:sldChg chg="modSp mod">
        <pc:chgData name="Diana Shareny Martinez Rodriguez" userId="f2c49ec6-6c11-4dae-a3ef-cb4909170a65" providerId="ADAL" clId="{AABB945E-44BA-4143-81BB-F4C01DB1B502}" dt="2026-06-26T23:04:32.750" v="246" actId="20577"/>
        <pc:sldMkLst>
          <pc:docMk/>
          <pc:sldMk cId="3312959536" sldId="298"/>
        </pc:sldMkLst>
        <pc:spChg chg="mod">
          <ac:chgData name="Diana Shareny Martinez Rodriguez" userId="f2c49ec6-6c11-4dae-a3ef-cb4909170a65" providerId="ADAL" clId="{AABB945E-44BA-4143-81BB-F4C01DB1B502}" dt="2026-06-26T23:04:32.750" v="246" actId="20577"/>
          <ac:spMkLst>
            <pc:docMk/>
            <pc:sldMk cId="3312959536" sldId="298"/>
            <ac:spMk id="5" creationId="{00000000-0000-0000-0000-000000000000}"/>
          </ac:spMkLst>
        </pc:spChg>
      </pc:sldChg>
      <pc:sldChg chg="modSp mod">
        <pc:chgData name="Diana Shareny Martinez Rodriguez" userId="f2c49ec6-6c11-4dae-a3ef-cb4909170a65" providerId="ADAL" clId="{AABB945E-44BA-4143-81BB-F4C01DB1B502}" dt="2026-06-26T23:32:08.997" v="424" actId="20577"/>
        <pc:sldMkLst>
          <pc:docMk/>
          <pc:sldMk cId="3283096737" sldId="300"/>
        </pc:sldMkLst>
        <pc:spChg chg="mod">
          <ac:chgData name="Diana Shareny Martinez Rodriguez" userId="f2c49ec6-6c11-4dae-a3ef-cb4909170a65" providerId="ADAL" clId="{AABB945E-44BA-4143-81BB-F4C01DB1B502}" dt="2026-06-26T23:06:48.348" v="354" actId="1076"/>
          <ac:spMkLst>
            <pc:docMk/>
            <pc:sldMk cId="3283096737" sldId="300"/>
            <ac:spMk id="7" creationId="{00000000-0000-0000-0000-000000000000}"/>
          </ac:spMkLst>
        </pc:spChg>
        <pc:spChg chg="mod">
          <ac:chgData name="Diana Shareny Martinez Rodriguez" userId="f2c49ec6-6c11-4dae-a3ef-cb4909170a65" providerId="ADAL" clId="{AABB945E-44BA-4143-81BB-F4C01DB1B502}" dt="2026-06-26T23:32:08.997" v="424" actId="20577"/>
          <ac:spMkLst>
            <pc:docMk/>
            <pc:sldMk cId="3283096737" sldId="300"/>
            <ac:spMk id="10" creationId="{00000000-0000-0000-0000-000000000000}"/>
          </ac:spMkLst>
        </pc:spChg>
        <pc:graphicFrameChg chg="mod modGraphic">
          <ac:chgData name="Diana Shareny Martinez Rodriguez" userId="f2c49ec6-6c11-4dae-a3ef-cb4909170a65" providerId="ADAL" clId="{AABB945E-44BA-4143-81BB-F4C01DB1B502}" dt="2026-06-26T23:07:10.408" v="366" actId="20577"/>
          <ac:graphicFrameMkLst>
            <pc:docMk/>
            <pc:sldMk cId="3283096737" sldId="300"/>
            <ac:graphicFrameMk id="9" creationId="{00000000-0000-0000-0000-000000000000}"/>
          </ac:graphicFrameMkLst>
        </pc:graphicFrameChg>
        <pc:cxnChg chg="mod">
          <ac:chgData name="Diana Shareny Martinez Rodriguez" userId="f2c49ec6-6c11-4dae-a3ef-cb4909170a65" providerId="ADAL" clId="{AABB945E-44BA-4143-81BB-F4C01DB1B502}" dt="2026-06-26T23:06:50.672" v="355" actId="1076"/>
          <ac:cxnSpMkLst>
            <pc:docMk/>
            <pc:sldMk cId="3283096737" sldId="300"/>
            <ac:cxnSpMk id="8" creationId="{00000000-0000-0000-0000-000000000000}"/>
          </ac:cxnSpMkLst>
        </pc:cxnChg>
      </pc:sldChg>
      <pc:sldChg chg="modSp mod">
        <pc:chgData name="Diana Shareny Martinez Rodriguez" userId="f2c49ec6-6c11-4dae-a3ef-cb4909170a65" providerId="ADAL" clId="{AABB945E-44BA-4143-81BB-F4C01DB1B502}" dt="2026-06-26T23:04:36.902" v="248" actId="20577"/>
        <pc:sldMkLst>
          <pc:docMk/>
          <pc:sldMk cId="0" sldId="301"/>
        </pc:sldMkLst>
        <pc:spChg chg="mod">
          <ac:chgData name="Diana Shareny Martinez Rodriguez" userId="f2c49ec6-6c11-4dae-a3ef-cb4909170a65" providerId="ADAL" clId="{AABB945E-44BA-4143-81BB-F4C01DB1B502}" dt="2026-06-26T23:04:36.902" v="248" actId="20577"/>
          <ac:spMkLst>
            <pc:docMk/>
            <pc:sldMk cId="0" sldId="301"/>
            <ac:spMk id="4" creationId="{00000000-0000-0000-0000-000000000000}"/>
          </ac:spMkLst>
        </pc:spChg>
      </pc:sldChg>
    </pc:docChg>
  </pc:docChgLst>
  <pc:docChgLst>
    <pc:chgData name="Laura Patricia Galvan Chavez" userId="S::laura.galvan@imss.gob.mx::6b13af50-ce8b-483e-8fc4-f994efaf3289" providerId="AD" clId="Web-{1132F902-4279-3217-4D7D-F86FAC96423A}"/>
    <pc:docChg chg="modSld">
      <pc:chgData name="Laura Patricia Galvan Chavez" userId="S::laura.galvan@imss.gob.mx::6b13af50-ce8b-483e-8fc4-f994efaf3289" providerId="AD" clId="Web-{1132F902-4279-3217-4D7D-F86FAC96423A}" dt="2026-06-23T23:24:06.277" v="9" actId="1076"/>
      <pc:docMkLst>
        <pc:docMk/>
      </pc:docMkLst>
      <pc:sldChg chg="delSp modSp">
        <pc:chgData name="Laura Patricia Galvan Chavez" userId="S::laura.galvan@imss.gob.mx::6b13af50-ce8b-483e-8fc4-f994efaf3289" providerId="AD" clId="Web-{1132F902-4279-3217-4D7D-F86FAC96423A}" dt="2026-06-23T23:24:06.277" v="9" actId="1076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1132F902-4279-3217-4D7D-F86FAC96423A}" dt="2026-06-23T23:24:06.246" v="5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Laura Patricia Galvan Chavez" userId="S::laura.galvan@imss.gob.mx::6b13af50-ce8b-483e-8fc4-f994efaf3289" providerId="AD" clId="Web-{1132F902-4279-3217-4D7D-F86FAC96423A}" dt="2026-06-23T23:24:06.262" v="7" actId="1076"/>
          <ac:spMkLst>
            <pc:docMk/>
            <pc:sldMk cId="3240565764" sldId="297"/>
            <ac:spMk id="7" creationId="{FD4175D4-66CF-7FBC-B843-C149C5339DF1}"/>
          </ac:spMkLst>
        </pc:spChg>
        <pc:spChg chg="mod">
          <ac:chgData name="Laura Patricia Galvan Chavez" userId="S::laura.galvan@imss.gob.mx::6b13af50-ce8b-483e-8fc4-f994efaf3289" providerId="AD" clId="Web-{1132F902-4279-3217-4D7D-F86FAC96423A}" dt="2026-06-23T23:24:06.277" v="9" actId="1076"/>
          <ac:spMkLst>
            <pc:docMk/>
            <pc:sldMk cId="3240565764" sldId="297"/>
            <ac:spMk id="9" creationId="{50F1217E-09B0-81A3-6E99-CB1DE729ADDF}"/>
          </ac:spMkLst>
        </pc:spChg>
        <pc:picChg chg="mod">
          <ac:chgData name="Laura Patricia Galvan Chavez" userId="S::laura.galvan@imss.gob.mx::6b13af50-ce8b-483e-8fc4-f994efaf3289" providerId="AD" clId="Web-{1132F902-4279-3217-4D7D-F86FAC96423A}" dt="2026-06-23T23:24:06.262" v="6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Laura Patricia Galvan Chavez" userId="S::laura.galvan@imss.gob.mx::6b13af50-ce8b-483e-8fc4-f994efaf3289" providerId="AD" clId="Web-{1132F902-4279-3217-4D7D-F86FAC96423A}" dt="2026-06-23T23:24:06.277" v="8" actId="1076"/>
          <ac:picMkLst>
            <pc:docMk/>
            <pc:sldMk cId="3240565764" sldId="297"/>
            <ac:picMk id="8" creationId="{170CBE01-E044-2F44-556A-69D0B561DC01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20:10:58.961" v="28" actId="113"/>
      <pc:docMkLst>
        <pc:docMk/>
      </pc:docMkLst>
      <pc:sldChg chg="modSp mod">
        <pc:chgData name="Laura Patricia Galvan Chavez" userId="6b13af50-ce8b-483e-8fc4-f994efaf3289" providerId="ADAL" clId="{655D084B-7DF1-4C24-9447-417D7DC498B8}" dt="2026-07-03T20:09:00.577" v="27" actId="1076"/>
        <pc:sldMkLst>
          <pc:docMk/>
          <pc:sldMk cId="0" sldId="260"/>
        </pc:sldMkLst>
        <pc:graphicFrameChg chg="mod">
          <ac:chgData name="Laura Patricia Galvan Chavez" userId="6b13af50-ce8b-483e-8fc4-f994efaf3289" providerId="ADAL" clId="{655D084B-7DF1-4C24-9447-417D7DC498B8}" dt="2026-07-03T20:09:00.577" v="27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7:46.896" v="10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9T19:27:46.896" v="10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27:46.896" v="10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27:46.896" v="10" actId="1076"/>
          <ac:spMkLst>
            <pc:docMk/>
            <pc:sldMk cId="0" sldId="262"/>
            <ac:spMk id="12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9:27:46.896" v="10" actId="1076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8:01.933" v="12" actId="14100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10" creationId="{34D4C161-F553-4880-40C2-A99F9E5003CC}"/>
          </ac:spMkLst>
        </pc:spChg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11" creationId="{37CA6DD4-FD29-E6A2-F007-A10205980078}"/>
          </ac:spMkLst>
        </pc:spChg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12" creationId="{7C8B7065-37C1-29DE-89DC-F7AFB37B86A5}"/>
          </ac:spMkLst>
        </pc:spChg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13" creationId="{311D4588-0956-FDE9-56EB-250AC4854EFD}"/>
          </ac:spMkLst>
        </pc:spChg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aura Patricia Galvan Chavez" userId="6b13af50-ce8b-483e-8fc4-f994efaf3289" providerId="ADAL" clId="{655D084B-7DF1-4C24-9447-417D7DC498B8}" dt="2026-06-29T19:27:58.810" v="11" actId="1076"/>
          <ac:spMkLst>
            <pc:docMk/>
            <pc:sldMk cId="0" sldId="263"/>
            <ac:spMk id="23" creationId="{00000000-0000-0000-0000-000000000000}"/>
          </ac:spMkLst>
        </pc:spChg>
        <pc:graphicFrameChg chg="modGraphic">
          <ac:chgData name="Laura Patricia Galvan Chavez" userId="6b13af50-ce8b-483e-8fc4-f994efaf3289" providerId="ADAL" clId="{655D084B-7DF1-4C24-9447-417D7DC498B8}" dt="2026-06-29T19:28:01.933" v="12" actId="14100"/>
          <ac:graphicFrameMkLst>
            <pc:docMk/>
            <pc:sldMk cId="0" sldId="263"/>
            <ac:graphicFrameMk id="21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9T19:27:58.810" v="11" actId="1076"/>
          <ac:graphicFrameMkLst>
            <pc:docMk/>
            <pc:sldMk cId="0" sldId="263"/>
            <ac:graphicFrameMk id="22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9:06.639" v="16" actId="1076"/>
        <pc:sldMkLst>
          <pc:docMk/>
          <pc:sldMk cId="0" sldId="277"/>
        </pc:sldMkLst>
        <pc:picChg chg="mod">
          <ac:chgData name="Laura Patricia Galvan Chavez" userId="6b13af50-ce8b-483e-8fc4-f994efaf3289" providerId="ADAL" clId="{655D084B-7DF1-4C24-9447-417D7DC498B8}" dt="2026-06-29T19:29:06.639" v="16" actId="1076"/>
          <ac:picMkLst>
            <pc:docMk/>
            <pc:sldMk cId="0" sldId="277"/>
            <ac:picMk id="47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6-29T19:29:29.735" v="26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9:29:29.735" v="26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20:10:58.961" v="28" actId="113"/>
        <pc:sldMkLst>
          <pc:docMk/>
          <pc:sldMk cId="364733940" sldId="284"/>
        </pc:sldMkLst>
        <pc:graphicFrameChg chg="modGraphic">
          <ac:chgData name="Laura Patricia Galvan Chavez" userId="6b13af50-ce8b-483e-8fc4-f994efaf3289" providerId="ADAL" clId="{655D084B-7DF1-4C24-9447-417D7DC498B8}" dt="2026-07-03T20:10:58.961" v="28" actId="113"/>
          <ac:graphicFrameMkLst>
            <pc:docMk/>
            <pc:sldMk cId="364733940" sldId="284"/>
            <ac:graphicFrameMk id="15" creationId="{95771014-EB6D-33BE-E625-5C01A12A7BC8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9:28:30.181" v="14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28:30.181" v="14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6T23:50:33.148" v="9" actId="20577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6-26T23:50:33.148" v="9" actId="20577"/>
          <ac:spMkLst>
            <pc:docMk/>
            <pc:sldMk cId="3240565764" sldId="297"/>
            <ac:spMk id="9" creationId="{50F1217E-09B0-81A3-6E99-CB1DE729ADDF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7:01.163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7:01.163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7:01.163" v="2" actId="22"/>
          <ac:spMkLst>
            <pc:docMk/>
            <pc:sldMk cId="748044913" sldId="287"/>
            <ac:spMk id="10" creationId="{D4C19C95-61EE-F49F-2181-48887D3FA710}"/>
          </ac:spMkLst>
        </pc:spChg>
        <pc:spChg chg="add">
          <ac:chgData name="Rohan Myron Oprisko" userId="a7c52ab4-f8b1-4d15-aaf6-6388cc510347" providerId="ADAL" clId="{97C26823-81C0-4343-94EC-E87AB1317939}" dt="2026-06-24T15:57:01.163" v="2" actId="22"/>
          <ac:spMkLst>
            <pc:docMk/>
            <pc:sldMk cId="748044913" sldId="287"/>
            <ac:spMk id="12" creationId="{3B2170C3-1346-8114-EC25-46375748DE68}"/>
          </ac:spMkLst>
        </pc:spChg>
      </pc:sldChg>
    </pc:docChg>
  </pc:docChgLst>
  <pc:docChgLst>
    <pc:chgData name="Laura Patricia Galvan Chavez" userId="S::laura.galvan@imss.gob.mx::6b13af50-ce8b-483e-8fc4-f994efaf3289" providerId="AD" clId="Web-{F0D3375D-07A6-92C4-7FF6-F0CC6E77F216}"/>
    <pc:docChg chg="modSld">
      <pc:chgData name="Laura Patricia Galvan Chavez" userId="S::laura.galvan@imss.gob.mx::6b13af50-ce8b-483e-8fc4-f994efaf3289" providerId="AD" clId="Web-{F0D3375D-07A6-92C4-7FF6-F0CC6E77F216}" dt="2026-06-23T20:37:48.812" v="24"/>
      <pc:docMkLst>
        <pc:docMk/>
      </pc:docMkLst>
      <pc:sldChg chg="addSp delSp modSp">
        <pc:chgData name="Laura Patricia Galvan Chavez" userId="S::laura.galvan@imss.gob.mx::6b13af50-ce8b-483e-8fc4-f994efaf3289" providerId="AD" clId="Web-{F0D3375D-07A6-92C4-7FF6-F0CC6E77F216}" dt="2026-06-23T20:37:48.812" v="24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F0D3375D-07A6-92C4-7FF6-F0CC6E77F216}" dt="2026-06-23T20:37:48.812" v="24"/>
          <ac:graphicFrameMkLst>
            <pc:docMk/>
            <pc:sldMk cId="0" sldId="260"/>
            <ac:graphicFrameMk id="5" creationId="{6EBC6F6F-8EE7-931F-6F2E-285DD0A6C924}"/>
          </ac:graphicFrameMkLst>
        </pc:graphicFrameChg>
        <pc:picChg chg="add mod">
          <ac:chgData name="Laura Patricia Galvan Chavez" userId="S::laura.galvan@imss.gob.mx::6b13af50-ce8b-483e-8fc4-f994efaf3289" providerId="AD" clId="Web-{F0D3375D-07A6-92C4-7FF6-F0CC6E77F216}" dt="2026-06-23T20:37:20.765" v="6" actId="1076"/>
          <ac:picMkLst>
            <pc:docMk/>
            <pc:sldMk cId="0" sldId="260"/>
            <ac:picMk id="2" creationId="{5FF93F6C-34E3-8A0E-012F-D876801B3B2D}"/>
          </ac:picMkLst>
        </pc:picChg>
        <pc:picChg chg="mod">
          <ac:chgData name="Laura Patricia Galvan Chavez" userId="S::laura.galvan@imss.gob.mx::6b13af50-ce8b-483e-8fc4-f994efaf3289" providerId="AD" clId="Web-{F0D3375D-07A6-92C4-7FF6-F0CC6E77F216}" dt="2026-06-23T20:36:34.609" v="1" actId="14100"/>
          <ac:picMkLst>
            <pc:docMk/>
            <pc:sldMk cId="0" sldId="260"/>
            <ac:picMk id="6" creationId="{01001F63-9550-7C35-64E7-01F6C24C376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BFC7-4D07-95C5-E76FA1975509}"/>
              </c:ext>
            </c:extLst>
          </c:dPt>
          <c:dPt>
            <c:idx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3-BFC7-4D07-95C5-E76FA1975509}"/>
              </c:ext>
            </c:extLst>
          </c:dPt>
          <c:dPt>
            <c:idx val="2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5-BFC7-4D07-95C5-E76FA1975509}"/>
              </c:ext>
            </c:extLst>
          </c:dPt>
          <c:dPt>
            <c:idx val="3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7-BFC7-4D07-95C5-E76FA1975509}"/>
              </c:ext>
            </c:extLst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800072</c:v>
                </c:pt>
                <c:pt idx="1">
                  <c:v>227859</c:v>
                </c:pt>
                <c:pt idx="2">
                  <c:v>1346668</c:v>
                </c:pt>
                <c:pt idx="3">
                  <c:v>98069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FC7-4D07-95C5-E76FA1975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833-4251-8429-E4263F2C12AE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1833-4251-8429-E4263F2C12AE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46.237537118247431</c:v>
                </c:pt>
                <c:pt idx="1">
                  <c:v>53.762462881752569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33-4251-8429-E4263F2C1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953-49A5-A85A-6BF30929260A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953-49A5-A85A-6BF30929260A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12.2876540865</c:v>
                </c:pt>
                <c:pt idx="1">
                  <c:v>87.712345913500002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53-49A5-A85A-6BF309292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5C4-4F4C-B5C1-7D074895479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5C4-4F4C-B5C1-7D074895479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50.442425064424242</c:v>
                </c:pt>
                <c:pt idx="1">
                  <c:v>49.557574935575758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C4-4F4C-B5C1-7D0748954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1F8-4166-8FC3-69D236FBB43D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1F8-4166-8FC3-69D236FBB43D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47.873218304576142</c:v>
                </c:pt>
                <c:pt idx="1">
                  <c:v>52.126781695423858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F8-4166-8FC3-69D236FBB4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CF4A-4260-84E4-2CCA5097DB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69</c:v>
                </c:pt>
                <c:pt idx="2">
                  <c:v>64</c:v>
                </c:pt>
                <c:pt idx="3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F4A-4260-84E4-2CCA5097DB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8793</c:v>
                </c:pt>
                <c:pt idx="1">
                  <c:v>35529</c:v>
                </c:pt>
                <c:pt idx="2">
                  <c:v>16780</c:v>
                </c:pt>
                <c:pt idx="3">
                  <c:v>68459</c:v>
                </c:pt>
                <c:pt idx="4">
                  <c:v>1647</c:v>
                </c:pt>
                <c:pt idx="5">
                  <c:v>18789</c:v>
                </c:pt>
                <c:pt idx="6">
                  <c:v>19152</c:v>
                </c:pt>
                <c:pt idx="7">
                  <c:v>5096</c:v>
                </c:pt>
                <c:pt idx="8">
                  <c:v>29342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C3-4DB7-9813-97943BEF2E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Comercio</c:v>
                </c:pt>
                <c:pt idx="4">
                  <c:v>Ind Eléctrica y Captación y Suministro de Agua Potable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8113</c:v>
                </c:pt>
                <c:pt idx="1">
                  <c:v>34607</c:v>
                </c:pt>
                <c:pt idx="2">
                  <c:v>16494</c:v>
                </c:pt>
                <c:pt idx="3">
                  <c:v>67644</c:v>
                </c:pt>
                <c:pt idx="4">
                  <c:v>1635</c:v>
                </c:pt>
                <c:pt idx="5">
                  <c:v>19105</c:v>
                </c:pt>
                <c:pt idx="6">
                  <c:v>19616</c:v>
                </c:pt>
                <c:pt idx="7">
                  <c:v>5433</c:v>
                </c:pt>
                <c:pt idx="8">
                  <c:v>33699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0C3-4DB7-9813-97943BEF2E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167249</c:v>
                </c:pt>
                <c:pt idx="1">
                  <c:v>167389</c:v>
                </c:pt>
                <c:pt idx="2">
                  <c:v>169106</c:v>
                </c:pt>
                <c:pt idx="3">
                  <c:v>193049</c:v>
                </c:pt>
                <c:pt idx="4">
                  <c:v>224698</c:v>
                </c:pt>
                <c:pt idx="5">
                  <c:v>245443</c:v>
                </c:pt>
                <c:pt idx="6">
                  <c:v>219242</c:v>
                </c:pt>
                <c:pt idx="7">
                  <c:v>203587</c:v>
                </c:pt>
                <c:pt idx="8">
                  <c:v>206346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5DF-4B75-8A5D-98BCD54F20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hart" Target="../charts/chart1.xml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chart" Target="../charts/chart6.xml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Tabasco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67;p15">
            <a:extLst>
              <a:ext uri="{FF2B5EF4-FFF2-40B4-BE49-F238E27FC236}">
                <a16:creationId xmlns:a16="http://schemas.microsoft.com/office/drawing/2014/main" id="{48A81E02-8F42-8DAD-652F-C38CFFBF4827}"/>
              </a:ext>
            </a:extLst>
          </p:cNvPr>
          <p:cNvSpPr/>
          <p:nvPr/>
        </p:nvSpPr>
        <p:spPr>
          <a:xfrm>
            <a:off x="0" y="566124"/>
            <a:ext cx="7772400" cy="1792149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pic>
        <p:nvPicPr>
          <p:cNvPr id="4" name="Google Shape;67;p15">
            <a:extLst>
              <a:ext uri="{FF2B5EF4-FFF2-40B4-BE49-F238E27FC236}">
                <a16:creationId xmlns:a16="http://schemas.microsoft.com/office/drawing/2014/main" id="{B9247688-FD42-7696-83CF-0667CA0040D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5427" r="64106" b="79407"/>
          <a:stretch>
            <a:fillRect/>
          </a:stretch>
        </p:blipFill>
        <p:spPr>
          <a:xfrm>
            <a:off x="557739" y="672506"/>
            <a:ext cx="1449977" cy="15793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412236D-10F2-235D-637E-58681BA544D6}"/>
              </a:ext>
            </a:extLst>
          </p:cNvPr>
          <p:cNvGraphicFramePr>
            <a:graphicFrameLocks noGrp="1"/>
          </p:cNvGraphicFramePr>
          <p:nvPr/>
        </p:nvGraphicFramePr>
        <p:xfrm>
          <a:off x="513216" y="2547315"/>
          <a:ext cx="5352007" cy="6534724"/>
        </p:xfrm>
        <a:graphic>
          <a:graphicData uri="http://schemas.openxmlformats.org/drawingml/2006/table">
            <a:tbl>
              <a:tblPr/>
              <a:tblGrid>
                <a:gridCol w="2101754">
                  <a:extLst>
                    <a:ext uri="{9D8B030D-6E8A-4147-A177-3AD203B41FA5}">
                      <a16:colId xmlns:a16="http://schemas.microsoft.com/office/drawing/2014/main" val="969781823"/>
                    </a:ext>
                  </a:extLst>
                </a:gridCol>
                <a:gridCol w="3250253">
                  <a:extLst>
                    <a:ext uri="{9D8B030D-6E8A-4147-A177-3AD203B41FA5}">
                      <a16:colId xmlns:a16="http://schemas.microsoft.com/office/drawing/2014/main" val="2721662244"/>
                    </a:ext>
                  </a:extLst>
                </a:gridCol>
              </a:tblGrid>
              <a:tr h="789986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Prestaciones Médicas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Dra. Ana Laura Sánchez Suárez</a:t>
                      </a:r>
                      <a:endParaRPr lang="es-MX" sz="16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Especialidad en Pediatría</a:t>
                      </a:r>
                      <a:endParaRPr lang="es-MX" sz="16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Inicio en el cargo: 16 de octubre de </a:t>
                      </a:r>
                      <a:endParaRPr lang="es-MX" sz="160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2025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310330"/>
                  </a:ext>
                </a:extLst>
              </a:tr>
              <a:tr h="923235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Salud en el Trabajo, Prestaciones Económicas y Sociales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L.C.P</a:t>
                      </a:r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. Rosa María Castro Frías </a:t>
                      </a:r>
                      <a:endParaRPr lang="es-MX" sz="1600" dirty="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Contaduría Pública </a:t>
                      </a:r>
                      <a:endParaRPr lang="es-MX" sz="1600" dirty="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de marzo de 2025</a:t>
                      </a:r>
                      <a:endParaRPr lang="es-MX" sz="1600" dirty="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798533"/>
                  </a:ext>
                </a:extLst>
              </a:tr>
              <a:tr h="898315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Afiliación y Cobranza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L.C.F</a:t>
                      </a: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. Eliseo Izquierdo González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Contabilidad Financiera  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de agosto de 2021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5722"/>
                  </a:ext>
                </a:extLst>
              </a:tr>
              <a:tr h="778877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Desarrollo de Personal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L.C.P</a:t>
                      </a: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.  Rosa María Hernández López 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Administración y Contaduría Pública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de abril de 2021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383480"/>
                  </a:ext>
                </a:extLst>
              </a:tr>
              <a:tr h="882858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Finanzas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L.C.P</a:t>
                      </a: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. Manuel Armando Pérez Domínguez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Contaduría Pública 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de junio de 2020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65268"/>
                  </a:ext>
                </a:extLst>
              </a:tr>
              <a:tr h="700517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Administrativos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Isaac Ignacio Silva Cárdenas  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Derecho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01 de agosto de 2023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653539"/>
                  </a:ext>
                </a:extLst>
              </a:tr>
              <a:tr h="780468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Jefatura de Servicios Jurídicos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José Pablo Broca Camas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Lic. en Derecho</a:t>
                      </a:r>
                      <a:endParaRPr lang="es-MX" sz="1600">
                        <a:effectLst/>
                      </a:endParaRP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Inicio en el cargo: 16 de septiembre de 2023</a:t>
                      </a:r>
                      <a:endParaRPr lang="es-MX" sz="160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219506"/>
                  </a:ext>
                </a:extLst>
              </a:tr>
              <a:tr h="780468">
                <a:tc>
                  <a:txBody>
                    <a:bodyPr/>
                    <a:lstStyle/>
                    <a:p>
                      <a:pPr marL="35992" marR="35992" algn="r" rtl="0" fontAlgn="ctr">
                        <a:buNone/>
                      </a:pP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Secretaria General </a:t>
                      </a:r>
                      <a:b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</a:br>
                      <a:r>
                        <a:rPr lang="es-MX" sz="10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de la Sección XXVI </a:t>
                      </a:r>
                      <a:endParaRPr lang="es-MX" sz="1400">
                        <a:effectLst/>
                      </a:endParaRPr>
                    </a:p>
                  </a:txBody>
                  <a:tcPr marL="89069" marR="74224" marT="44535" marB="4453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35992" marR="35992" rtl="0" fontAlgn="ctr">
                        <a:buNone/>
                      </a:pPr>
                      <a:r>
                        <a:rPr lang="es-MX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Dra. María Evelin Martínez Cortés</a:t>
                      </a:r>
                    </a:p>
                    <a:p>
                      <a:pPr marL="35992" marR="35992" rtl="0" fontAlgn="ctr">
                        <a:buNone/>
                      </a:pPr>
                      <a:r>
                        <a:rPr lang="es-MX" sz="105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Especialidad en Ginecología y Obstetricia</a:t>
                      </a:r>
                    </a:p>
                    <a:p>
                      <a:pPr rtl="0" fontAlgn="ctr">
                        <a:buNone/>
                      </a:pPr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Inicio en el cargo: 01 de diciembre de </a:t>
                      </a:r>
                      <a:endParaRPr lang="es-MX" sz="1600" dirty="0">
                        <a:effectLst/>
                      </a:endParaRPr>
                    </a:p>
                    <a:p>
                      <a:pPr rtl="0" fontAlgn="ctr">
                        <a:buNone/>
                      </a:pPr>
                      <a:r>
                        <a:rPr lang="es-MX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 2022</a:t>
                      </a:r>
                      <a:endParaRPr lang="es-MX" sz="1600" dirty="0">
                        <a:effectLst/>
                      </a:endParaRPr>
                    </a:p>
                  </a:txBody>
                  <a:tcPr marL="89069" marR="89069" marT="44535" marB="4453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465193"/>
                  </a:ext>
                </a:extLst>
              </a:tr>
            </a:tbl>
          </a:graphicData>
        </a:graphic>
      </p:graphicFrame>
      <p:pic>
        <p:nvPicPr>
          <p:cNvPr id="10" name="Google Shape;67;p15">
            <a:extLst>
              <a:ext uri="{FF2B5EF4-FFF2-40B4-BE49-F238E27FC236}">
                <a16:creationId xmlns:a16="http://schemas.microsoft.com/office/drawing/2014/main" id="{F377DB15-C193-2927-43ED-4E04611A6A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1034" t="65599" r="21098" b="26702"/>
          <a:stretch>
            <a:fillRect/>
          </a:stretch>
        </p:blipFill>
        <p:spPr>
          <a:xfrm>
            <a:off x="5844476" y="5895802"/>
            <a:ext cx="1123881" cy="86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7;p15">
            <a:extLst>
              <a:ext uri="{FF2B5EF4-FFF2-40B4-BE49-F238E27FC236}">
                <a16:creationId xmlns:a16="http://schemas.microsoft.com/office/drawing/2014/main" id="{4419255B-B284-37E8-FED0-97E1C5B9D0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32056" r="19917" b="55404"/>
          <a:stretch>
            <a:fillRect/>
          </a:stretch>
        </p:blipFill>
        <p:spPr>
          <a:xfrm>
            <a:off x="5865223" y="3376269"/>
            <a:ext cx="1103134" cy="864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67;p15">
            <a:extLst>
              <a:ext uri="{FF2B5EF4-FFF2-40B4-BE49-F238E27FC236}">
                <a16:creationId xmlns:a16="http://schemas.microsoft.com/office/drawing/2014/main" id="{4C372D51-AAEE-AA25-7C61-75222A75990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44595" r="19917" b="42865"/>
          <a:stretch>
            <a:fillRect/>
          </a:stretch>
        </p:blipFill>
        <p:spPr>
          <a:xfrm>
            <a:off x="5865223" y="4244631"/>
            <a:ext cx="1103134" cy="954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7;p15">
            <a:extLst>
              <a:ext uri="{FF2B5EF4-FFF2-40B4-BE49-F238E27FC236}">
                <a16:creationId xmlns:a16="http://schemas.microsoft.com/office/drawing/2014/main" id="{88AC0B0C-4525-285A-505D-BD789635F5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57136" r="19917" b="34401"/>
          <a:stretch>
            <a:fillRect/>
          </a:stretch>
        </p:blipFill>
        <p:spPr>
          <a:xfrm>
            <a:off x="5865223" y="5120573"/>
            <a:ext cx="1123880" cy="795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7;p15">
            <a:extLst>
              <a:ext uri="{FF2B5EF4-FFF2-40B4-BE49-F238E27FC236}">
                <a16:creationId xmlns:a16="http://schemas.microsoft.com/office/drawing/2014/main" id="{8685046A-BB2B-FE78-D50B-9BF9E100C2A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74061" r="19917" b="18828"/>
          <a:stretch>
            <a:fillRect/>
          </a:stretch>
        </p:blipFill>
        <p:spPr>
          <a:xfrm>
            <a:off x="5865222" y="6780305"/>
            <a:ext cx="1103135" cy="71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67;p15">
            <a:extLst>
              <a:ext uri="{FF2B5EF4-FFF2-40B4-BE49-F238E27FC236}">
                <a16:creationId xmlns:a16="http://schemas.microsoft.com/office/drawing/2014/main" id="{5150119C-49D9-004E-3885-7F79295956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22270" r="19917" b="67945"/>
          <a:stretch>
            <a:fillRect/>
          </a:stretch>
        </p:blipFill>
        <p:spPr>
          <a:xfrm>
            <a:off x="5865223" y="2394997"/>
            <a:ext cx="1103134" cy="9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67;p15">
            <a:extLst>
              <a:ext uri="{FF2B5EF4-FFF2-40B4-BE49-F238E27FC236}">
                <a16:creationId xmlns:a16="http://schemas.microsoft.com/office/drawing/2014/main" id="{652551DD-5164-4AC6-40B9-0F7B083A83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0610" t="81000" r="19917" b="9903"/>
          <a:stretch>
            <a:fillRect/>
          </a:stretch>
        </p:blipFill>
        <p:spPr>
          <a:xfrm>
            <a:off x="5844476" y="7477091"/>
            <a:ext cx="1123882" cy="770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69;p15">
            <a:extLst>
              <a:ext uri="{FF2B5EF4-FFF2-40B4-BE49-F238E27FC236}">
                <a16:creationId xmlns:a16="http://schemas.microsoft.com/office/drawing/2014/main" id="{1E869E19-0764-DF47-9292-AAD9BB2232EB}"/>
              </a:ext>
            </a:extLst>
          </p:cNvPr>
          <p:cNvSpPr txBox="1"/>
          <p:nvPr/>
        </p:nvSpPr>
        <p:spPr>
          <a:xfrm>
            <a:off x="2565455" y="706902"/>
            <a:ext cx="4198800" cy="1547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Dr. José David Orgaz Fernández</a:t>
            </a: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Médico cirujano</a:t>
            </a:r>
            <a:endParaRPr lang="es" sz="12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Especialidad en Cirugía General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de julio de 2023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CBBA1A-AE87-F48C-EF83-EAA6A88DB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476" y="8264281"/>
            <a:ext cx="1123883" cy="79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32%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31121" y="4823129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510167"/>
              </p:ext>
            </p:extLst>
          </p:nvPr>
        </p:nvGraphicFramePr>
        <p:xfrm>
          <a:off x="2268000" y="1492516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5508000" y="164445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800,072</a:t>
            </a:r>
            <a:br>
              <a:rPr dirty="0"/>
            </a:br>
            <a:r>
              <a:rPr dirty="0"/>
              <a:t>32%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548" y="1652400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4820634" y="1756057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839128" y="421317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227,859</a:t>
            </a:r>
            <a:br>
              <a:rPr dirty="0"/>
            </a:br>
            <a:r>
              <a:rPr dirty="0"/>
              <a:t>9%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7331" y="380988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180188" y="3991515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45702" y="250094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/>
              <a:t>1,346,668</a:t>
            </a:r>
            <a:br>
              <a:rPr dirty="0"/>
            </a:br>
            <a:r>
              <a:rPr dirty="0"/>
              <a:t>54%</a:t>
            </a:r>
          </a:p>
        </p:txBody>
      </p:sp>
      <p:pic>
        <p:nvPicPr>
          <p:cNvPr id="125" name="Picture 124" descr="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0414" y="212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333702" y="2311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2177259" y="1004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dirty="0" err="1"/>
              <a:t>Otros</a:t>
            </a:r>
            <a:br>
              <a:rPr dirty="0"/>
            </a:br>
            <a:r>
              <a:rPr dirty="0"/>
              <a:t>98,069</a:t>
            </a:r>
            <a:br>
              <a:rPr dirty="0"/>
            </a:br>
            <a:r>
              <a:rPr dirty="0"/>
              <a:t>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1259" y="1152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3736800" y="12636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988000" y="2673316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2,472,668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334955"/>
              </p:ext>
            </p:extLst>
          </p:nvPr>
        </p:nvGraphicFramePr>
        <p:xfrm>
          <a:off x="334123" y="5273742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Categoría</a:t>
                      </a:r>
                      <a:endParaRPr dirty="0"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PDA¹</a:t>
                      </a:r>
                      <a:endParaRPr dirty="0"/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639,196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800,072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373,285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500,968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165,576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206,346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183,775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265,911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299,104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100,720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Madres y padres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46,477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69,036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49%</a:t>
                      </a:r>
                    </a:p>
                  </a:txBody>
                  <a:tcPr>
                    <a:lnB w="1270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1,776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2,761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75095499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7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31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53;g3d0b4d3c5c9_0_58">
            <a:extLst>
              <a:ext uri="{FF2B5EF4-FFF2-40B4-BE49-F238E27FC236}">
                <a16:creationId xmlns:a16="http://schemas.microsoft.com/office/drawing/2014/main" id="{6EBC6F6F-8EE7-931F-6F2E-285DD0A6C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066050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 1 Villahermosa, Tabasco</a:t>
                      </a:r>
                      <a:endParaRPr sz="1800" b="1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55;g3d0b4d3c5c9_0_58">
            <a:extLst>
              <a:ext uri="{FF2B5EF4-FFF2-40B4-BE49-F238E27FC236}">
                <a16:creationId xmlns:a16="http://schemas.microsoft.com/office/drawing/2014/main" id="{01001F63-9550-7C35-64E7-01F6C24C3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9741" t="18770" r="21418" b="8280"/>
          <a:stretch/>
        </p:blipFill>
        <p:spPr>
          <a:xfrm>
            <a:off x="0" y="2095490"/>
            <a:ext cx="3071369" cy="2947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5FF93F6C-34E3-8A0E-012F-D876801B3B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322" y="1894674"/>
            <a:ext cx="4221373" cy="33526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7_TABAS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961447"/>
              </p:ext>
            </p:extLst>
          </p:nvPr>
        </p:nvGraphicFramePr>
        <p:xfrm>
          <a:off x="56628" y="7016695"/>
          <a:ext cx="7650000" cy="165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¹Incluye</a:t>
            </a:r>
            <a:r>
              <a:rPr dirty="0"/>
              <a:t> salas de </a:t>
            </a:r>
            <a:r>
              <a:rPr dirty="0" err="1"/>
              <a:t>quirófano</a:t>
            </a:r>
            <a:r>
              <a:rPr dirty="0"/>
              <a:t>, salas </a:t>
            </a:r>
            <a:r>
              <a:rPr dirty="0" err="1"/>
              <a:t>híbridas</a:t>
            </a:r>
            <a:r>
              <a:rPr dirty="0"/>
              <a:t> y salas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salas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7C21F7D2-9824-D87D-ACE6-0021E66F26CA}"/>
              </a:ext>
            </a:extLst>
          </p:cNvPr>
          <p:cNvGrpSpPr/>
          <p:nvPr/>
        </p:nvGrpSpPr>
        <p:grpSpPr>
          <a:xfrm>
            <a:off x="0" y="3739700"/>
            <a:ext cx="7772400" cy="3415781"/>
            <a:chOff x="0" y="5325147"/>
            <a:chExt cx="7772400" cy="3415781"/>
          </a:xfrm>
        </p:grpSpPr>
        <p:sp>
          <p:nvSpPr>
            <p:cNvPr id="7" name="Google Shape;316;g3d635d120e2_2_152">
              <a:extLst>
                <a:ext uri="{FF2B5EF4-FFF2-40B4-BE49-F238E27FC236}">
                  <a16:creationId xmlns:a16="http://schemas.microsoft.com/office/drawing/2014/main" id="{E7702067-5742-EA23-0A11-060589693687}"/>
                </a:ext>
              </a:extLst>
            </p:cNvPr>
            <p:cNvSpPr txBox="1"/>
            <p:nvPr/>
          </p:nvSpPr>
          <p:spPr>
            <a:xfrm>
              <a:off x="0" y="532514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lvl="0" algn="ctr">
                <a:buSzPts val="1600"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(instalado y funcionando)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330;g3d635d120e2_2_152">
              <a:extLst>
                <a:ext uri="{FF2B5EF4-FFF2-40B4-BE49-F238E27FC236}">
                  <a16:creationId xmlns:a16="http://schemas.microsoft.com/office/drawing/2014/main" id="{E6C81B3B-1817-D0EC-E3C5-0375D8D28677}"/>
                </a:ext>
              </a:extLst>
            </p:cNvPr>
            <p:cNvSpPr/>
            <p:nvPr/>
          </p:nvSpPr>
          <p:spPr>
            <a:xfrm>
              <a:off x="3031924" y="775851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31;g3d635d120e2_2_152">
              <a:extLst>
                <a:ext uri="{FF2B5EF4-FFF2-40B4-BE49-F238E27FC236}">
                  <a16:creationId xmlns:a16="http://schemas.microsoft.com/office/drawing/2014/main" id="{DF255586-4622-42A2-17E8-57EF54313F6B}"/>
                </a:ext>
              </a:extLst>
            </p:cNvPr>
            <p:cNvSpPr/>
            <p:nvPr/>
          </p:nvSpPr>
          <p:spPr>
            <a:xfrm>
              <a:off x="2529886" y="775851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332;g3d635d120e2_2_152">
              <a:extLst>
                <a:ext uri="{FF2B5EF4-FFF2-40B4-BE49-F238E27FC236}">
                  <a16:creationId xmlns:a16="http://schemas.microsoft.com/office/drawing/2014/main" id="{A2C4B133-C2EE-2AA4-A3B0-AC880DC3CD04}"/>
                </a:ext>
              </a:extLst>
            </p:cNvPr>
            <p:cNvSpPr txBox="1"/>
            <p:nvPr/>
          </p:nvSpPr>
          <p:spPr>
            <a:xfrm>
              <a:off x="2546647" y="811219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46 Villahermosa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1" name="Google Shape;333;g3d635d120e2_2_152">
              <a:extLst>
                <a:ext uri="{FF2B5EF4-FFF2-40B4-BE49-F238E27FC236}">
                  <a16:creationId xmlns:a16="http://schemas.microsoft.com/office/drawing/2014/main" id="{518F3AB4-6622-9001-1FE2-17A1543F7E8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7622" y="619617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727757"/>
              </p:ext>
            </p:extLst>
          </p:nvPr>
        </p:nvGraphicFramePr>
        <p:xfrm>
          <a:off x="93600" y="1180800"/>
          <a:ext cx="75347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2</a:t>
                      </a:r>
                      <a:endParaRPr dirty="0"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 dirty="0"/>
                        <a:t>1</a:t>
                      </a:r>
                      <a:endParaRPr dirty="0"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Proyectos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/</a:t>
            </a:r>
            <a:r>
              <a:rPr dirty="0" err="1"/>
              <a:t>sustitución</a:t>
            </a:r>
            <a:r>
              <a:rPr dirty="0"/>
              <a:t> 2019-2025. </a:t>
            </a:r>
            <a:r>
              <a:rPr dirty="0" err="1"/>
              <a:t>Incluye</a:t>
            </a:r>
            <a:r>
              <a:rPr dirty="0"/>
              <a:t> </a:t>
            </a:r>
            <a:r>
              <a:rPr dirty="0" err="1"/>
              <a:t>equipo</a:t>
            </a:r>
            <a:r>
              <a:rPr dirty="0"/>
              <a:t> de la </a:t>
            </a:r>
            <a:r>
              <a:rPr dirty="0" err="1"/>
              <a:t>compra</a:t>
            </a:r>
            <a:r>
              <a:rPr dirty="0"/>
              <a:t> 2025-2026.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seleccionadas</a:t>
            </a:r>
            <a:r>
              <a:rPr dirty="0"/>
              <a:t> del </a:t>
            </a:r>
            <a:r>
              <a:rPr dirty="0" err="1"/>
              <a:t>IFU</a:t>
            </a:r>
            <a:r>
              <a:rPr dirty="0"/>
              <a:t>, </a:t>
            </a:r>
            <a:r>
              <a:rPr dirty="0" err="1"/>
              <a:t>enviadas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OOAD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9227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A8E5174-357F-006F-07DD-DAA2C939C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47EEF55-2696-3FED-47AA-66DF353131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FC513CD-DB13-FE4F-0CEB-CB3BEDCD699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4A6D0A-A159-47C1-4FC9-796B44A4885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4EB4A049-040A-4EFF-B3BA-D9935AFF4FA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D4C19C95-61EE-F49F-2181-48887D3FA710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3B2170C3-1346-8114-EC25-46375748DE68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+7,409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+172,780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+105,423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1,280,021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172,780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618,630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1,303,008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185,956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50.4%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12,763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Tacotalpa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Paraíso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17,806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Plutarco Elías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Emiliano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Vicente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Pedro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Francisco Villa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20 de Noviembre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Huimanguillo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Frontera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11,694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I. Sta.Rosalía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Balancan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Cd. Pemex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Macuspana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Sánchez Magallanes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 Venta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Emiliano Zapata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Jonuta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Villahermosa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3,597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Teapa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67,329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30,712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371,457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47,450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188,098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406,808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073986"/>
              </p:ext>
            </p:extLst>
          </p:nvPr>
        </p:nvGraphicFramePr>
        <p:xfrm>
          <a:off x="4808935" y="66852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808935" y="740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8935" y="8305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34" y="6685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406,808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4D4C161-F553-4880-40C2-A99F9E5003CC}"/>
              </a:ext>
            </a:extLst>
          </p:cNvPr>
          <p:cNvSpPr txBox="1"/>
          <p:nvPr/>
        </p:nvSpPr>
        <p:spPr>
          <a:xfrm>
            <a:off x="4197342" y="50292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9 consultorios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CA6DD4-FD29-E6A2-F007-A10205980078}"/>
              </a:ext>
            </a:extLst>
          </p:cNvPr>
          <p:cNvSpPr txBox="1"/>
          <p:nvPr/>
        </p:nvSpPr>
        <p:spPr>
          <a:xfrm>
            <a:off x="4478078" y="5993303"/>
            <a:ext cx="2837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44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4 Tenosique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23 Huimanguillo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27 Macuspana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C8B7065-37C1-29DE-89DC-F7AFB37B86A5}"/>
              </a:ext>
            </a:extLst>
          </p:cNvPr>
          <p:cNvSpPr txBox="1"/>
          <p:nvPr/>
        </p:nvSpPr>
        <p:spPr>
          <a:xfrm>
            <a:off x="4367623" y="710544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6 consultorios en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1D4588-0956-FDE9-56EB-250AC4854EFD}"/>
              </a:ext>
            </a:extLst>
          </p:cNvPr>
          <p:cNvSpPr txBox="1"/>
          <p:nvPr/>
        </p:nvSpPr>
        <p:spPr>
          <a:xfrm>
            <a:off x="4530230" y="7813330"/>
            <a:ext cx="27857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Cárdenas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43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11 Comalcalco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 (25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4467" y="5965598"/>
            <a:ext cx="21308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dirty="0"/>
              <a:t>de las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2025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fin de </a:t>
            </a:r>
            <a:r>
              <a:rPr dirty="0" err="1"/>
              <a:t>semana</a:t>
            </a:r>
            <a:r>
              <a:rPr dirty="0"/>
              <a:t> (123,595 </a:t>
            </a:r>
            <a:r>
              <a:rPr dirty="0" err="1"/>
              <a:t>consultas</a:t>
            </a:r>
            <a:r>
              <a:rPr dirty="0"/>
              <a:t>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13863"/>
              </p:ext>
            </p:extLst>
          </p:nvPr>
        </p:nvGraphicFramePr>
        <p:xfrm>
          <a:off x="151200" y="1695600"/>
          <a:ext cx="7473599" cy="2429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56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152,778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72,788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Cunduacan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24,919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14,751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Comalcalco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73,718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36,569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Jalpa Méndez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19,233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191,699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87,566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55,490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71,720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Pomoca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58,973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4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878,198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123,938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417,090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866,200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48.2%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261793"/>
              </p:ext>
            </p:extLst>
          </p:nvPr>
        </p:nvGraphicFramePr>
        <p:xfrm>
          <a:off x="399268" y="5933198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99268" y="658741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25552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3502" y="4802488"/>
            <a:ext cx="7473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la </a:t>
            </a:r>
            <a:r>
              <a:rPr dirty="0" err="1">
                <a:solidFill>
                  <a:schemeClr val="tx1"/>
                </a:solidFill>
              </a:rPr>
              <a:t>productividad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especialidad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generada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UMF </a:t>
            </a:r>
            <a:r>
              <a:rPr dirty="0" err="1">
                <a:solidFill>
                  <a:schemeClr val="tx1"/>
                </a:solidFill>
              </a:rPr>
              <a:t>ni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HR. En 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2025 no </a:t>
            </a:r>
            <a:r>
              <a:rPr dirty="0" err="1">
                <a:solidFill>
                  <a:schemeClr val="tx1"/>
                </a:solidFill>
              </a:rPr>
              <a:t>incluye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 de HR y UMR.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proceso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inicia</a:t>
            </a:r>
            <a:r>
              <a:rPr dirty="0">
                <a:solidFill>
                  <a:schemeClr val="tx1"/>
                </a:solidFill>
              </a:rPr>
              <a:t> del 26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anterior al 25 de </a:t>
            </a:r>
            <a:r>
              <a:rPr dirty="0" err="1">
                <a:solidFill>
                  <a:schemeClr val="tx1"/>
                </a:solidFill>
              </a:rPr>
              <a:t>diciembre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curso:2025</a:t>
            </a:r>
            <a:r>
              <a:rPr dirty="0">
                <a:solidFill>
                  <a:schemeClr val="tx1"/>
                </a:solidFill>
              </a:rPr>
              <a:t> (del 26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2024 al 25 de </a:t>
            </a:r>
            <a:r>
              <a:rPr dirty="0" err="1">
                <a:solidFill>
                  <a:schemeClr val="tx1"/>
                </a:solidFill>
              </a:rPr>
              <a:t>dic</a:t>
            </a:r>
            <a:r>
              <a:rPr dirty="0">
                <a:solidFill>
                  <a:schemeClr val="tx1"/>
                </a:solidFill>
              </a:rPr>
              <a:t> de 2025). 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Semana: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239,834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72,788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25,937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185,956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4262028"/>
              </p:ext>
            </p:extLst>
          </p:nvPr>
        </p:nvGraphicFramePr>
        <p:xfrm>
          <a:off x="4162238" y="3269650"/>
          <a:ext cx="1579656" cy="15040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537403" y="3841678"/>
            <a:ext cx="9012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50.4%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405086" y="377172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44246" y="3281760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368,650 </a:t>
            </a:r>
            <a:br>
              <a:rPr sz="2400" dirty="0"/>
            </a:br>
            <a:r>
              <a:rPr sz="2400" dirty="0"/>
              <a:t>Meta 2026</a:t>
            </a:r>
          </a:p>
        </p:txBody>
      </p:sp>
      <p:graphicFrame>
        <p:nvGraphicFramePr>
          <p:cNvPr id="3" name="Google Shape;230;g370e87ffe7a_2_137">
            <a:extLst>
              <a:ext uri="{FF2B5EF4-FFF2-40B4-BE49-F238E27FC236}">
                <a16:creationId xmlns:a16="http://schemas.microsoft.com/office/drawing/2014/main" id="{FFE3546C-B459-338A-F1D7-23BA809C4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1849375"/>
              </p:ext>
            </p:extLst>
          </p:nvPr>
        </p:nvGraphicFramePr>
        <p:xfrm>
          <a:off x="143502" y="5421481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232">
            <a:extLst>
              <a:ext uri="{FF2B5EF4-FFF2-40B4-BE49-F238E27FC236}">
                <a16:creationId xmlns:a16="http://schemas.microsoft.com/office/drawing/2014/main" id="{5B9D73CA-5719-064E-D1CA-51D08C28C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011819"/>
              </p:ext>
            </p:extLst>
          </p:nvPr>
        </p:nvGraphicFramePr>
        <p:xfrm>
          <a:off x="179259" y="6089632"/>
          <a:ext cx="7340399" cy="178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12,763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47.9%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233">
            <a:extLst>
              <a:ext uri="{FF2B5EF4-FFF2-40B4-BE49-F238E27FC236}">
                <a16:creationId xmlns:a16="http://schemas.microsoft.com/office/drawing/2014/main" id="{1ABB6DE3-FAFC-F543-497F-ADEA6CD8D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87618"/>
              </p:ext>
            </p:extLst>
          </p:nvPr>
        </p:nvGraphicFramePr>
        <p:xfrm>
          <a:off x="4184731" y="7890839"/>
          <a:ext cx="1557164" cy="1540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Box 234">
            <a:extLst>
              <a:ext uri="{FF2B5EF4-FFF2-40B4-BE49-F238E27FC236}">
                <a16:creationId xmlns:a16="http://schemas.microsoft.com/office/drawing/2014/main" id="{4E0DB6FB-9F2C-01EA-9843-A4091AEDA7BF}"/>
              </a:ext>
            </a:extLst>
          </p:cNvPr>
          <p:cNvSpPr txBox="1"/>
          <p:nvPr/>
        </p:nvSpPr>
        <p:spPr>
          <a:xfrm>
            <a:off x="4209425" y="8459936"/>
            <a:ext cx="1557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9F2241"/>
                </a:solidFill>
                <a:latin typeface="Montserrat"/>
              </a:rPr>
              <a:t>47.9%</a:t>
            </a:r>
          </a:p>
        </p:txBody>
      </p:sp>
      <p:sp>
        <p:nvSpPr>
          <p:cNvPr id="11" name="TextBox 235">
            <a:extLst>
              <a:ext uri="{FF2B5EF4-FFF2-40B4-BE49-F238E27FC236}">
                <a16:creationId xmlns:a16="http://schemas.microsoft.com/office/drawing/2014/main" id="{6795FFDF-1476-E08F-F685-2E32A6892794}"/>
              </a:ext>
            </a:extLst>
          </p:cNvPr>
          <p:cNvSpPr txBox="1"/>
          <p:nvPr/>
        </p:nvSpPr>
        <p:spPr>
          <a:xfrm>
            <a:off x="5551200" y="8485284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3" name="TextBox 236">
            <a:extLst>
              <a:ext uri="{FF2B5EF4-FFF2-40B4-BE49-F238E27FC236}">
                <a16:creationId xmlns:a16="http://schemas.microsoft.com/office/drawing/2014/main" id="{1AA8C57E-6113-F5E1-AA16-E1D0A2E89ED9}"/>
              </a:ext>
            </a:extLst>
          </p:cNvPr>
          <p:cNvSpPr txBox="1"/>
          <p:nvPr/>
        </p:nvSpPr>
        <p:spPr>
          <a:xfrm>
            <a:off x="421200" y="8150209"/>
            <a:ext cx="285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2400" dirty="0"/>
              <a:t>26,660 </a:t>
            </a:r>
            <a:br>
              <a:rPr sz="2400" dirty="0"/>
            </a:br>
            <a:r>
              <a:rPr sz="2400" dirty="0"/>
              <a:t>Meta 2026</a:t>
            </a:r>
          </a:p>
        </p:txBody>
      </p:sp>
      <p:sp>
        <p:nvSpPr>
          <p:cNvPr id="15" name="TextBox 231">
            <a:extLst>
              <a:ext uri="{FF2B5EF4-FFF2-40B4-BE49-F238E27FC236}">
                <a16:creationId xmlns:a16="http://schemas.microsoft.com/office/drawing/2014/main" id="{31C21E6C-A582-3F04-681F-ED42B08922C4}"/>
              </a:ext>
            </a:extLst>
          </p:cNvPr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No </a:t>
            </a:r>
            <a:r>
              <a:rPr dirty="0" err="1"/>
              <a:t>incluye</a:t>
            </a:r>
            <a:r>
              <a:rPr dirty="0"/>
              <a:t> las </a:t>
            </a:r>
            <a:r>
              <a:rPr dirty="0" err="1"/>
              <a:t>cirugías</a:t>
            </a:r>
            <a:r>
              <a:rPr dirty="0"/>
              <a:t> </a:t>
            </a:r>
            <a:r>
              <a:rPr dirty="0" err="1"/>
              <a:t>realizadas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HR.</a:t>
            </a:r>
            <a:br>
              <a:rPr dirty="0"/>
            </a:br>
            <a:r>
              <a:rPr dirty="0" err="1"/>
              <a:t>Sólo</a:t>
            </a:r>
            <a:r>
              <a:rPr dirty="0"/>
              <a:t> se </a:t>
            </a:r>
            <a:r>
              <a:rPr dirty="0" err="1"/>
              <a:t>consideran</a:t>
            </a:r>
            <a:r>
              <a:rPr dirty="0"/>
              <a:t> </a:t>
            </a:r>
            <a:r>
              <a:rPr dirty="0" err="1"/>
              <a:t>cirugías</a:t>
            </a:r>
            <a:r>
              <a:rPr dirty="0"/>
              <a:t> </a:t>
            </a:r>
            <a:r>
              <a:rPr dirty="0" err="1"/>
              <a:t>principales</a:t>
            </a:r>
            <a:r>
              <a:rPr dirty="0"/>
              <a:t>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Semana: 24, 7 </a:t>
            </a:r>
            <a:r>
              <a:rPr dirty="0" err="1"/>
              <a:t>junio</a:t>
            </a:r>
            <a:r>
              <a:rPr dirty="0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32 en Hospitales, 2 en sede, 1 en UMF y 96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37303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32 </a:t>
            </a:r>
            <a:r>
              <a:rPr dirty="0" err="1"/>
              <a:t>en</a:t>
            </a:r>
            <a:r>
              <a:rPr dirty="0"/>
              <a:t> Hospitales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75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63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33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5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391325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 </a:t>
            </a:r>
            <a:r>
              <a:rPr dirty="0" err="1"/>
              <a:t>Sede</a:t>
            </a:r>
            <a:r>
              <a:rPr dirty="0"/>
              <a:t> </a:t>
            </a:r>
            <a:r>
              <a:rPr dirty="0" err="1"/>
              <a:t>delegacional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197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593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665598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665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9741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0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61.8%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B9E81EA1-7F52-F739-26D2-3FAB989B3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261791"/>
              </p:ext>
            </p:extLst>
          </p:nvPr>
        </p:nvGraphicFramePr>
        <p:xfrm>
          <a:off x="287050" y="92494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51800" y="421304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lang="es-MX" dirty="0">
                <a:solidFill>
                  <a:schemeClr val="tx1"/>
                </a:solidFill>
              </a:rPr>
              <a:t>Lista de espera,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76381"/>
              </p:ext>
            </p:extLst>
          </p:nvPr>
        </p:nvGraphicFramePr>
        <p:xfrm>
          <a:off x="293867" y="1618982"/>
          <a:ext cx="3639599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Obstetricia</a:t>
                      </a:r>
                      <a:endParaRPr dirty="0"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1,862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24431"/>
              </p:ext>
            </p:extLst>
          </p:nvPr>
        </p:nvGraphicFramePr>
        <p:xfrm>
          <a:off x="4029725" y="1618982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 err="1"/>
                        <a:t>Colecistectomías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D79E1295-7D77-CF81-A4CF-AD484140E859}"/>
              </a:ext>
            </a:extLst>
          </p:cNvPr>
          <p:cNvSpPr txBox="1"/>
          <p:nvPr/>
        </p:nvSpPr>
        <p:spPr>
          <a:xfrm>
            <a:off x="642541" y="6516457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Corte de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información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: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18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</a:t>
            </a: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junio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DD21E27A-4B87-9B1C-7E63-B1AE2997FF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1276410"/>
              </p:ext>
            </p:extLst>
          </p:nvPr>
        </p:nvGraphicFramePr>
        <p:xfrm>
          <a:off x="287050" y="5230862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840E7879-C55C-46FE-4865-458CBFCC0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231431"/>
              </p:ext>
            </p:extLst>
          </p:nvPr>
        </p:nvGraphicFramePr>
        <p:xfrm>
          <a:off x="659906" y="5724320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Total de Escuelas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2,068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1,989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290,114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203,788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9F05305E-6A2C-6795-6341-6F8F454E0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270084"/>
              </p:ext>
            </p:extLst>
          </p:nvPr>
        </p:nvGraphicFramePr>
        <p:xfrm>
          <a:off x="1735038" y="6864485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Brigadas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16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80</a:t>
                      </a:r>
                      <a:endParaRPr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E081366D-2C0B-B7EE-7E46-F49D3822E85D}"/>
              </a:ext>
            </a:extLst>
          </p:cNvPr>
          <p:cNvSpPr txBox="1"/>
          <p:nvPr/>
        </p:nvSpPr>
        <p:spPr>
          <a:xfrm>
            <a:off x="1735038" y="768744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 sz="800">
                <a:solidFill>
                  <a:srgbClr val="000000"/>
                </a:solidFill>
                <a:latin typeface="Montserrat"/>
              </a:defRPr>
            </a:pPr>
            <a:r>
              <a:rPr kumimoji="0" lang="es-MX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/>
                <a:cs typeface="Arial"/>
                <a:sym typeface="Arial"/>
              </a:rPr>
              <a:t>En cada brigada participan 5 personas del IMSS.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/>
              <a:cs typeface="Arial"/>
              <a:sym typeface="Arial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9E0CD3C-DAFF-61E5-C035-F3FC0B7967B5}"/>
              </a:ext>
            </a:extLst>
          </p:cNvPr>
          <p:cNvSpPr txBox="1"/>
          <p:nvPr/>
        </p:nvSpPr>
        <p:spPr>
          <a:xfrm>
            <a:off x="197428" y="8427001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7,024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nutricionales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AC2AB48-8BFD-4D08-09CD-7A31E7F8933C}"/>
              </a:ext>
            </a:extLst>
          </p:cNvPr>
          <p:cNvSpPr txBox="1"/>
          <p:nvPr/>
        </p:nvSpPr>
        <p:spPr>
          <a:xfrm>
            <a:off x="2924003" y="8427001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6,353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006556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Valoraciones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 </a:t>
            </a:r>
            <a:b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</a:b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bucales</a:t>
            </a: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Arial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9C5C8E4-B0B4-CB1E-F8E3-28B75D34DC3C}"/>
              </a:ext>
            </a:extLst>
          </p:cNvPr>
          <p:cNvSpPr txBox="1"/>
          <p:nvPr/>
        </p:nvSpPr>
        <p:spPr>
          <a:xfrm>
            <a:off x="5218315" y="8427001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06556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1,422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Arial"/>
              </a:rPr>
              <a:t>Salud visual</a:t>
            </a:r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07DF63B6-EB53-E414-B6F5-2B7F10F21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813938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F751FE1B-2B7D-5275-F44A-02DCA06B82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960969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9ECF4258-6B52-5139-8527-018AFC3CEA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795927"/>
            <a:ext cx="603366" cy="71351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EDF365B3-C319-C8CC-C553-6C6E75E39E67}"/>
              </a:ext>
            </a:extLst>
          </p:cNvPr>
          <p:cNvSpPr txBox="1"/>
          <p:nvPr/>
        </p:nvSpPr>
        <p:spPr>
          <a:xfrm>
            <a:off x="2911532" y="9246234"/>
            <a:ext cx="1832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>
                <a:solidFill>
                  <a:srgbClr val="6E717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Corte al 16</a:t>
            </a:r>
            <a:r>
              <a:rPr lang="es-MX" sz="1400" dirty="0">
                <a:solidFill>
                  <a:srgbClr val="000000">
                    <a:lumMod val="50000"/>
                    <a:lumOff val="50000"/>
                  </a:srgbClr>
                </a:solidFill>
                <a:latin typeface="Noto Sans"/>
                <a:ea typeface="Noto Sans"/>
                <a:cs typeface="Noto Sans"/>
                <a:sym typeface="Noto Sans"/>
              </a:rPr>
              <a:t>/06/2026</a:t>
            </a:r>
          </a:p>
        </p:txBody>
      </p:sp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6,042	 Personal de Salud: 3,859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+56.2%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884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1,421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+146.7%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63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mayo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5,610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8,165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(78,364)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(11,951)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(62,424)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(995)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(20,826)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(889)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(1,191)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(12,572)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(4,244)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(4,242)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81,262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782,012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55,103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1,050,281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31 de mayo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CD5-B36E-9922-B631-9393CAB4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3469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Medicamentos</a:t>
            </a:r>
            <a:r>
              <a:rPr dirty="0"/>
              <a:t> con mayor </a:t>
            </a:r>
            <a:r>
              <a:rPr dirty="0" err="1"/>
              <a:t>demanda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80000" y="4663904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836966"/>
              </p:ext>
            </p:extLst>
          </p:nvPr>
        </p:nvGraphicFramePr>
        <p:xfrm>
          <a:off x="180000" y="5025602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Paracetamol,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analgésico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166,532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Losartán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comprimido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recubierto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hipertensión</a:t>
                      </a:r>
                      <a:r>
                        <a:rPr dirty="0"/>
                        <a:t>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119,099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104,590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Atorvastatina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reducir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colesterol</a:t>
                      </a:r>
                      <a:r>
                        <a:rPr dirty="0"/>
                        <a:t> y </a:t>
                      </a:r>
                      <a:r>
                        <a:rPr dirty="0" err="1"/>
                        <a:t>triglicéridos</a:t>
                      </a:r>
                      <a:r>
                        <a:rPr dirty="0"/>
                        <a:t>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Cloruro</a:t>
                      </a:r>
                      <a:r>
                        <a:rPr dirty="0"/>
                        <a:t> de sodio,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inyectable</a:t>
                      </a:r>
                      <a:r>
                        <a:rPr dirty="0"/>
                        <a:t> al 0.9% (</a:t>
                      </a:r>
                      <a:r>
                        <a:rPr dirty="0" err="1"/>
                        <a:t>deshidratación</a:t>
                      </a:r>
                      <a:r>
                        <a:rPr dirty="0"/>
                        <a:t>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89,407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Pantoprazol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Rabeprazol</a:t>
                      </a:r>
                      <a:r>
                        <a:rPr dirty="0"/>
                        <a:t> u </a:t>
                      </a:r>
                      <a:r>
                        <a:rPr dirty="0" err="1"/>
                        <a:t>Omeprazol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gragea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antiácido</a:t>
                      </a:r>
                      <a:r>
                        <a:rPr dirty="0"/>
                        <a:t>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88,911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82,904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Electrolitos </a:t>
                      </a:r>
                      <a:r>
                        <a:rPr dirty="0" err="1"/>
                        <a:t>orales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hidratación</a:t>
                      </a:r>
                      <a:r>
                        <a:rPr dirty="0"/>
                        <a:t>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Amlodipino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o </a:t>
                      </a:r>
                      <a:r>
                        <a:rPr dirty="0" err="1"/>
                        <a:t>cápsula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presión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alta</a:t>
                      </a:r>
                      <a:r>
                        <a:rPr dirty="0"/>
                        <a:t>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63,206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Cloruro</a:t>
                      </a:r>
                      <a:r>
                        <a:rPr dirty="0"/>
                        <a:t> de sodio, </a:t>
                      </a:r>
                      <a:r>
                        <a:rPr dirty="0" err="1"/>
                        <a:t>solución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inyectable</a:t>
                      </a:r>
                      <a:r>
                        <a:rPr dirty="0"/>
                        <a:t> al 0.9% (</a:t>
                      </a:r>
                      <a:r>
                        <a:rPr dirty="0" err="1"/>
                        <a:t>deshidratación</a:t>
                      </a:r>
                      <a:r>
                        <a:rPr dirty="0"/>
                        <a:t>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62,570</a:t>
                      </a:r>
                    </a:p>
                  </a:txBody>
                  <a:tcPr marL="18000" marR="18000" marT="18000" marB="180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30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328309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3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017571" y="187574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1359" y="221933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077321" y="223312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21754" y="313373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078281" y="314752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65053"/>
              </p:ext>
            </p:extLst>
          </p:nvPr>
        </p:nvGraphicFramePr>
        <p:xfrm>
          <a:off x="1785600" y="15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Mantenimiento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Infraestructura</a:t>
                      </a:r>
                      <a:r>
                        <a:rPr sz="1000" dirty="0">
                          <a:latin typeface="Montserrat"/>
                        </a:rPr>
                        <a:t>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$162.3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mejora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2 </a:t>
                      </a:r>
                      <a:r>
                        <a:rPr sz="1000" dirty="0" err="1">
                          <a:latin typeface="Montserrat"/>
                        </a:rPr>
                        <a:t>subdelegaciones</a:t>
                      </a:r>
                      <a:r>
                        <a:rPr sz="1000" dirty="0">
                          <a:latin typeface="Montserrat"/>
                        </a:rPr>
                        <a:t> Cárdenas y Villahermosa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terapia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intensiva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HGZ</a:t>
                      </a:r>
                      <a:r>
                        <a:rPr sz="1000" dirty="0">
                          <a:latin typeface="Montserrat"/>
                        </a:rPr>
                        <a:t> No. 46 Villahermosa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Nueva sala de </a:t>
                      </a:r>
                      <a:r>
                        <a:rPr sz="1000" dirty="0" err="1">
                          <a:latin typeface="Montserrat"/>
                        </a:rPr>
                        <a:t>hemodiálisis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AEHos</a:t>
                      </a:r>
                      <a:r>
                        <a:rPr sz="1000" dirty="0">
                          <a:latin typeface="Montserrat"/>
                        </a:rPr>
                        <a:t> del </a:t>
                      </a:r>
                      <a:r>
                        <a:rPr sz="1000" dirty="0" err="1">
                          <a:latin typeface="Montserrat"/>
                        </a:rPr>
                        <a:t>HGZ</a:t>
                      </a:r>
                      <a:r>
                        <a:rPr sz="1000" dirty="0">
                          <a:latin typeface="Montserrat"/>
                        </a:rPr>
                        <a:t> No. 46 Villahermosa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</a:t>
                      </a:r>
                      <a:r>
                        <a:rPr lang="es-MX" sz="1000" dirty="0">
                          <a:latin typeface="Montserrat"/>
                        </a:rPr>
                        <a:t>3.99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Intervención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áreas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accesibilidad</a:t>
                      </a:r>
                      <a:r>
                        <a:rPr sz="1000" dirty="0">
                          <a:latin typeface="Montserrat"/>
                        </a:rPr>
                        <a:t> (</a:t>
                      </a:r>
                      <a:r>
                        <a:rPr sz="1000" dirty="0" err="1">
                          <a:latin typeface="Montserrat"/>
                        </a:rPr>
                        <a:t>rampas</a:t>
                      </a:r>
                      <a:r>
                        <a:rPr sz="1000" dirty="0">
                          <a:latin typeface="Montserrat"/>
                        </a:rPr>
                        <a:t>) </a:t>
                      </a:r>
                      <a:r>
                        <a:rPr sz="1000" dirty="0" err="1">
                          <a:latin typeface="Montserrat"/>
                        </a:rPr>
                        <a:t>en</a:t>
                      </a:r>
                      <a:r>
                        <a:rPr sz="1000" dirty="0">
                          <a:latin typeface="Montserrat"/>
                        </a:rPr>
                        <a:t> 14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, Tabasco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s-MX" sz="1000" dirty="0">
                          <a:latin typeface="Montserrat"/>
                        </a:rPr>
                        <a:t>Intervención en áreas de hemodiálisis interna en </a:t>
                      </a:r>
                      <a:r>
                        <a:rPr lang="es-MX" sz="1000" dirty="0" err="1">
                          <a:latin typeface="Montserrat"/>
                        </a:rPr>
                        <a:t>HGZ</a:t>
                      </a:r>
                      <a:r>
                        <a:rPr lang="es-MX" sz="1000" dirty="0">
                          <a:latin typeface="Montserrat"/>
                        </a:rPr>
                        <a:t> No. 2 Cárdenas y en Villahermosa </a:t>
                      </a:r>
                      <a:r>
                        <a:rPr lang="es-MX" sz="1000" dirty="0" err="1">
                          <a:latin typeface="Montserrat"/>
                        </a:rPr>
                        <a:t>AEHos</a:t>
                      </a:r>
                      <a:endParaRPr lang="es-MX"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(HGZ No.2 Cárdenas, UMF No. 47, UMF  No. 43 Villahermosa)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46 Villahermosa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$206.3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239404"/>
              </p:ext>
            </p:extLst>
          </p:nvPr>
        </p:nvGraphicFramePr>
        <p:xfrm>
          <a:off x="1785600" y="62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Equipo Médico 2025, </a:t>
                      </a:r>
                      <a:r>
                        <a:rPr dirty="0" err="1"/>
                        <a:t>Instalación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3 </a:t>
                      </a:r>
                      <a:r>
                        <a:rPr sz="1000" dirty="0" err="1">
                          <a:latin typeface="Montserrat"/>
                        </a:rPr>
                        <a:t>piezas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equipo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médico</a:t>
                      </a:r>
                      <a:r>
                        <a:rPr sz="1000" dirty="0">
                          <a:latin typeface="Montserrat"/>
                        </a:rPr>
                        <a:t>: 1 </a:t>
                      </a:r>
                      <a:r>
                        <a:rPr sz="1000" dirty="0" err="1">
                          <a:latin typeface="Montserrat"/>
                        </a:rPr>
                        <a:t>refrigerador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vacunas</a:t>
                      </a:r>
                      <a:r>
                        <a:rPr sz="1000" dirty="0">
                          <a:latin typeface="Montserrat"/>
                        </a:rPr>
                        <a:t>, 1 </a:t>
                      </a:r>
                      <a:r>
                        <a:rPr sz="1000" dirty="0" err="1">
                          <a:latin typeface="Montserrat"/>
                        </a:rPr>
                        <a:t>refrigerador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congelador</a:t>
                      </a:r>
                      <a:r>
                        <a:rPr sz="1000" dirty="0">
                          <a:latin typeface="Montserrat"/>
                        </a:rPr>
                        <a:t> de 5.4 pies </a:t>
                      </a:r>
                      <a:r>
                        <a:rPr sz="1000" dirty="0" err="1">
                          <a:latin typeface="Montserrat"/>
                        </a:rPr>
                        <a:t>cúbicos</a:t>
                      </a:r>
                      <a:r>
                        <a:rPr sz="1000" dirty="0">
                          <a:latin typeface="Montserrat"/>
                        </a:rPr>
                        <a:t>, 1 </a:t>
                      </a:r>
                      <a:r>
                        <a:rPr sz="1000" dirty="0" err="1">
                          <a:latin typeface="Montserrat"/>
                        </a:rPr>
                        <a:t>unidad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tomografía</a:t>
                      </a:r>
                      <a:r>
                        <a:rPr sz="1000" dirty="0">
                          <a:latin typeface="Montserrat"/>
                        </a:rPr>
                        <a:t> axial </a:t>
                      </a:r>
                      <a:r>
                        <a:rPr sz="1000" dirty="0" err="1">
                          <a:latin typeface="Montserrat"/>
                        </a:rPr>
                        <a:t>computarizada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alta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resolución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$29.8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511151"/>
              </p:ext>
            </p:extLst>
          </p:nvPr>
        </p:nvGraphicFramePr>
        <p:xfrm>
          <a:off x="1785600" y="75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 anchor="ctr"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244.8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1493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35 equipos electromecánicos para 6 unidades; 2 elevadores, 28 equipos para aire acondicionado, 2 equipos para casa de máquinas,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294.3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  <p:graphicFrame>
        <p:nvGraphicFramePr>
          <p:cNvPr id="13" name="Google Shape;394;p15">
            <a:extLst>
              <a:ext uri="{FF2B5EF4-FFF2-40B4-BE49-F238E27FC236}">
                <a16:creationId xmlns:a16="http://schemas.microsoft.com/office/drawing/2014/main" id="{37217914-2A5C-FC26-0DA2-36139D1C7D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421566"/>
              </p:ext>
            </p:extLst>
          </p:nvPr>
        </p:nvGraphicFramePr>
        <p:xfrm>
          <a:off x="298150" y="336607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9">
            <a:extLst>
              <a:ext uri="{FF2B5EF4-FFF2-40B4-BE49-F238E27FC236}">
                <a16:creationId xmlns:a16="http://schemas.microsoft.com/office/drawing/2014/main" id="{95771014-EB6D-33BE-E625-5C01A12A7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606874"/>
              </p:ext>
            </p:extLst>
          </p:nvPr>
        </p:nvGraphicFramePr>
        <p:xfrm>
          <a:off x="298150" y="3857781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Infraestructura</a:t>
                      </a:r>
                      <a:endParaRPr dirty="0"/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</a:t>
                      </a:r>
                      <a:r>
                        <a:rPr err="1"/>
                        <a:t>mdp</a:t>
                      </a:r>
                      <a:r>
                        <a:t>)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dirty="0"/>
                        <a:t>Hospital General Regional Villahermosa, Municipio Centro</a:t>
                      </a:r>
                      <a:r>
                        <a:rPr lang="es-MX" dirty="0"/>
                        <a:t>.</a:t>
                      </a:r>
                      <a:endParaRPr dirty="0"/>
                    </a:p>
                  </a:txBody>
                  <a:tcPr anchor="ctr">
                    <a:lnB w="12700" cap="flat" cmpd="sng" algn="ctr">
                      <a:solidFill>
                        <a:srgbClr val="691C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b="0" dirty="0"/>
                        <a:t>$2,893.0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691C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Google Shape;551;g3d0ffe769cd_0_0">
            <a:extLst>
              <a:ext uri="{FF2B5EF4-FFF2-40B4-BE49-F238E27FC236}">
                <a16:creationId xmlns:a16="http://schemas.microsoft.com/office/drawing/2014/main" id="{3F9DDD56-DE36-85CE-A54A-19E9835B518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Google Shape;559;g3d0ffe769cd_0_0">
            <a:extLst>
              <a:ext uri="{FF2B5EF4-FFF2-40B4-BE49-F238E27FC236}">
                <a16:creationId xmlns:a16="http://schemas.microsoft.com/office/drawing/2014/main" id="{81C66277-910A-0E69-4BB5-E63573997C29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Google Shape;552;g3d0ffe769cd_0_0">
            <a:extLst>
              <a:ext uri="{FF2B5EF4-FFF2-40B4-BE49-F238E27FC236}">
                <a16:creationId xmlns:a16="http://schemas.microsoft.com/office/drawing/2014/main" id="{799C7A54-D45D-F44A-9999-AA55E36EE0CB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556;g3d0ffe769cd_0_0">
            <a:extLst>
              <a:ext uri="{FF2B5EF4-FFF2-40B4-BE49-F238E27FC236}">
                <a16:creationId xmlns:a16="http://schemas.microsoft.com/office/drawing/2014/main" id="{43CDDD4E-9DE3-CD1E-E1BA-D4F6373F03B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553;g3d0ffe769cd_0_0">
            <a:extLst>
              <a:ext uri="{FF2B5EF4-FFF2-40B4-BE49-F238E27FC236}">
                <a16:creationId xmlns:a16="http://schemas.microsoft.com/office/drawing/2014/main" id="{2B6B307C-7488-15F8-9CD6-5AF224D61971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554;g3d0ffe769cd_0_0">
            <a:extLst>
              <a:ext uri="{FF2B5EF4-FFF2-40B4-BE49-F238E27FC236}">
                <a16:creationId xmlns:a16="http://schemas.microsoft.com/office/drawing/2014/main" id="{753A7086-9920-B68C-9C39-9DADE4D677D0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562;g3d0ffe769cd_0_0">
            <a:extLst>
              <a:ext uri="{FF2B5EF4-FFF2-40B4-BE49-F238E27FC236}">
                <a16:creationId xmlns:a16="http://schemas.microsoft.com/office/drawing/2014/main" id="{B4A85140-FBFF-2B81-AB8A-352DD3D2355A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" name="Table 21">
            <a:extLst>
              <a:ext uri="{FF2B5EF4-FFF2-40B4-BE49-F238E27FC236}">
                <a16:creationId xmlns:a16="http://schemas.microsoft.com/office/drawing/2014/main" id="{03CFAACD-99D0-CC4B-7ADF-782FD8F75DFC}"/>
              </a:ext>
            </a:extLst>
          </p:cNvPr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Predios en ruta y 0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Villahermosa Municipio Centro, Huimanguillo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" name="Oval 22">
            <a:extLst>
              <a:ext uri="{FF2B5EF4-FFF2-40B4-BE49-F238E27FC236}">
                <a16:creationId xmlns:a16="http://schemas.microsoft.com/office/drawing/2014/main" id="{49BC9246-2050-2234-2FF0-9EAA0877D4E6}"/>
              </a:ext>
            </a:extLst>
          </p:cNvPr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35" name="Rectangle 23">
            <a:extLst>
              <a:ext uri="{FF2B5EF4-FFF2-40B4-BE49-F238E27FC236}">
                <a16:creationId xmlns:a16="http://schemas.microsoft.com/office/drawing/2014/main" id="{1449AE0D-AA57-6433-10ED-572663E460BD}"/>
              </a:ext>
            </a:extLst>
          </p:cNvPr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37" name="TextBox 24">
            <a:extLst>
              <a:ext uri="{FF2B5EF4-FFF2-40B4-BE49-F238E27FC236}">
                <a16:creationId xmlns:a16="http://schemas.microsoft.com/office/drawing/2014/main" id="{87D9B694-23E3-40B7-A48D-82FBC2C5CE76}"/>
              </a:ext>
            </a:extLst>
          </p:cNvPr>
          <p:cNvSpPr txBox="1"/>
          <p:nvPr/>
        </p:nvSpPr>
        <p:spPr>
          <a:xfrm>
            <a:off x="0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¹ </a:t>
            </a:r>
            <a:r>
              <a:rPr dirty="0" err="1"/>
              <a:t>Terrenos</a:t>
            </a:r>
            <a:r>
              <a:rPr dirty="0"/>
              <a:t> </a:t>
            </a:r>
            <a:r>
              <a:rPr dirty="0" err="1"/>
              <a:t>validados</a:t>
            </a:r>
            <a:r>
              <a:rPr dirty="0"/>
              <a:t>. 1 CECI para </a:t>
            </a:r>
            <a:r>
              <a:rPr dirty="0" err="1"/>
              <a:t>entregar</a:t>
            </a:r>
            <a:r>
              <a:rPr dirty="0"/>
              <a:t> a </a:t>
            </a:r>
            <a:r>
              <a:rPr dirty="0" err="1"/>
              <a:t>SICT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Huimanguillo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6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881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Gaviota San José y El Triunfo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46 Villa Hermosa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27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6800" y="6369198"/>
            <a:ext cx="4211994" cy="2018802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Corporación Sánchez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Juárez Autónoma de Tabasco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Chedraui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-2.60%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-1.19%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-0.73%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+1.68%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+6.61%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+14.85%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167,775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167,439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4,678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31,640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2,589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206,346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80BA1CB-A0C8-E927-A91A-0AE617DE072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$590.71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$301.56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$590.71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$17,721.3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64011"/>
              </p:ext>
            </p:extLst>
          </p:nvPr>
        </p:nvGraphicFramePr>
        <p:xfrm>
          <a:off x="320400" y="6649200"/>
          <a:ext cx="7038000" cy="228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público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Tabasco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Intercultural Del Estado De Tabasco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Principal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deudor</a:t>
                      </a:r>
                      <a:r>
                        <a:rPr lang="es-MX" dirty="0"/>
                        <a:t>es</a:t>
                      </a:r>
                      <a:r>
                        <a:rPr dirty="0"/>
                        <a:t> privado</a:t>
                      </a:r>
                      <a:r>
                        <a:rPr lang="es-MX" dirty="0"/>
                        <a:t>s</a:t>
                      </a:r>
                      <a:endParaRPr dirty="0"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Corporación Sánchez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Desarrollo Infinito En Tu Universo Productivo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$15.90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Tecnoagricola Maranza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$15.52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8" y="2350800"/>
            <a:ext cx="645209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dirty="0">
                <a:solidFill>
                  <a:schemeClr val="tx1"/>
                </a:solidFill>
              </a:rPr>
              <a:t>:</a:t>
            </a:r>
            <a:r>
              <a:rPr lang="es-MX" dirty="0">
                <a:solidFill>
                  <a:schemeClr val="tx1"/>
                </a:solidFill>
              </a:rPr>
              <a:t> se utilizó como deflactor del salario el cociente del INPC entre diciembre 2018 (103.02) y  preliminar de mayo  2026 (145.714) de 0.7069998. </a:t>
            </a:r>
          </a:p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563</TotalTime>
  <Words>3843</Words>
  <Application>Microsoft Office PowerPoint</Application>
  <PresentationFormat>Personalizado</PresentationFormat>
  <Paragraphs>1331</Paragraphs>
  <Slides>23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Noto Sans Black</vt:lpstr>
      <vt:lpstr>Arial</vt:lpstr>
      <vt:lpstr>Noto Sans</vt:lpstr>
      <vt:lpstr>Calibri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129</cp:revision>
  <dcterms:modified xsi:type="dcterms:W3CDTF">2026-07-03T20:11:08Z</dcterms:modified>
</cp:coreProperties>
</file>