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89" r:id="rId3"/>
    <p:sldId id="258" r:id="rId4"/>
    <p:sldId id="259" r:id="rId5"/>
    <p:sldId id="260" r:id="rId6"/>
    <p:sldId id="261" r:id="rId7"/>
    <p:sldId id="287" r:id="rId8"/>
    <p:sldId id="262" r:id="rId9"/>
    <p:sldId id="263" r:id="rId10"/>
    <p:sldId id="280" r:id="rId11"/>
    <p:sldId id="267" r:id="rId12"/>
    <p:sldId id="283" r:id="rId13"/>
    <p:sldId id="300" r:id="rId42"/>
    <p:sldId id="301" r:id="rId43"/>
    <p:sldId id="281" r:id="rId14"/>
    <p:sldId id="302" r:id="rId44"/>
    <p:sldId id="288" r:id="rId15"/>
    <p:sldId id="270" r:id="rId16"/>
    <p:sldId id="271" r:id="rId17"/>
    <p:sldId id="272" r:id="rId18"/>
    <p:sldId id="299" r:id="rId19"/>
    <p:sldId id="297" r:id="rId20"/>
    <p:sldId id="284" r:id="rId21"/>
    <p:sldId id="298" r:id="rId22"/>
    <p:sldId id="277" r:id="rId23"/>
    <p:sldId id="278" r:id="rId24"/>
    <p:sldId id="279" r:id="rId25"/>
  </p:sldIdLst>
  <p:sldSz cx="7772400" cy="10058400"/>
  <p:notesSz cx="6858000" cy="9144000"/>
  <p:embeddedFontLst>
    <p:embeddedFont>
      <p:font typeface="Montserrat" panose="00000500000000000000" pitchFamily="2" charset="0"/>
      <p:regular r:id="rId27"/>
      <p:bold r:id="rId28"/>
      <p:italic r:id="rId29"/>
      <p:boldItalic r:id="rId30"/>
    </p:embeddedFont>
    <p:embeddedFont>
      <p:font typeface="Noto Sans" panose="020B0502040504020204" pitchFamily="3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95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570978-EEA2-8C6D-EDBC-4BCB9F58DCC0}" v="489" dt="2026-05-12T20:01:56.616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1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font" Target="fonts/font5.fntdata"/><Relationship Id="rId32" Type="http://schemas.openxmlformats.org/officeDocument/2006/relationships/font" Target="fonts/font6.fntdata"/><Relationship Id="rId33" Type="http://schemas.openxmlformats.org/officeDocument/2006/relationships/font" Target="fonts/font7.fntdata"/><Relationship Id="rId34" Type="http://schemas.openxmlformats.org/officeDocument/2006/relationships/font" Target="fonts/font8.fntdata"/><Relationship Id="rId42" Type="http://schemas.openxmlformats.org/officeDocument/2006/relationships/slide" Target="slides/slide25.xml"/><Relationship Id="rId43" Type="http://schemas.openxmlformats.org/officeDocument/2006/relationships/slide" Target="slides/slide26.xml"/><Relationship Id="rId44" Type="http://schemas.openxmlformats.org/officeDocument/2006/relationships/slide" Target="slides/slide27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29:53.873" v="0"/>
      <pc:docMkLst>
        <pc:docMk/>
      </pc:docMkLst>
      <pc:sldChg chg="add">
        <pc:chgData name="Carlos Esponda Rosales" userId="08a2b2cc-6d12-4dea-90fe-c484bece8186" providerId="ADAL" clId="{6846A1DD-3EC1-5A12-B3C5-9C410579EE4F}" dt="2026-05-08T17:29:53.873" v="0"/>
        <pc:sldMkLst>
          <pc:docMk/>
          <pc:sldMk cId="1631360480" sldId="299"/>
        </pc:sldMkLst>
      </pc:sldChg>
    </pc:docChg>
  </pc:docChgLst>
  <pc:docChgLst>
    <pc:chgData name="Edgar Rosales Ortega" userId="d1d54fc2-1570-4978-babc-e22e1526833f" providerId="ADAL" clId="{66BE7C30-C669-4152-AC74-10076FC0590C}"/>
    <pc:docChg chg="undo custSel modSld sldOrd">
      <pc:chgData name="Edgar Rosales Ortega" userId="d1d54fc2-1570-4978-babc-e22e1526833f" providerId="ADAL" clId="{66BE7C30-C669-4152-AC74-10076FC0590C}" dt="2026-05-07T16:26:32.716" v="133" actId="1035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1:53:39.394" v="102" actId="1036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1:53:39.394" v="102" actId="1036"/>
          <ac:spMkLst>
            <pc:docMk/>
            <pc:sldMk cId="0" sldId="260"/>
            <ac:spMk id="9" creationId="{657697CF-C10B-83C4-0E0A-87460677882C}"/>
          </ac:spMkLst>
        </pc:spChg>
        <pc:graphicFrameChg chg="add mod">
          <ac:chgData name="Edgar Rosales Ortega" userId="d1d54fc2-1570-4978-babc-e22e1526833f" providerId="ADAL" clId="{66BE7C30-C669-4152-AC74-10076FC0590C}" dt="2026-04-30T21:53:22.400" v="38" actId="1076"/>
          <ac:graphicFrameMkLst>
            <pc:docMk/>
            <pc:sldMk cId="0" sldId="260"/>
            <ac:graphicFrameMk id="6" creationId="{149B6707-A18E-E3B8-BF9F-BE17A768E130}"/>
          </ac:graphicFrameMkLst>
        </pc:graphicFrameChg>
        <pc:picChg chg="add mod">
          <ac:chgData name="Edgar Rosales Ortega" userId="d1d54fc2-1570-4978-babc-e22e1526833f" providerId="ADAL" clId="{66BE7C30-C669-4152-AC74-10076FC0590C}" dt="2026-04-30T21:53:39.394" v="102" actId="1036"/>
          <ac:picMkLst>
            <pc:docMk/>
            <pc:sldMk cId="0" sldId="260"/>
            <ac:picMk id="7" creationId="{80A270BF-485C-5271-9109-DF89C5B111EE}"/>
          </ac:picMkLst>
        </pc:picChg>
        <pc:picChg chg="add mod">
          <ac:chgData name="Edgar Rosales Ortega" userId="d1d54fc2-1570-4978-babc-e22e1526833f" providerId="ADAL" clId="{66BE7C30-C669-4152-AC74-10076FC0590C}" dt="2026-04-30T21:53:39.394" v="102" actId="1036"/>
          <ac:picMkLst>
            <pc:docMk/>
            <pc:sldMk cId="0" sldId="260"/>
            <ac:picMk id="8" creationId="{1EE9B8B1-BC8E-A508-0289-FC01C7AB018D}"/>
          </ac:picMkLst>
        </pc:picChg>
      </pc:sldChg>
      <pc:sldChg chg="delSp modSp mod">
        <pc:chgData name="Edgar Rosales Ortega" userId="d1d54fc2-1570-4978-babc-e22e1526833f" providerId="ADAL" clId="{66BE7C30-C669-4152-AC74-10076FC0590C}" dt="2026-05-07T16:24:36.437" v="106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6:24:42.911" v="108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39:46.867" v="33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29T23:56:01.954" v="20" actId="6549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6:25:11.859" v="109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6:25:11.859" v="109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7:36:54.512" v="104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16:51.942" v="34" actId="1076"/>
          <ac:spMkLst>
            <pc:docMk/>
            <pc:sldMk cId="0" sldId="279"/>
            <ac:spMk id="2" creationId="{575692A6-C7A7-7249-DAC6-B482C362D631}"/>
          </ac:spMkLst>
        </pc:spChg>
        <pc:spChg chg="mod">
          <ac:chgData name="Edgar Rosales Ortega" userId="d1d54fc2-1570-4978-babc-e22e1526833f" providerId="ADAL" clId="{66BE7C30-C669-4152-AC74-10076FC0590C}" dt="2026-05-05T17:36:54.512" v="104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39:36.874" v="31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29T23:56:09.051" v="21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 ord">
        <pc:chgData name="Edgar Rosales Ortega" userId="d1d54fc2-1570-4978-babc-e22e1526833f" providerId="ADAL" clId="{66BE7C30-C669-4152-AC74-10076FC0590C}" dt="2026-05-05T17:36:33.819" v="103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6:26:32.716" v="133" actId="1035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6:26:32.716" v="133" actId="1035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38:31.282" v="29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29T23:56:13.164" v="22" actId="6549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6:26:12.185" v="121" actId="1036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6:26:12.185" v="121" actId="1036"/>
          <ac:picMkLst>
            <pc:docMk/>
            <pc:sldMk cId="3240565764" sldId="297"/>
            <ac:picMk id="5" creationId="{4689FF38-8CFA-FB37-4E7B-B5603B7FC116}"/>
          </ac:picMkLst>
        </pc:picChg>
      </pc:sldChg>
    </pc:docChg>
  </pc:docChgLst>
  <pc:docChgLst>
    <pc:chgData name="Gerardo Jahir Lara Garcia" userId="S::gerardo.larag@imss.gob.mx::84d5cd65-4601-4e92-b448-a9da4809e012" providerId="AD" clId="Web-{CC570978-EEA2-8C6D-EDBC-4BCB9F58DCC0}"/>
    <pc:docChg chg="modSld">
      <pc:chgData name="Gerardo Jahir Lara Garcia" userId="S::gerardo.larag@imss.gob.mx::84d5cd65-4601-4e92-b448-a9da4809e012" providerId="AD" clId="Web-{CC570978-EEA2-8C6D-EDBC-4BCB9F58DCC0}" dt="2026-05-12T20:01:56.616" v="317" actId="1076"/>
      <pc:docMkLst>
        <pc:docMk/>
      </pc:docMkLst>
      <pc:sldChg chg="addSp delSp modSp">
        <pc:chgData name="Gerardo Jahir Lara Garcia" userId="S::gerardo.larag@imss.gob.mx::84d5cd65-4601-4e92-b448-a9da4809e012" providerId="AD" clId="Web-{CC570978-EEA2-8C6D-EDBC-4BCB9F58DCC0}" dt="2026-05-12T20:01:37.725" v="315" actId="20577"/>
        <pc:sldMkLst>
          <pc:docMk/>
          <pc:sldMk cId="364733940" sldId="284"/>
        </pc:sldMkLst>
        <pc:spChg chg="add del mod">
          <ac:chgData name="Gerardo Jahir Lara Garcia" userId="S::gerardo.larag@imss.gob.mx::84d5cd65-4601-4e92-b448-a9da4809e012" providerId="AD" clId="Web-{CC570978-EEA2-8C6D-EDBC-4BCB9F58DCC0}" dt="2026-05-12T19:06:37.078" v="3"/>
          <ac:spMkLst>
            <pc:docMk/>
            <pc:sldMk cId="364733940" sldId="284"/>
            <ac:spMk id="3" creationId="{286503B1-0DA6-C192-8655-51E9294B515C}"/>
          </ac:spMkLst>
        </pc:spChg>
        <pc:spChg chg="add del mod">
          <ac:chgData name="Gerardo Jahir Lara Garcia" userId="S::gerardo.larag@imss.gob.mx::84d5cd65-4601-4e92-b448-a9da4809e012" providerId="AD" clId="Web-{CC570978-EEA2-8C6D-EDBC-4BCB9F58DCC0}" dt="2026-05-12T19:21:14.894" v="85"/>
          <ac:spMkLst>
            <pc:docMk/>
            <pc:sldMk cId="364733940" sldId="284"/>
            <ac:spMk id="8" creationId="{673B41E5-16A4-2281-34EE-445BED6DF8C4}"/>
          </ac:spMkLst>
        </pc:spChg>
        <pc:spChg chg="add del mod">
          <ac:chgData name="Gerardo Jahir Lara Garcia" userId="S::gerardo.larag@imss.gob.mx::84d5cd65-4601-4e92-b448-a9da4809e012" providerId="AD" clId="Web-{CC570978-EEA2-8C6D-EDBC-4BCB9F58DCC0}" dt="2026-05-12T19:21:11.800" v="81"/>
          <ac:spMkLst>
            <pc:docMk/>
            <pc:sldMk cId="364733940" sldId="284"/>
            <ac:spMk id="9" creationId="{19BC9293-7005-4871-AA8E-F9FA33FFF05D}"/>
          </ac:spMkLst>
        </pc:spChg>
        <pc:spChg chg="add mod">
          <ac:chgData name="Gerardo Jahir Lara Garcia" userId="S::gerardo.larag@imss.gob.mx::84d5cd65-4601-4e92-b448-a9da4809e012" providerId="AD" clId="Web-{CC570978-EEA2-8C6D-EDBC-4BCB9F58DCC0}" dt="2026-05-12T19:21:26.254" v="93" actId="1076"/>
          <ac:spMkLst>
            <pc:docMk/>
            <pc:sldMk cId="364733940" sldId="284"/>
            <ac:spMk id="10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CC570978-EEA2-8C6D-EDBC-4BCB9F58DCC0}" dt="2026-05-12T19:22:14.990" v="116" actId="1076"/>
          <ac:spMkLst>
            <pc:docMk/>
            <pc:sldMk cId="364733940" sldId="284"/>
            <ac:spMk id="12" creationId="{4578A0AA-9DC1-3453-263A-76BE5A8BE282}"/>
          </ac:spMkLst>
        </pc:spChg>
        <pc:spChg chg="add mod">
          <ac:chgData name="Gerardo Jahir Lara Garcia" userId="S::gerardo.larag@imss.gob.mx::84d5cd65-4601-4e92-b448-a9da4809e012" providerId="AD" clId="Web-{CC570978-EEA2-8C6D-EDBC-4BCB9F58DCC0}" dt="2026-05-12T19:23:42.040" v="170" actId="1076"/>
          <ac:spMkLst>
            <pc:docMk/>
            <pc:sldMk cId="364733940" sldId="284"/>
            <ac:spMk id="14" creationId="{64688C63-7355-030E-6D1A-62B790C84126}"/>
          </ac:spMkLst>
        </pc:spChg>
        <pc:spChg chg="add del mod">
          <ac:chgData name="Gerardo Jahir Lara Garcia" userId="S::gerardo.larag@imss.gob.mx::84d5cd65-4601-4e92-b448-a9da4809e012" providerId="AD" clId="Web-{CC570978-EEA2-8C6D-EDBC-4BCB9F58DCC0}" dt="2026-05-12T19:22:19.162" v="118"/>
          <ac:spMkLst>
            <pc:docMk/>
            <pc:sldMk cId="364733940" sldId="284"/>
            <ac:spMk id="16" creationId="{289E5852-D102-6459-136F-1CBC17EE498A}"/>
          </ac:spMkLst>
        </pc:spChg>
        <pc:spChg chg="add mod">
          <ac:chgData name="Gerardo Jahir Lara Garcia" userId="S::gerardo.larag@imss.gob.mx::84d5cd65-4601-4e92-b448-a9da4809e012" providerId="AD" clId="Web-{CC570978-EEA2-8C6D-EDBC-4BCB9F58DCC0}" dt="2026-05-12T19:22:42.929" v="130" actId="20577"/>
          <ac:spMkLst>
            <pc:docMk/>
            <pc:sldMk cId="364733940" sldId="284"/>
            <ac:spMk id="17" creationId="{E732EDB4-939B-C564-D4B2-9497DEB259D4}"/>
          </ac:spMkLst>
        </pc:spChg>
        <pc:spChg chg="add mod">
          <ac:chgData name="Gerardo Jahir Lara Garcia" userId="S::gerardo.larag@imss.gob.mx::84d5cd65-4601-4e92-b448-a9da4809e012" providerId="AD" clId="Web-{CC570978-EEA2-8C6D-EDBC-4BCB9F58DCC0}" dt="2026-05-12T20:01:37.725" v="315" actId="20577"/>
          <ac:spMkLst>
            <pc:docMk/>
            <pc:sldMk cId="364733940" sldId="284"/>
            <ac:spMk id="19" creationId="{261D4185-A587-C515-FCC3-DB49EF855C8D}"/>
          </ac:spMkLst>
        </pc:spChg>
        <pc:picChg chg="add del mod modCrop">
          <ac:chgData name="Gerardo Jahir Lara Garcia" userId="S::gerardo.larag@imss.gob.mx::84d5cd65-4601-4e92-b448-a9da4809e012" providerId="AD" clId="Web-{CC570978-EEA2-8C6D-EDBC-4BCB9F58DCC0}" dt="2026-05-12T19:43:52.747" v="191"/>
          <ac:picMkLst>
            <pc:docMk/>
            <pc:sldMk cId="364733940" sldId="284"/>
            <ac:picMk id="3" creationId="{C1647AA5-751A-D806-733B-D4422D87C099}"/>
          </ac:picMkLst>
        </pc:picChg>
        <pc:picChg chg="add del mod">
          <ac:chgData name="Gerardo Jahir Lara Garcia" userId="S::gerardo.larag@imss.gob.mx::84d5cd65-4601-4e92-b448-a9da4809e012" providerId="AD" clId="Web-{CC570978-EEA2-8C6D-EDBC-4BCB9F58DCC0}" dt="2026-05-12T19:08:50.646" v="7"/>
          <ac:picMkLst>
            <pc:docMk/>
            <pc:sldMk cId="364733940" sldId="284"/>
            <ac:picMk id="4" creationId="{7865E798-CFC5-6685-241D-67BFB56A75F5}"/>
          </ac:picMkLst>
        </pc:picChg>
        <pc:picChg chg="add del mod">
          <ac:chgData name="Gerardo Jahir Lara Garcia" userId="S::gerardo.larag@imss.gob.mx::84d5cd65-4601-4e92-b448-a9da4809e012" providerId="AD" clId="Web-{CC570978-EEA2-8C6D-EDBC-4BCB9F58DCC0}" dt="2026-05-12T19:21:12.863" v="82"/>
          <ac:picMkLst>
            <pc:docMk/>
            <pc:sldMk cId="364733940" sldId="284"/>
            <ac:picMk id="6" creationId="{B0B5EB96-511E-0312-C4B3-7E3C51F42E95}"/>
          </ac:picMkLst>
        </pc:picChg>
        <pc:picChg chg="add mod">
          <ac:chgData name="Gerardo Jahir Lara Garcia" userId="S::gerardo.larag@imss.gob.mx::84d5cd65-4601-4e92-b448-a9da4809e012" providerId="AD" clId="Web-{CC570978-EEA2-8C6D-EDBC-4BCB9F58DCC0}" dt="2026-05-12T19:22:14.990" v="115" actId="1076"/>
          <ac:picMkLst>
            <pc:docMk/>
            <pc:sldMk cId="364733940" sldId="284"/>
            <ac:picMk id="11" creationId="{488C755F-8E2D-8CE1-6C1B-6DBB55EE2CD3}"/>
          </ac:picMkLst>
        </pc:picChg>
        <pc:picChg chg="add mod">
          <ac:chgData name="Gerardo Jahir Lara Garcia" userId="S::gerardo.larag@imss.gob.mx::84d5cd65-4601-4e92-b448-a9da4809e012" providerId="AD" clId="Web-{CC570978-EEA2-8C6D-EDBC-4BCB9F58DCC0}" dt="2026-05-12T19:21:26.269" v="96" actId="1076"/>
          <ac:picMkLst>
            <pc:docMk/>
            <pc:sldMk cId="364733940" sldId="284"/>
            <ac:picMk id="13" creationId="{677D1763-9290-6967-36A7-DBD2C77E4F08}"/>
          </ac:picMkLst>
        </pc:picChg>
        <pc:picChg chg="add del mod">
          <ac:chgData name="Gerardo Jahir Lara Garcia" userId="S::gerardo.larag@imss.gob.mx::84d5cd65-4601-4e92-b448-a9da4809e012" providerId="AD" clId="Web-{CC570978-EEA2-8C6D-EDBC-4BCB9F58DCC0}" dt="2026-05-12T19:22:17.521" v="117"/>
          <ac:picMkLst>
            <pc:docMk/>
            <pc:sldMk cId="364733940" sldId="284"/>
            <ac:picMk id="15" creationId="{AA1F1734-384B-BE5E-5628-87FCD103E16C}"/>
          </ac:picMkLst>
        </pc:picChg>
        <pc:picChg chg="add mod">
          <ac:chgData name="Gerardo Jahir Lara Garcia" userId="S::gerardo.larag@imss.gob.mx::84d5cd65-4601-4e92-b448-a9da4809e012" providerId="AD" clId="Web-{CC570978-EEA2-8C6D-EDBC-4BCB9F58DCC0}" dt="2026-05-12T19:22:31.881" v="123" actId="1076"/>
          <ac:picMkLst>
            <pc:docMk/>
            <pc:sldMk cId="364733940" sldId="284"/>
            <ac:picMk id="18" creationId="{8A8D8CD2-DBCF-78B9-E5EF-827E13752F76}"/>
          </ac:picMkLst>
        </pc:picChg>
      </pc:sldChg>
      <pc:sldChg chg="addSp delSp modSp">
        <pc:chgData name="Gerardo Jahir Lara Garcia" userId="S::gerardo.larag@imss.gob.mx::84d5cd65-4601-4e92-b448-a9da4809e012" providerId="AD" clId="Web-{CC570978-EEA2-8C6D-EDBC-4BCB9F58DCC0}" dt="2026-05-12T20:01:56.616" v="317" actId="1076"/>
        <pc:sldMkLst>
          <pc:docMk/>
          <pc:sldMk cId="3240565764" sldId="297"/>
        </pc:sldMkLst>
        <pc:spChg chg="add mod">
          <ac:chgData name="Gerardo Jahir Lara Garcia" userId="S::gerardo.larag@imss.gob.mx::84d5cd65-4601-4e92-b448-a9da4809e012" providerId="AD" clId="Web-{CC570978-EEA2-8C6D-EDBC-4BCB9F58DCC0}" dt="2026-05-12T20:01:56.616" v="317" actId="1076"/>
          <ac:spMkLst>
            <pc:docMk/>
            <pc:sldMk cId="3240565764" sldId="297"/>
            <ac:spMk id="9" creationId="{5703951A-79F9-0F57-1683-4A2C02D4A29F}"/>
          </ac:spMkLst>
        </pc:spChg>
        <pc:spChg chg="add mod">
          <ac:chgData name="Gerardo Jahir Lara Garcia" userId="S::gerardo.larag@imss.gob.mx::84d5cd65-4601-4e92-b448-a9da4809e012" providerId="AD" clId="Web-{CC570978-EEA2-8C6D-EDBC-4BCB9F58DCC0}" dt="2026-05-12T19:47:07.113" v="252" actId="20577"/>
          <ac:spMkLst>
            <pc:docMk/>
            <pc:sldMk cId="3240565764" sldId="297"/>
            <ac:spMk id="11" creationId="{21AE8FA6-CA77-F761-93C9-BF2570CBBE30}"/>
          </ac:spMkLst>
        </pc:spChg>
        <pc:spChg chg="add mod">
          <ac:chgData name="Gerardo Jahir Lara Garcia" userId="S::gerardo.larag@imss.gob.mx::84d5cd65-4601-4e92-b448-a9da4809e012" providerId="AD" clId="Web-{CC570978-EEA2-8C6D-EDBC-4BCB9F58DCC0}" dt="2026-05-12T19:48:36.163" v="274" actId="1076"/>
          <ac:spMkLst>
            <pc:docMk/>
            <pc:sldMk cId="3240565764" sldId="297"/>
            <ac:spMk id="13" creationId="{FD4175D4-66CF-7FBC-B843-C149C5339DF1}"/>
          </ac:spMkLst>
        </pc:spChg>
        <pc:spChg chg="add del">
          <ac:chgData name="Gerardo Jahir Lara Garcia" userId="S::gerardo.larag@imss.gob.mx::84d5cd65-4601-4e92-b448-a9da4809e012" providerId="AD" clId="Web-{CC570978-EEA2-8C6D-EDBC-4BCB9F58DCC0}" dt="2026-05-12T19:49:06.883" v="277"/>
          <ac:spMkLst>
            <pc:docMk/>
            <pc:sldMk cId="3240565764" sldId="297"/>
            <ac:spMk id="15" creationId="{7875970C-7CEA-5F80-ACCB-550DAA38B207}"/>
          </ac:spMkLst>
        </pc:spChg>
        <pc:spChg chg="add mod">
          <ac:chgData name="Gerardo Jahir Lara Garcia" userId="S::gerardo.larag@imss.gob.mx::84d5cd65-4601-4e92-b448-a9da4809e012" providerId="AD" clId="Web-{CC570978-EEA2-8C6D-EDBC-4BCB9F58DCC0}" dt="2026-05-12T19:59:55.690" v="296" actId="20577"/>
          <ac:spMkLst>
            <pc:docMk/>
            <pc:sldMk cId="3240565764" sldId="297"/>
            <ac:spMk id="16" creationId="{453288B5-B8D0-EC78-DB89-D4E8E2B4815F}"/>
          </ac:spMkLst>
        </pc:spChg>
        <pc:spChg chg="add mod">
          <ac:chgData name="Gerardo Jahir Lara Garcia" userId="S::gerardo.larag@imss.gob.mx::84d5cd65-4601-4e92-b448-a9da4809e012" providerId="AD" clId="Web-{CC570978-EEA2-8C6D-EDBC-4BCB9F58DCC0}" dt="2026-05-12T20:00:58.755" v="307" actId="1076"/>
          <ac:spMkLst>
            <pc:docMk/>
            <pc:sldMk cId="3240565764" sldId="297"/>
            <ac:spMk id="18" creationId="{EAA4AD06-6D0C-9D1B-41F2-6AC307BA4C2A}"/>
          </ac:spMkLst>
        </pc:spChg>
        <pc:picChg chg="add del mod">
          <ac:chgData name="Gerardo Jahir Lara Garcia" userId="S::gerardo.larag@imss.gob.mx::84d5cd65-4601-4e92-b448-a9da4809e012" providerId="AD" clId="Web-{CC570978-EEA2-8C6D-EDBC-4BCB9F58DCC0}" dt="2026-05-12T19:43:07.214" v="179"/>
          <ac:picMkLst>
            <pc:docMk/>
            <pc:sldMk cId="3240565764" sldId="297"/>
            <ac:picMk id="3" creationId="{7BE08359-4F94-0DD5-1250-B9E572D2C85F}"/>
          </ac:picMkLst>
        </pc:picChg>
        <pc:picChg chg="add mod modCrop">
          <ac:chgData name="Gerardo Jahir Lara Garcia" userId="S::gerardo.larag@imss.gob.mx::84d5cd65-4601-4e92-b448-a9da4809e012" providerId="AD" clId="Web-{CC570978-EEA2-8C6D-EDBC-4BCB9F58DCC0}" dt="2026-05-12T19:47:14.942" v="253" actId="1076"/>
          <ac:picMkLst>
            <pc:docMk/>
            <pc:sldMk cId="3240565764" sldId="297"/>
            <ac:picMk id="4" creationId="{E4583F43-E86D-0F1E-8691-BAF3375AD7BA}"/>
          </ac:picMkLst>
        </pc:picChg>
        <pc:picChg chg="add del mod modCrop">
          <ac:chgData name="Gerardo Jahir Lara Garcia" userId="S::gerardo.larag@imss.gob.mx::84d5cd65-4601-4e92-b448-a9da4809e012" providerId="AD" clId="Web-{CC570978-EEA2-8C6D-EDBC-4BCB9F58DCC0}" dt="2026-05-12T19:44:58.655" v="201"/>
          <ac:picMkLst>
            <pc:docMk/>
            <pc:sldMk cId="3240565764" sldId="297"/>
            <ac:picMk id="7" creationId="{A964D6BF-9475-A096-ED33-83D5B281762C}"/>
          </ac:picMkLst>
        </pc:picChg>
        <pc:picChg chg="add mod">
          <ac:chgData name="Gerardo Jahir Lara Garcia" userId="S::gerardo.larag@imss.gob.mx::84d5cd65-4601-4e92-b448-a9da4809e012" providerId="AD" clId="Web-{CC570978-EEA2-8C6D-EDBC-4BCB9F58DCC0}" dt="2026-05-12T19:48:22.600" v="272" actId="1076"/>
          <ac:picMkLst>
            <pc:docMk/>
            <pc:sldMk cId="3240565764" sldId="297"/>
            <ac:picMk id="12" creationId="{AE9FD96F-084C-5DEE-6966-05F8D1633A42}"/>
          </ac:picMkLst>
        </pc:picChg>
        <pc:picChg chg="add del">
          <ac:chgData name="Gerardo Jahir Lara Garcia" userId="S::gerardo.larag@imss.gob.mx::84d5cd65-4601-4e92-b448-a9da4809e012" providerId="AD" clId="Web-{CC570978-EEA2-8C6D-EDBC-4BCB9F58DCC0}" dt="2026-05-12T19:49:06.883" v="278"/>
          <ac:picMkLst>
            <pc:docMk/>
            <pc:sldMk cId="3240565764" sldId="297"/>
            <ac:picMk id="14" creationId="{D97EB98B-FF2A-D531-8C44-067A6CFD55B6}"/>
          </ac:picMkLst>
        </pc:picChg>
        <pc:picChg chg="add mod">
          <ac:chgData name="Gerardo Jahir Lara Garcia" userId="S::gerardo.larag@imss.gob.mx::84d5cd65-4601-4e92-b448-a9da4809e012" providerId="AD" clId="Web-{CC570978-EEA2-8C6D-EDBC-4BCB9F58DCC0}" dt="2026-05-12T20:00:58.739" v="306" actId="1076"/>
          <ac:picMkLst>
            <pc:docMk/>
            <pc:sldMk cId="3240565764" sldId="297"/>
            <ac:picMk id="17" creationId="{B72D96B9-510E-70DC-91C0-8C9FFA3D5257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691C32"/>
              </a:solidFill>
            </c:spPr>
          </c:dPt>
          <c:dPt>
            <c:idx val="2"/>
            <c:spPr>
              <a:solidFill>
                <a:srgbClr val="BC955C"/>
              </a:solidFill>
            </c:spPr>
          </c:dPt>
          <c:dPt>
            <c:idx val="3"/>
            <c:spPr>
              <a:solidFill>
                <a:srgbClr val="9E9E9E"/>
              </a:solidFill>
            </c:spPr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1003230.0</c:v>
                </c:pt>
                <c:pt idx="1">
                  <c:v>185050.0</c:v>
                </c:pt>
                <c:pt idx="2">
                  <c:v>376974.0</c:v>
                </c:pt>
                <c:pt idx="3">
                  <c:v>2305.0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40.68288071941343</c:v>
                </c:pt>
                <c:pt idx="1">
                  <c:v>59.31711928058657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13.5246684755</c:v>
                </c:pt>
                <c:pt idx="1">
                  <c:v>86.4753315245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39.129911184705705</c:v>
                </c:pt>
                <c:pt idx="1">
                  <c:v>60.870088815294295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37.78595678522702</c:v>
                </c:pt>
                <c:pt idx="1">
                  <c:v>62.21404321477298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</c:v>
                </c:pt>
                <c:pt idx="1">
                  <c:v>109</c:v>
                </c:pt>
                <c:pt idx="2">
                  <c:v>110</c:v>
                </c:pt>
                <c:pt idx="3">
                  <c:v>109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Servicios para Empresas, Personas y el Hogar</c:v>
                </c:pt>
                <c:pt idx="1">
                  <c:v>Ind Eléctrica y Captación y Suministro de Agua Potable</c:v>
                </c:pt>
                <c:pt idx="2">
                  <c:v>Transportes y Comunicaciones</c:v>
                </c:pt>
                <c:pt idx="3">
                  <c:v>Industrias de la Transformación</c:v>
                </c:pt>
                <c:pt idx="4">
                  <c:v>Servicios Sociales y Comunales</c:v>
                </c:pt>
                <c:pt idx="5">
                  <c:v>Agricultura, Ganaderia, Silvicultura, Pesca y Caza</c:v>
                </c:pt>
                <c:pt idx="6">
                  <c:v>Industria de la Construcción</c:v>
                </c:pt>
                <c:pt idx="7">
                  <c:v>Industrias Extractivas</c:v>
                </c:pt>
                <c:pt idx="8">
                  <c:v>Comercio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57631</c:v>
                </c:pt>
                <c:pt idx="1">
                  <c:v>720</c:v>
                </c:pt>
                <c:pt idx="2">
                  <c:v>25576</c:v>
                </c:pt>
                <c:pt idx="3">
                  <c:v>136101</c:v>
                </c:pt>
                <c:pt idx="4">
                  <c:v>56339</c:v>
                </c:pt>
                <c:pt idx="5">
                  <c:v>8120</c:v>
                </c:pt>
                <c:pt idx="6">
                  <c:v>18923</c:v>
                </c:pt>
                <c:pt idx="7">
                  <c:v>642</c:v>
                </c:pt>
                <c:pt idx="8">
                  <c:v>61284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Servicios para Empresas, Personas y el Hogar</c:v>
                </c:pt>
                <c:pt idx="1">
                  <c:v>Ind Eléctrica y Captación y Suministro de Agua Potable</c:v>
                </c:pt>
                <c:pt idx="2">
                  <c:v>Transportes y Comunicaciones</c:v>
                </c:pt>
                <c:pt idx="3">
                  <c:v>Industrias de la Transformación</c:v>
                </c:pt>
                <c:pt idx="4">
                  <c:v>Servicios Sociales y Comunales</c:v>
                </c:pt>
                <c:pt idx="5">
                  <c:v>Agricultura, Ganaderia, Silvicultura, Pesca y Caza</c:v>
                </c:pt>
                <c:pt idx="6">
                  <c:v>Industria de la Construcción</c:v>
                </c:pt>
                <c:pt idx="7">
                  <c:v>Industrias Extractivas</c:v>
                </c:pt>
                <c:pt idx="8">
                  <c:v>Comercio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55512</c:v>
                </c:pt>
                <c:pt idx="1">
                  <c:v>702</c:v>
                </c:pt>
                <c:pt idx="2">
                  <c:v>24970</c:v>
                </c:pt>
                <c:pt idx="3">
                  <c:v>134167</c:v>
                </c:pt>
                <c:pt idx="4">
                  <c:v>57400</c:v>
                </c:pt>
                <c:pt idx="5">
                  <c:v>8309</c:v>
                </c:pt>
                <c:pt idx="6">
                  <c:v>19432</c:v>
                </c:pt>
                <c:pt idx="7">
                  <c:v>662</c:v>
                </c:pt>
                <c:pt idx="8">
                  <c:v>64811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316044</c:v>
                </c:pt>
                <c:pt idx="1">
                  <c:v>327345</c:v>
                </c:pt>
                <c:pt idx="2">
                  <c:v>328581</c:v>
                </c:pt>
                <c:pt idx="3">
                  <c:v>331492</c:v>
                </c:pt>
                <c:pt idx="4">
                  <c:v>341747</c:v>
                </c:pt>
                <c:pt idx="5">
                  <c:v>350248</c:v>
                </c:pt>
                <c:pt idx="6">
                  <c:v>362534</c:v>
                </c:pt>
                <c:pt idx="7">
                  <c:v>365336</c:v>
                </c:pt>
                <c:pt idx="8">
                  <c:v>365965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D068D0C9-5C61-C2D0-A591-600C5AC25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>
            <a:extLst>
              <a:ext uri="{FF2B5EF4-FFF2-40B4-BE49-F238E27FC236}">
                <a16:creationId xmlns:a16="http://schemas.microsoft.com/office/drawing/2014/main" id="{EEACE0F7-74C1-C001-C346-39CBF454B1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>
            <a:extLst>
              <a:ext uri="{FF2B5EF4-FFF2-40B4-BE49-F238E27FC236}">
                <a16:creationId xmlns:a16="http://schemas.microsoft.com/office/drawing/2014/main" id="{900D81EB-1C70-7A53-52E4-A8D178FA81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>
            <a:extLst>
              <a:ext uri="{FF2B5EF4-FFF2-40B4-BE49-F238E27FC236}">
                <a16:creationId xmlns:a16="http://schemas.microsoft.com/office/drawing/2014/main" id="{474DACAC-7046-EFB6-3CC7-8ADDDFD3242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64527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Aguascalientes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_Aguascalie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64% de la población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1,003,230</a:t>
            </a:r>
            <a:br/>
            <a:r>
              <a:t>64%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185,050</a:t>
            </a:r>
            <a:br/>
            <a:r>
              <a:t>12%</a:t>
            </a:r>
          </a:p>
        </p:txBody>
      </p:sp>
      <p:pic>
        <p:nvPicPr>
          <p:cNvPr id="122" name="Picture 121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376,974</a:t>
            </a:r>
            <a:br/>
            <a:r>
              <a:t>24%</a:t>
            </a:r>
          </a:p>
        </p:txBody>
      </p:sp>
      <p:pic>
        <p:nvPicPr>
          <p:cNvPr id="125" name="Picture 124" descr="0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0400" y="3290400"/>
            <a:ext cx="1417000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2,305</a:t>
            </a:r>
            <a:br/>
            <a:r>
              <a:t>0.15%</a:t>
            </a:r>
          </a:p>
        </p:txBody>
      </p:sp>
      <p:pic>
        <p:nvPicPr>
          <p:cNvPr id="128" name="Picture 127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1,567,559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4" name="Table 133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897,442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1,003,230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479,855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588,199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321,298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365,965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55,258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85,833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8,582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94,717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126,355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83,384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109,446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9,341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12,497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4,412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417,587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415,031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135,676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145,394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236,454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213,743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45,457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55,894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834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727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-12%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6,317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7,710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22%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>
            <p:extLst>
              <p:ext uri="{D42A27DB-BD31-4B8C-83A1-F6EECF244321}">
                <p14:modId xmlns:p14="http://schemas.microsoft.com/office/powerpoint/2010/main" val="703392340"/>
              </p:ext>
            </p:extLst>
          </p:nvPr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</a:t>
                      </a: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médica IMSS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01_a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17064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12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139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564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312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139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564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354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293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12 UMF y no incluye 1 Unidades Auxiliares de Medicina Familiar.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oogle Shape;74;g3cf9c41d666_3_86">
            <a:extLst>
              <a:ext uri="{FF2B5EF4-FFF2-40B4-BE49-F238E27FC236}">
                <a16:creationId xmlns:a16="http://schemas.microsoft.com/office/drawing/2014/main" id="{149B6707-A18E-E3B8-BF9F-BE17A768E1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4466357"/>
              </p:ext>
            </p:extLst>
          </p:nvPr>
        </p:nvGraphicFramePr>
        <p:xfrm>
          <a:off x="288000" y="1191600"/>
          <a:ext cx="7067925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067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8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de Zona No. 1</a:t>
                      </a:r>
                      <a:endParaRPr sz="18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Google Shape;79;g3cf9c41d666_3_86">
            <a:extLst>
              <a:ext uri="{FF2B5EF4-FFF2-40B4-BE49-F238E27FC236}">
                <a16:creationId xmlns:a16="http://schemas.microsoft.com/office/drawing/2014/main" id="{80A270BF-485C-5271-9109-DF89C5B111E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751" y="1912697"/>
            <a:ext cx="1762800" cy="138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0;g3cf9c41d666_3_86">
            <a:extLst>
              <a:ext uri="{FF2B5EF4-FFF2-40B4-BE49-F238E27FC236}">
                <a16:creationId xmlns:a16="http://schemas.microsoft.com/office/drawing/2014/main" id="{1EE9B8B1-BC8E-A508-0289-FC01C7AB018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0750" y="3504045"/>
            <a:ext cx="1762800" cy="150908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657697CF-C10B-83C4-0E0A-87460677882C}"/>
              </a:ext>
            </a:extLst>
          </p:cNvPr>
          <p:cNvSpPr txBox="1"/>
          <p:nvPr/>
        </p:nvSpPr>
        <p:spPr>
          <a:xfrm>
            <a:off x="2673626" y="2111641"/>
            <a:ext cx="4817974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IMSS inició operaciones el 01 de marzo de 1958 con un solo consultorio, los servicios eran consulta externa, medicina general, con atención básica y preventiva. </a:t>
            </a:r>
          </a:p>
          <a:p>
            <a:pPr algn="just" rtl="0" fontAlgn="base">
              <a:spcBef>
                <a:spcPts val="10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primer Hospital del IMSS en Aguascalientes es el Hospital General de Zona (HGZ) No. 1 “José Manuel Ávila Pardo” ,  el 28 de junio de 1966 abrió sus puertas, para atender a los derechohabientes del estado y de localidades aledañas de Zacatecas y Jalisco.</a:t>
            </a:r>
          </a:p>
          <a:p>
            <a:pPr algn="just" rtl="0" fontAlgn="base">
              <a:spcBef>
                <a:spcPts val="10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2006 el hospital recibió su primera remodelación, para lo cual se asignaron 285 millones de pesos, con lo que se habilitaron 11 mil metros cuadrados, con ello optimizar servicios.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a_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5600" y="6476399"/>
          <a:ext cx="7650000" cy="138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1 Aguascalientes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2 Aguascalientes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1995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UMAA 1 Aguascalientes (Aut)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2006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3 Jesús María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Diciembre de 2017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564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1 Aguascalientes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 Aguascalientes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Aguascalientes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 Jesús María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5428891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106D1B58-44F6-6308-741B-BA0751BAD9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4546108"/>
              </p:ext>
            </p:extLst>
          </p:nvPr>
        </p:nvGraphicFramePr>
        <p:xfrm>
          <a:off x="143502" y="4151846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FF57E3DE-7DDB-1B06-C2CE-180303CF32A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099493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83AD1A9C-6686-FFE0-4FC1-8942137EE042}"/>
              </a:ext>
            </a:extLst>
          </p:cNvPr>
          <p:cNvCxnSpPr>
            <a:cxnSpLocks/>
          </p:cNvCxnSpPr>
          <p:nvPr/>
        </p:nvCxnSpPr>
        <p:spPr>
          <a:xfrm>
            <a:off x="5210629" y="55722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C1442576-A988-C73D-7FF4-12A8087301FF}"/>
              </a:ext>
            </a:extLst>
          </p:cNvPr>
          <p:cNvCxnSpPr>
            <a:cxnSpLocks/>
          </p:cNvCxnSpPr>
          <p:nvPr/>
        </p:nvCxnSpPr>
        <p:spPr>
          <a:xfrm>
            <a:off x="5210629" y="7234150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A1B8532A-4521-C4FD-50CB-C50CC223F2A9}"/>
              </a:ext>
            </a:extLst>
          </p:cNvPr>
          <p:cNvSpPr txBox="1"/>
          <p:nvPr/>
        </p:nvSpPr>
        <p:spPr>
          <a:xfrm>
            <a:off x="5064096" y="5110057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0A4C6C3-AA94-C2EF-2E9F-B0862AAEE635}"/>
              </a:ext>
            </a:extLst>
          </p:cNvPr>
          <p:cNvSpPr txBox="1"/>
          <p:nvPr/>
        </p:nvSpPr>
        <p:spPr>
          <a:xfrm>
            <a:off x="5064096" y="6495486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71FDEA5-E051-5718-C6DC-E8EABA3EDCFD}"/>
              </a:ext>
            </a:extLst>
          </p:cNvPr>
          <p:cNvSpPr txBox="1"/>
          <p:nvPr/>
        </p:nvSpPr>
        <p:spPr>
          <a:xfrm>
            <a:off x="4701239" y="8117457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21, 17 mayo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+411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+140,155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+106,641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1,877,305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140,155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738,593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1,886,360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39.2%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575,247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106,641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233,946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597,870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39.1%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26,753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411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11,909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31,517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37.8%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12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21, 17 mayo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6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 Aguascalientes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283,579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117,209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288,144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 Calvillo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23,706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-1,100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10,187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307,285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2,146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127,396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313,144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40.7%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30168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37368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40.7%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46368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30168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313,144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adroTexto 10">
            <a:extLst>
              <a:ext uri="{FF2B5EF4-FFF2-40B4-BE49-F238E27FC236}">
                <a16:creationId xmlns:a16="http://schemas.microsoft.com/office/drawing/2014/main" id="{62056AFC-AEE8-5BB0-51D1-C89AF395C837}"/>
              </a:ext>
            </a:extLst>
          </p:cNvPr>
          <p:cNvSpPr txBox="1"/>
          <p:nvPr/>
        </p:nvSpPr>
        <p:spPr>
          <a:xfrm>
            <a:off x="4041714" y="5438977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Sin unidades médicas propuestas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12 Unidades de Medicina Familiar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10 Unidades Médicas de tiempo completo (42 consultorios)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 del 26 de Dic de 2024 al 25 de Dic de 2025).</a:t>
            </a:r>
            <a:br/>
            <a:r>
              <a:t>Corte de información: Semana 21, 17 mayo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(212,340 consultas)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51200" y="1695600"/>
          <a:ext cx="7473599" cy="18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 Pabellón Arteaga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61,399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5,969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26,961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 Rincón de Romos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65,027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6,492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24,566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 Asientos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38,553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8,153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15,057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10 Aguascalientes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310,871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35,369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119,533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330,624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 Aguascalientes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269,583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18,352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105,352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275,520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 Jesús María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127,186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21,656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48,968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123,984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7 San Marcos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179,978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7,392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69,795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9 Aguascalientes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197,142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2,584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78,105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192,864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11 Aguascalientes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164,115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6,671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63,060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12 Aguascalientes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156,166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25,371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59,800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1,570,020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138,009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611,197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1,573,216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38.9%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13%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213537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 productividad de especialidad generada en UMF ni en HR</a:t>
            </a:r>
            <a:br/>
            <a:r>
              <a:t>En el año 2025 no incluye información de HR y UMU.</a:t>
            </a:r>
            <a:br/>
            <a:r>
              <a:t>El año de proceso inicia del 26 de diciembre del año anterior al 25 de diciembre del año en curso:</a:t>
            </a:r>
            <a:br/>
            <a:r>
              <a:t>2025 ( del 26 de Dic de 2024 al 25 de Dic de 2025)</a:t>
            </a:r>
            <a:br/>
            <a:r>
              <a:t>Corte de información: Semana: 21, 17 mayo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170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Aguascalientes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220,961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60,473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95,875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223,380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 Jesús María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194,529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28,295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78,336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197,100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 Aguascalientes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122,785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6,915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43,076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124,830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1 Aguascalientes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36,972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10,958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16,659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52,560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575,247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106,641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233,946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597,870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39.1%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3942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4662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39.1%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5562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3942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597,870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162612486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21, 17 mayo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170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1 Aguascalientes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-982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2,664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6,264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Aguascalientes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7,824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3,468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8,784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 Jesús María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7,505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3,272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9,149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 Aguascalientes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6,448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2,505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26,753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11,909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31,517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37.8%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3585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4305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37.8%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5205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3585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31,517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>
          <a:extLst>
            <a:ext uri="{FF2B5EF4-FFF2-40B4-BE49-F238E27FC236}">
              <a16:creationId xmlns:a16="http://schemas.microsoft.com/office/drawing/2014/main" id="{6EC6207F-54E0-C67C-1029-393AC2C26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207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61 en Hospitales, 0 en sede, 30 en UMF y 116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61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4067999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Laboratorio de Análisis Clínicos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4067999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Traumatología "Pabellón de Arteaga"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4715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65.2%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Laboratorio de Análisis Clínicos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593F9F08-57A9-1AC1-3595-DE2121DF95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2468659"/>
              </p:ext>
            </p:extLst>
          </p:nvPr>
        </p:nvGraphicFramePr>
        <p:xfrm>
          <a:off x="287050" y="938192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21, 17 mayo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1,365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Maxilo Facial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4,896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1,343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8,881	 Personal de Salud: 6,119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+236.4%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74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+39.0%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1,107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1,539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+24.6%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1,829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2,279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+15.3%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1,295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1,493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+198.6%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148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442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-3.0%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301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292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180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7,814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412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82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100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2,506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902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12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11,634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(99,418)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(11,301)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(1,380)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(2,270)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(106)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(95,254)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(9,081)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(1,100)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(1,540)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(98)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(36,094)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(8,857)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Artropatias
(647)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(614)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(88)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(22,613)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(7,585)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cataratas (Facoemulsificación con implante de lente intraocular)
(564)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Hernias
(584)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(80)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mentales
(21,971)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(7,433)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(532)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(561)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(59)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132,183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1,314,340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68,048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1,492,881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95.6%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17114-87C9-5734-2D2A-BEE6DD852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507,122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Celecoxib, cápsula (antiinflamatorio)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216,490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Telmisartán, tableta (antihipertensivo)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170,433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169,807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Pioglitazona, tableta (hipoglucemiante)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165,881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156,064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Dieta polimérica con fibra, suspensión oral o enteral  (nutrición)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149,755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Gabapentina, cápsula (antiepiléptico)            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139,443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138,974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135,973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13604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15617"/>
            <a:ext cx="1599000" cy="77158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E4583F43-E86D-0F1E-8691-BAF3375AD7B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564" y="2073154"/>
            <a:ext cx="875508" cy="854908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5703951A-79F9-0F57-1683-4A2C02D4A29F}"/>
              </a:ext>
            </a:extLst>
          </p:cNvPr>
          <p:cNvSpPr txBox="1"/>
          <p:nvPr/>
        </p:nvSpPr>
        <p:spPr>
          <a:xfrm>
            <a:off x="-1228804" y="2101012"/>
            <a:ext cx="3886200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>
                <a:solidFill>
                  <a:srgbClr val="BC955C"/>
                </a:solidFill>
                <a:latin typeface="Montserrat"/>
              </a:rPr>
              <a:t>Sala de </a:t>
            </a: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Hemodinamia</a:t>
            </a:r>
            <a:endParaRPr lang="en-US" sz="700" b="1">
              <a:solidFill>
                <a:srgbClr val="BC955C"/>
              </a:solidFill>
              <a:latin typeface="Montserrat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2" name="Imagen 11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97001" y="2987553"/>
            <a:ext cx="875508" cy="854908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201679" y="3015411"/>
            <a:ext cx="3886200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>
                <a:solidFill>
                  <a:srgbClr val="BC955C"/>
                </a:solidFill>
                <a:latin typeface="Montserrat"/>
              </a:rPr>
              <a:t>Unidad de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dirty="0" err="1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53288B5-B8D0-EC78-DB89-D4E8E2B4815F}"/>
              </a:ext>
            </a:extLst>
          </p:cNvPr>
          <p:cNvSpPr txBox="1"/>
          <p:nvPr/>
        </p:nvSpPr>
        <p:spPr>
          <a:xfrm>
            <a:off x="-1185038" y="3839718"/>
            <a:ext cx="3886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7" name="Imagen 16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B72D96B9-510E-70DC-91C0-8C9FFA3D525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69286" y="4169238"/>
            <a:ext cx="875508" cy="854908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EAA4AD06-6D0C-9D1B-41F2-6AC307BA4C2A}"/>
              </a:ext>
            </a:extLst>
          </p:cNvPr>
          <p:cNvSpPr txBox="1"/>
          <p:nvPr/>
        </p:nvSpPr>
        <p:spPr>
          <a:xfrm>
            <a:off x="-1230749" y="4309638"/>
            <a:ext cx="3886200" cy="5078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>
                <a:solidFill>
                  <a:srgbClr val="BC955C"/>
                </a:solidFill>
                <a:latin typeface="Montserrat"/>
              </a:rPr>
              <a:t>UMF</a:t>
            </a:r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785600" y="1584000"/>
          <a:ext cx="5295600" cy="1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324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Unidad de Hemodiálisis (94 máquinas de hemodiálisis)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$499.2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Ampliación y remodelación de la UMF No. 6 Jesús María, Aguascalientes.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$77.1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Hemodinamia en HGZ 3 Jesús María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$32.5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$608.8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785600" y="3384000"/>
          <a:ext cx="5295600" cy="4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5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$357.2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urgencias en 5 unidades (UMF No.7, 8, 9, 10,11,  Aguascalientes)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$78.6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3 unidades (HGZ No.2 , HGZ No.3, Aguascalientes; UMAA Jesús María)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$49.1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15 unidades, Aguascalientes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$35.2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16 unidades, Aguascalientes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$22.7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3 unidades (HGZ No. 1, HGZ No.2, Aguascalientes; HGZ No.3 Jesús María)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$20.2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3 unidades (HGZ No. 1, HGZ No.2, Aguascalientes; HGZ No.3 Jesús María)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$11.2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Servicio integral de hemodiálisis en HGZ No. 1 Aguascalientes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$574.2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1785600" y="8064000"/>
          <a:ext cx="52956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54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3 piezas de equipo médico: 2 refrigeradores congeladores de 5.4 pies cúbicos para lactancia materna y 1 monitor de signos vitales para el traslado del paciente (con protección antimagnética).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785600" y="932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$21.4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1,206.3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30176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Rehabilitación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1" name="Imagen 10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2859" y="2101012"/>
            <a:ext cx="3886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Hospital de </a:t>
            </a: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Rescate</a:t>
            </a:r>
            <a:endParaRPr lang="en-US" sz="800" b="1" i="0" u="none" strike="noStrike" dirty="0" err="1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13" name="Imagen 12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677D1763-9290-6967-36A7-DBD2C77E4F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392" y="2955625"/>
            <a:ext cx="872667" cy="849944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64688C63-7355-030E-6D1A-62B790C84126}"/>
              </a:ext>
            </a:extLst>
          </p:cNvPr>
          <p:cNvSpPr txBox="1"/>
          <p:nvPr/>
        </p:nvSpPr>
        <p:spPr>
          <a:xfrm>
            <a:off x="-1251188" y="3113602"/>
            <a:ext cx="38862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UCIN</a:t>
            </a:r>
            <a:endParaRPr lang="en-US" sz="8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732EDB4-939B-C564-D4B2-9497DEB259D4}"/>
              </a:ext>
            </a:extLst>
          </p:cNvPr>
          <p:cNvSpPr txBox="1"/>
          <p:nvPr/>
        </p:nvSpPr>
        <p:spPr>
          <a:xfrm>
            <a:off x="-1175551" y="3858813"/>
            <a:ext cx="3886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8" name="Imagen 1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8A8D8CD2-DBCF-78B9-E5EF-827E13752F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269" y="4170734"/>
            <a:ext cx="872667" cy="849944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261D4185-A587-C515-FCC3-DB49EF855C8D}"/>
              </a:ext>
            </a:extLst>
          </p:cNvPr>
          <p:cNvSpPr txBox="1"/>
          <p:nvPr/>
        </p:nvSpPr>
        <p:spPr>
          <a:xfrm>
            <a:off x="-1234310" y="4193699"/>
            <a:ext cx="388620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24</a:t>
            </a: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Equipos</a:t>
            </a:r>
            <a:r>
              <a:rPr lang="en-US" sz="8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 </a:t>
            </a: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Electrome</a:t>
            </a:r>
            <a:r>
              <a:rPr lang="en-US" sz="8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-</a:t>
            </a: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canicos</a:t>
            </a:r>
            <a:endParaRPr lang="en-US" sz="800" b="1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785600" y="1584000"/>
          <a:ext cx="5396400" cy="1259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Hospital General de Traumatología “Pabellón de Arteaga”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$1,391.5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$80.8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Fortalecimiento de UCIN en HGZ 3 Jesús María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$1,472.3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1785600" y="3023995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50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24 Equipos electromecánicos para 2 HGZ; 23 para aires acondicionados y 1 lavadora-extractora para la Planta de lavado, Aguascalientes.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$131.2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1,603.5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267998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2951996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3635994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-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Rincón de los Romos, Pabellón de Arteaga, Aguascalientes (3), San Francisco de los Romos, Jesús María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5" name="Oval 24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5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2 CECI CAMPO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Todos cuentan con CEPI-OP.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33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32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4,753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318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6971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6971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Centro de Seguridad Social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Aguascalientes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697201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Aguascalientes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8172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pic>
        <p:nvPicPr>
          <p:cNvPr id="470" name="Picture 469" descr="map_tipo2_01_a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3101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33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8,728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8,881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Nissan Mexicana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14,117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13,954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Ayuntamiento del Municipio de Aguascalientes Ags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7,733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Flextronics Manufacturing Aguascalientes S.A.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5,169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5,210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Gobierno Estado Libre y Soberano de Aguascalientes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6,059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6,073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Sensata Technologies De México S. de R.L.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4,790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4,683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-3.68%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-2.50%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-2.37%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-1.42%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+1.88%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+2.33%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+2.69%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+3.12%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+5.76%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328,914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7,805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26,740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1,877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365,336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331,133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8,170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24,924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1,738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365,965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575692A6-C7A7-7249-DAC6-B482C362D631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$629.49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$334.06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$629.49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33.1%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$18,884.7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05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2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Universidad Autónoma de Aguascalientes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$24.17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San Jose de Gracia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Acabados Metálicos Innovadores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$11.03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Moto Diesel Mexicana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$9.35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Cartwood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$8.90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207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30 en Unidades de Medicina Familiar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0000" y="2721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960000" y="2721599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0000" y="4125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960000" y="4125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5277598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960000" y="5277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0000" y="6429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960000" y="6429597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0000" y="7833597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207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116 especialistas (sustitutos)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0000" y="6645599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207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303</Words>
  <Application>Microsoft Office PowerPoint</Application>
  <PresentationFormat>Personalizado</PresentationFormat>
  <Paragraphs>74</Paragraphs>
  <Slides>24</Slides>
  <Notes>22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5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181</cp:revision>
  <dcterms:modified xsi:type="dcterms:W3CDTF">2026-05-12T20:02:01Z</dcterms:modified>
</cp:coreProperties>
</file>