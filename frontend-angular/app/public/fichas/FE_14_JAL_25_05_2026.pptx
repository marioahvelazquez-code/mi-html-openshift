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303" r:id="rId45"/>
    <p:sldId id="261" r:id="rId7"/>
    <p:sldId id="304" r:id="rId46"/>
    <p:sldId id="287" r:id="rId8"/>
    <p:sldId id="262" r:id="rId9"/>
    <p:sldId id="305" r:id="rId47"/>
    <p:sldId id="306" r:id="rId48"/>
    <p:sldId id="301" r:id="rId10"/>
    <p:sldId id="280" r:id="rId11"/>
    <p:sldId id="307" r:id="rId49"/>
    <p:sldId id="267" r:id="rId12"/>
    <p:sldId id="308" r:id="rId50"/>
    <p:sldId id="298" r:id="rId13"/>
    <p:sldId id="309" r:id="rId51"/>
    <p:sldId id="310" r:id="rId44"/>
    <p:sldId id="311" r:id="rId43"/>
    <p:sldId id="312" r:id="rId42"/>
    <p:sldId id="313" r:id="rId41"/>
    <p:sldId id="314" r:id="rId40"/>
    <p:sldId id="281" r:id="rId14"/>
    <p:sldId id="315" r:id="rId39"/>
    <p:sldId id="316" r:id="rId38"/>
    <p:sldId id="288" r:id="rId15"/>
    <p:sldId id="270" r:id="rId16"/>
    <p:sldId id="271" r:id="rId17"/>
    <p:sldId id="272" r:id="rId18"/>
    <p:sldId id="302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E2D00-6E21-7FD0-3AD6-3D2E59EC2DB2}" v="8" dt="2026-05-12T22:48:41.049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slide" Target="slides/slide38.xml"/><Relationship Id="rId39" Type="http://schemas.openxmlformats.org/officeDocument/2006/relationships/slide" Target="slides/slide37.xml"/><Relationship Id="rId40" Type="http://schemas.openxmlformats.org/officeDocument/2006/relationships/slide" Target="slides/slide36.xml"/><Relationship Id="rId41" Type="http://schemas.openxmlformats.org/officeDocument/2006/relationships/slide" Target="slides/slide35.xml"/><Relationship Id="rId42" Type="http://schemas.openxmlformats.org/officeDocument/2006/relationships/slide" Target="slides/slide34.xml"/><Relationship Id="rId43" Type="http://schemas.openxmlformats.org/officeDocument/2006/relationships/slide" Target="slides/slide33.xml"/><Relationship Id="rId44" Type="http://schemas.openxmlformats.org/officeDocument/2006/relationships/slide" Target="slides/slide32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4:40.929" v="0"/>
      <pc:docMkLst>
        <pc:docMk/>
      </pc:docMkLst>
      <pc:sldChg chg="add">
        <pc:chgData name="Carlos Esponda Rosales" userId="08a2b2cc-6d12-4dea-90fe-c484bece8186" providerId="ADAL" clId="{6846A1DD-3EC1-5A12-B3C5-9C410579EE4F}" dt="2026-05-08T17:34:40.929" v="0"/>
        <pc:sldMkLst>
          <pc:docMk/>
          <pc:sldMk cId="1993487481" sldId="302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addSld delSld modSld sldOrd">
      <pc:chgData name="Edgar Rosales Ortega" userId="d1d54fc2-1570-4978-babc-e22e1526833f" providerId="ADAL" clId="{66BE7C30-C669-4152-AC74-10076FC0590C}" dt="2026-05-07T18:57:38.121" v="65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0:26:06.836" v="54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0:26:06.836" v="54" actId="1076"/>
          <ac:spMkLst>
            <pc:docMk/>
            <pc:sldMk cId="0" sldId="260"/>
            <ac:spMk id="9" creationId="{CB94C34A-F5BD-16FB-C523-148B92639C40}"/>
          </ac:spMkLst>
        </pc:spChg>
        <pc:graphicFrameChg chg="add mod">
          <ac:chgData name="Edgar Rosales Ortega" userId="d1d54fc2-1570-4978-babc-e22e1526833f" providerId="ADAL" clId="{66BE7C30-C669-4152-AC74-10076FC0590C}" dt="2026-04-30T20:26:06.836" v="54" actId="1076"/>
          <ac:graphicFrameMkLst>
            <pc:docMk/>
            <pc:sldMk cId="0" sldId="260"/>
            <ac:graphicFrameMk id="6" creationId="{A75A6BA6-1AD0-365F-2E99-8B28F7AD55A2}"/>
          </ac:graphicFrameMkLst>
        </pc:graphicFrameChg>
        <pc:picChg chg="add mod">
          <ac:chgData name="Edgar Rosales Ortega" userId="d1d54fc2-1570-4978-babc-e22e1526833f" providerId="ADAL" clId="{66BE7C30-C669-4152-AC74-10076FC0590C}" dt="2026-04-30T20:26:06.836" v="54" actId="1076"/>
          <ac:picMkLst>
            <pc:docMk/>
            <pc:sldMk cId="0" sldId="260"/>
            <ac:picMk id="7" creationId="{0139AD3E-A2BB-9121-2D42-4DFFA5094F39}"/>
          </ac:picMkLst>
        </pc:picChg>
        <pc:picChg chg="add mod">
          <ac:chgData name="Edgar Rosales Ortega" userId="d1d54fc2-1570-4978-babc-e22e1526833f" providerId="ADAL" clId="{66BE7C30-C669-4152-AC74-10076FC0590C}" dt="2026-04-30T20:26:06.836" v="54" actId="1076"/>
          <ac:picMkLst>
            <pc:docMk/>
            <pc:sldMk cId="0" sldId="260"/>
            <ac:picMk id="8" creationId="{F5459F8C-33AB-C255-41B5-46AB1DCCE2F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7:58.981" v="57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5" creationId="{7FED1FA9-9994-C9D0-2D59-7B4D917DD763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6" creationId="{F912C5BF-A9C5-5854-6D68-6A9C774E95BF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7" creationId="{826EE74C-DA7B-CA1E-E3AF-AF3E379F8995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8" creationId="{B1F9638B-0B46-EDF9-B352-368BF047C5AC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9" creationId="{6984241B-8545-12FE-1097-F68FE0454B73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0" creationId="{7B572646-6117-7054-AE5A-6F149BDFB53C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1" creationId="{4D26C603-448C-75DB-A044-687A1EDBA8BE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2" creationId="{74384714-3CEB-E179-CF78-7E2056F92675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3" creationId="{A7323E39-F503-1EEF-8CD7-247E3FD64DCE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6" creationId="{99D6BA84-5E45-2329-0F62-43E147876FDB}"/>
          </ac:spMkLst>
        </pc:spChg>
      </pc:sldChg>
      <pc:sldChg chg="delSp mod">
        <pc:chgData name="Edgar Rosales Ortega" userId="d1d54fc2-1570-4978-babc-e22e1526833f" providerId="ADAL" clId="{66BE7C30-C669-4152-AC74-10076FC0590C}" dt="2026-05-07T18:57:01.466" v="58" actId="478"/>
        <pc:sldMkLst>
          <pc:docMk/>
          <pc:sldMk cId="0" sldId="262"/>
        </pc:sldMkLst>
      </pc:sldChg>
      <pc:sldChg chg="modSp mod ord">
        <pc:chgData name="Edgar Rosales Ortega" userId="d1d54fc2-1570-4978-babc-e22e1526833f" providerId="ADAL" clId="{66BE7C30-C669-4152-AC74-10076FC0590C}" dt="2026-04-30T15:49:21.173" v="39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1:53.227" v="28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8:57:12.376" v="6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8:57:12.376" v="6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01:37:54.289" v="55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6:40.288" v="40" actId="1076"/>
          <ac:spMkLst>
            <pc:docMk/>
            <pc:sldMk cId="0" sldId="279"/>
            <ac:spMk id="2" creationId="{07C2BE47-A0E6-098F-27E6-583F78F76A0C}"/>
          </ac:spMkLst>
        </pc:spChg>
        <pc:spChg chg="mod">
          <ac:chgData name="Edgar Rosales Ortega" userId="d1d54fc2-1570-4978-babc-e22e1526833f" providerId="ADAL" clId="{66BE7C30-C669-4152-AC74-10076FC0590C}" dt="2026-05-05T01:37:54.289" v="55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9:18.561" v="37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1:57.457" v="29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6:39:18.922" v="56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8:57:38.121" v="65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8:57:38.121" v="65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9:11.854" v="35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2:02.349" v="30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8:57:23.713" v="62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8:57:23.713" v="62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29:51.023" v="6"/>
        <pc:sldMkLst>
          <pc:docMk/>
          <pc:sldMk cId="2281299220" sldId="298"/>
        </pc:sldMkLst>
      </pc:sldChg>
      <pc:sldChg chg="addSp delSp modSp add mod">
        <pc:chgData name="Edgar Rosales Ortega" userId="d1d54fc2-1570-4978-babc-e22e1526833f" providerId="ADAL" clId="{66BE7C30-C669-4152-AC74-10076FC0590C}" dt="2026-05-07T18:57:05.444" v="59" actId="478"/>
        <pc:sldMkLst>
          <pc:docMk/>
          <pc:sldMk cId="3847437424" sldId="301"/>
        </pc:sldMkLst>
        <pc:spChg chg="add mod">
          <ac:chgData name="Edgar Rosales Ortega" userId="d1d54fc2-1570-4978-babc-e22e1526833f" providerId="ADAL" clId="{66BE7C30-C669-4152-AC74-10076FC0590C}" dt="2026-04-30T17:53:41.104" v="48"/>
          <ac:spMkLst>
            <pc:docMk/>
            <pc:sldMk cId="3847437424" sldId="301"/>
            <ac:spMk id="6" creationId="{74D86D49-ABF8-EBE9-7E8B-DBEDCC31AEF0}"/>
          </ac:spMkLst>
        </pc:spChg>
        <pc:graphicFrameChg chg="add mod">
          <ac:chgData name="Edgar Rosales Ortega" userId="d1d54fc2-1570-4978-babc-e22e1526833f" providerId="ADAL" clId="{66BE7C30-C669-4152-AC74-10076FC0590C}" dt="2026-04-30T17:53:41.104" v="48"/>
          <ac:graphicFrameMkLst>
            <pc:docMk/>
            <pc:sldMk cId="3847437424" sldId="301"/>
            <ac:graphicFrameMk id="7" creationId="{052558E1-5A4D-8CA1-01BE-9E53CE5F9B9B}"/>
          </ac:graphicFrameMkLst>
        </pc:graphicFrameChg>
      </pc:sldChg>
    </pc:docChg>
  </pc:docChgLst>
  <pc:docChgLst>
    <pc:chgData name="Gerardo Jahir Lara Garcia" userId="S::gerardo.larag@imss.gob.mx::84d5cd65-4601-4e92-b448-a9da4809e012" providerId="AD" clId="Web-{7CBE2D00-6E21-7FD0-3AD6-3D2E59EC2DB2}"/>
    <pc:docChg chg="modSld">
      <pc:chgData name="Gerardo Jahir Lara Garcia" userId="S::gerardo.larag@imss.gob.mx::84d5cd65-4601-4e92-b448-a9da4809e012" providerId="AD" clId="Web-{7CBE2D00-6E21-7FD0-3AD6-3D2E59EC2DB2}" dt="2026-05-12T22:48:41.049" v="5" actId="1076"/>
      <pc:docMkLst>
        <pc:docMk/>
      </pc:docMkLst>
      <pc:sldChg chg="addSp modSp">
        <pc:chgData name="Gerardo Jahir Lara Garcia" userId="S::gerardo.larag@imss.gob.mx::84d5cd65-4601-4e92-b448-a9da4809e012" providerId="AD" clId="Web-{7CBE2D00-6E21-7FD0-3AD6-3D2E59EC2DB2}" dt="2026-05-12T22:48:41.049" v="5" actId="1076"/>
        <pc:sldMkLst>
          <pc:docMk/>
          <pc:sldMk cId="364733940" sldId="284"/>
        </pc:sldMkLst>
        <pc:picChg chg="add mod">
          <ac:chgData name="Gerardo Jahir Lara Garcia" userId="S::gerardo.larag@imss.gob.mx::84d5cd65-4601-4e92-b448-a9da4809e012" providerId="AD" clId="Web-{7CBE2D00-6E21-7FD0-3AD6-3D2E59EC2DB2}" dt="2026-05-12T22:48:41.049" v="5" actId="1076"/>
          <ac:picMkLst>
            <pc:docMk/>
            <pc:sldMk cId="364733940" sldId="284"/>
            <ac:picMk id="3" creationId="{078CF335-FFDD-4318-E8C6-16DF76321D37}"/>
          </ac:picMkLst>
        </pc:picChg>
      </pc:sldChg>
      <pc:sldChg chg="addSp modSp">
        <pc:chgData name="Gerardo Jahir Lara Garcia" userId="S::gerardo.larag@imss.gob.mx::84d5cd65-4601-4e92-b448-a9da4809e012" providerId="AD" clId="Web-{7CBE2D00-6E21-7FD0-3AD6-3D2E59EC2DB2}" dt="2026-05-12T22:48:14.924" v="2" actId="1076"/>
        <pc:sldMkLst>
          <pc:docMk/>
          <pc:sldMk cId="3240565764" sldId="297"/>
        </pc:sldMkLst>
        <pc:picChg chg="add mod">
          <ac:chgData name="Gerardo Jahir Lara Garcia" userId="S::gerardo.larag@imss.gob.mx::84d5cd65-4601-4e92-b448-a9da4809e012" providerId="AD" clId="Web-{7CBE2D00-6E21-7FD0-3AD6-3D2E59EC2DB2}" dt="2026-05-12T22:48:14.924" v="2" actId="1076"/>
          <ac:picMkLst>
            <pc:docMk/>
            <pc:sldMk cId="3240565764" sldId="297"/>
            <ac:picMk id="3" creationId="{A449E935-506B-5438-7138-805AB9A8192A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5401473.0</c:v>
                </c:pt>
                <c:pt idx="1">
                  <c:v>522707.0</c:v>
                </c:pt>
                <c:pt idx="2">
                  <c:v>3030852.0</c:v>
                </c:pt>
                <c:pt idx="3">
                  <c:v>26995.0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29.95218049905984</c:v>
                </c:pt>
                <c:pt idx="1">
                  <c:v>70.04781950094016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9.0405413947</c:v>
                </c:pt>
                <c:pt idx="1">
                  <c:v>90.9594586053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33.28</c:v>
                </c:pt>
                <c:pt idx="1">
                  <c:v>66.72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30.42</c:v>
                </c:pt>
                <c:pt idx="1">
                  <c:v>69.58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466</c:v>
                </c:pt>
                <c:pt idx="1">
                  <c:v>799</c:v>
                </c:pt>
                <c:pt idx="2">
                  <c:v>785</c:v>
                </c:pt>
                <c:pt idx="3">
                  <c:v>859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3174</c:v>
                </c:pt>
                <c:pt idx="1">
                  <c:v>152077</c:v>
                </c:pt>
                <c:pt idx="2">
                  <c:v>121334</c:v>
                </c:pt>
                <c:pt idx="3">
                  <c:v>114954</c:v>
                </c:pt>
                <c:pt idx="4">
                  <c:v>397245</c:v>
                </c:pt>
                <c:pt idx="5">
                  <c:v>525959</c:v>
                </c:pt>
                <c:pt idx="6">
                  <c:v>294246</c:v>
                </c:pt>
                <c:pt idx="7">
                  <c:v>10561</c:v>
                </c:pt>
                <c:pt idx="8">
                  <c:v>431393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3066</c:v>
                </c:pt>
                <c:pt idx="1">
                  <c:v>148376</c:v>
                </c:pt>
                <c:pt idx="2">
                  <c:v>121145</c:v>
                </c:pt>
                <c:pt idx="3">
                  <c:v>115397</c:v>
                </c:pt>
                <c:pt idx="4">
                  <c:v>400994</c:v>
                </c:pt>
                <c:pt idx="5">
                  <c:v>531560</c:v>
                </c:pt>
                <c:pt idx="6">
                  <c:v>299939</c:v>
                </c:pt>
                <c:pt idx="7">
                  <c:v>10781</c:v>
                </c:pt>
                <c:pt idx="8">
                  <c:v>441538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1749012</c:v>
                </c:pt>
                <c:pt idx="1">
                  <c:v>1798713</c:v>
                </c:pt>
                <c:pt idx="2">
                  <c:v>1793795</c:v>
                </c:pt>
                <c:pt idx="3">
                  <c:v>1810884</c:v>
                </c:pt>
                <c:pt idx="4">
                  <c:v>1884715</c:v>
                </c:pt>
                <c:pt idx="5">
                  <c:v>1973202</c:v>
                </c:pt>
                <c:pt idx="6">
                  <c:v>2023394</c:v>
                </c:pt>
                <c:pt idx="7">
                  <c:v>2050943</c:v>
                </c:pt>
                <c:pt idx="8">
                  <c:v>2072796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5304E320-2DA4-C979-86BB-B30F5496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>
            <a:extLst>
              <a:ext uri="{FF2B5EF4-FFF2-40B4-BE49-F238E27FC236}">
                <a16:creationId xmlns:a16="http://schemas.microsoft.com/office/drawing/2014/main" id="{E3281A3A-5196-931A-9DFE-5FF0E5F96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>
            <a:extLst>
              <a:ext uri="{FF2B5EF4-FFF2-40B4-BE49-F238E27FC236}">
                <a16:creationId xmlns:a16="http://schemas.microsoft.com/office/drawing/2014/main" id="{1D71C3E6-42AB-8CFB-B8AE-D36B4D1F5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>
            <a:extLst>
              <a:ext uri="{FF2B5EF4-FFF2-40B4-BE49-F238E27FC236}">
                <a16:creationId xmlns:a16="http://schemas.microsoft.com/office/drawing/2014/main" id="{D9FB8651-2756-E62E-9D93-1836CB54A5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2441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Jalisco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_Jal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60%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5,401,473</a:t>
            </a:r>
            <a:br/>
            <a:r>
              <a:t>60%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522,707</a:t>
            </a:r>
            <a:br/>
            <a:r>
              <a:t>6%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3,030,852</a:t>
            </a:r>
            <a:br/>
            <a:r>
              <a:t>34%</a:t>
            </a:r>
          </a:p>
        </p:txBody>
      </p:sp>
      <p:pic>
        <p:nvPicPr>
          <p:cNvPr id="125" name="Picture 124" descr="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404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26,995</a:t>
            </a:r>
            <a:br/>
            <a:r>
              <a:t>0.30%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8,982,027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4,758,012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5,432,372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2,558,127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3,208,199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1,761,000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2,072,796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327,058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476,719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415,790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627,462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368,682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577,535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2,199,885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2,224,173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738,686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798,569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1,112,462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963,872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461,732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4,568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4,692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23,479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33,201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1042193973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4_j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606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2,551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1,042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889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402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3,493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1,811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94 UMF, 12 UMFH, 1 UMF-UMAA y no incluye 59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156;g3d7b9a303e3_0_33">
            <a:extLst>
              <a:ext uri="{FF2B5EF4-FFF2-40B4-BE49-F238E27FC236}">
                <a16:creationId xmlns:a16="http://schemas.microsoft.com/office/drawing/2014/main" id="{A75A6BA6-1AD0-365F-2E99-8B28F7AD5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8015904"/>
              </p:ext>
            </p:extLst>
          </p:nvPr>
        </p:nvGraphicFramePr>
        <p:xfrm>
          <a:off x="286850" y="1190046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Ayala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157;g3d7b9a303e3_0_33">
            <a:extLst>
              <a:ext uri="{FF2B5EF4-FFF2-40B4-BE49-F238E27FC236}">
                <a16:creationId xmlns:a16="http://schemas.microsoft.com/office/drawing/2014/main" id="{0139AD3E-A2BB-9121-2D42-4DFFA5094F3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8" y="3812481"/>
            <a:ext cx="28003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8;g3d7b9a303e3_0_33">
            <a:extLst>
              <a:ext uri="{FF2B5EF4-FFF2-40B4-BE49-F238E27FC236}">
                <a16:creationId xmlns:a16="http://schemas.microsoft.com/office/drawing/2014/main" id="{F5459F8C-33AB-C255-41B5-46AB1DCCE2F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850" y="1945299"/>
            <a:ext cx="3029070" cy="18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B94C34A-F5BD-16FB-C523-148B92639C40}"/>
              </a:ext>
            </a:extLst>
          </p:cNvPr>
          <p:cNvSpPr txBox="1"/>
          <p:nvPr/>
        </p:nvSpPr>
        <p:spPr>
          <a:xfrm>
            <a:off x="3417406" y="2104969"/>
            <a:ext cx="4179377" cy="322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el 1 de julio de 1946 en Guadalajara con tres locales rentados, uno en el Centro Histórico.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1958 se inauguró la primera clínica de Zona No. 1, ahora UMF en Agua Azul.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fue el Hospital Ayala, adquirido en 1958 y posteriormente renombrado como Hospital Regional de Occidente, antecedente del Hospital General Regional No. 45 y del Centro Médico Nacional de Occidente.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Contaba con aproximada de 60 camas, y ofrecía servicios de hospitalización general, urgencias, medicina interna, cirugía general básica, gineco‑obstetricia, laboratorio y farmacia, para la atención de alta especialidad contó con el apoyo del entonces Centro Médico Nacional de la Ciudad de México.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jal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0A867F28-C662-2B28-0045-0BAE488E1282}"/>
              </a:ext>
            </a:extLst>
          </p:cNvPr>
          <p:cNvGrpSpPr/>
          <p:nvPr/>
        </p:nvGrpSpPr>
        <p:grpSpPr>
          <a:xfrm>
            <a:off x="59675" y="3983888"/>
            <a:ext cx="7788378" cy="5040519"/>
            <a:chOff x="59675" y="3983888"/>
            <a:chExt cx="7788378" cy="5040519"/>
          </a:xfrm>
        </p:grpSpPr>
        <p:pic>
          <p:nvPicPr>
            <p:cNvPr id="14" name="Google Shape;186;g3d62d805bc0_1_198" title="HGZ 86 URUAPAN.jpg">
              <a:extLst>
                <a:ext uri="{FF2B5EF4-FFF2-40B4-BE49-F238E27FC236}">
                  <a16:creationId xmlns:a16="http://schemas.microsoft.com/office/drawing/2014/main" id="{631D7C35-81BF-2887-3E9E-ED7AA127099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5276651" y="4731027"/>
              <a:ext cx="2225749" cy="142059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5" name="Google Shape;188;g3d62d805bc0_1_198">
              <a:extLst>
                <a:ext uri="{FF2B5EF4-FFF2-40B4-BE49-F238E27FC236}">
                  <a16:creationId xmlns:a16="http://schemas.microsoft.com/office/drawing/2014/main" id="{7FED1FA9-9994-C9D0-2D59-7B4D917DD763}"/>
                </a:ext>
              </a:extLst>
            </p:cNvPr>
            <p:cNvSpPr/>
            <p:nvPr/>
          </p:nvSpPr>
          <p:spPr>
            <a:xfrm>
              <a:off x="5707253" y="6189053"/>
              <a:ext cx="1795147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sz="1100" dirty="0">
                <a:solidFill>
                  <a:srgbClr val="FFFFFF"/>
                </a:solidFill>
              </a:endParaRPr>
            </a:p>
          </p:txBody>
        </p:sp>
        <p:sp>
          <p:nvSpPr>
            <p:cNvPr id="16" name="Google Shape;189;g3d62d805bc0_1_198">
              <a:extLst>
                <a:ext uri="{FF2B5EF4-FFF2-40B4-BE49-F238E27FC236}">
                  <a16:creationId xmlns:a16="http://schemas.microsoft.com/office/drawing/2014/main" id="{F912C5BF-A9C5-5854-6D68-6A9C774E95BF}"/>
                </a:ext>
              </a:extLst>
            </p:cNvPr>
            <p:cNvSpPr txBox="1"/>
            <p:nvPr/>
          </p:nvSpPr>
          <p:spPr>
            <a:xfrm>
              <a:off x="5246753" y="6569919"/>
              <a:ext cx="2601300" cy="245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 UMF</a:t>
              </a:r>
              <a:endParaRPr sz="1050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05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UMF 78 Guadalajara,UMF 34 Guadalajara, UMF 88 Guadalajara, UMF 49 Guadalajara, UMF 178 Guadalupe, UMF 3 Guadalajara, UMF 48 Guadalajara, UMF 1 Guadalajara, HGR 45 Guadalajara </a:t>
              </a:r>
              <a:endParaRPr sz="1050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 Hospitales</a:t>
              </a:r>
              <a:endParaRPr sz="1050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05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HGZ-UMAA 7 Lagos de Moreno, HGZMF 20 Autlan Navarro, HES CMN Occidente, HGR 110 Oblatos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$39.3 mdp</a:t>
              </a:r>
              <a:endParaRPr b="1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" name="Google Shape;190;g3d62d805bc0_1_198">
              <a:extLst>
                <a:ext uri="{FF2B5EF4-FFF2-40B4-BE49-F238E27FC236}">
                  <a16:creationId xmlns:a16="http://schemas.microsoft.com/office/drawing/2014/main" id="{826EE74C-DA7B-CA1E-E3AF-AF3E379F8995}"/>
                </a:ext>
              </a:extLst>
            </p:cNvPr>
            <p:cNvSpPr/>
            <p:nvPr/>
          </p:nvSpPr>
          <p:spPr>
            <a:xfrm>
              <a:off x="5246753" y="6193984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13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8" name="Google Shape;191;g3d62d805bc0_1_198">
              <a:extLst>
                <a:ext uri="{FF2B5EF4-FFF2-40B4-BE49-F238E27FC236}">
                  <a16:creationId xmlns:a16="http://schemas.microsoft.com/office/drawing/2014/main" id="{B1F9638B-0B46-EDF9-B352-368BF047C5AC}"/>
                </a:ext>
              </a:extLst>
            </p:cNvPr>
            <p:cNvSpPr/>
            <p:nvPr/>
          </p:nvSpPr>
          <p:spPr>
            <a:xfrm>
              <a:off x="149075" y="6228249"/>
              <a:ext cx="426886" cy="3434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9" name="Google Shape;192;g3d62d805bc0_1_198">
              <a:extLst>
                <a:ext uri="{FF2B5EF4-FFF2-40B4-BE49-F238E27FC236}">
                  <a16:creationId xmlns:a16="http://schemas.microsoft.com/office/drawing/2014/main" id="{6984241B-8545-12FE-1097-F68FE0454B73}"/>
                </a:ext>
              </a:extLst>
            </p:cNvPr>
            <p:cNvSpPr/>
            <p:nvPr/>
          </p:nvSpPr>
          <p:spPr>
            <a:xfrm>
              <a:off x="607282" y="6228249"/>
              <a:ext cx="1889701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" name="Google Shape;193;g3d62d805bc0_1_198">
              <a:extLst>
                <a:ext uri="{FF2B5EF4-FFF2-40B4-BE49-F238E27FC236}">
                  <a16:creationId xmlns:a16="http://schemas.microsoft.com/office/drawing/2014/main" id="{7B572646-6117-7054-AE5A-6F149BDFB53C}"/>
                </a:ext>
              </a:extLst>
            </p:cNvPr>
            <p:cNvSpPr txBox="1"/>
            <p:nvPr/>
          </p:nvSpPr>
          <p:spPr>
            <a:xfrm>
              <a:off x="94800" y="6569919"/>
              <a:ext cx="2323200" cy="662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180 Tlajomulco</a:t>
              </a: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$38.2 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21" name="Google Shape;194;g3d62d805bc0_1_198">
              <a:extLst>
                <a:ext uri="{FF2B5EF4-FFF2-40B4-BE49-F238E27FC236}">
                  <a16:creationId xmlns:a16="http://schemas.microsoft.com/office/drawing/2014/main" id="{4D26C603-448C-75DB-A044-687A1EDBA8BE}"/>
                </a:ext>
              </a:extLst>
            </p:cNvPr>
            <p:cNvSpPr/>
            <p:nvPr/>
          </p:nvSpPr>
          <p:spPr>
            <a:xfrm>
              <a:off x="3165414" y="6158699"/>
              <a:ext cx="1795147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95;g3d62d805bc0_1_198">
              <a:extLst>
                <a:ext uri="{FF2B5EF4-FFF2-40B4-BE49-F238E27FC236}">
                  <a16:creationId xmlns:a16="http://schemas.microsoft.com/office/drawing/2014/main" id="{74384714-3CEB-E179-CF78-7E2056F92675}"/>
                </a:ext>
              </a:extLst>
            </p:cNvPr>
            <p:cNvSpPr/>
            <p:nvPr/>
          </p:nvSpPr>
          <p:spPr>
            <a:xfrm>
              <a:off x="2656367" y="6158699"/>
              <a:ext cx="476666" cy="3434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3" name="Google Shape;196;g3d62d805bc0_1_198">
              <a:extLst>
                <a:ext uri="{FF2B5EF4-FFF2-40B4-BE49-F238E27FC236}">
                  <a16:creationId xmlns:a16="http://schemas.microsoft.com/office/drawing/2014/main" id="{A7323E39-F503-1EEF-8CD7-247E3FD64DCE}"/>
                </a:ext>
              </a:extLst>
            </p:cNvPr>
            <p:cNvSpPr txBox="1"/>
            <p:nvPr/>
          </p:nvSpPr>
          <p:spPr>
            <a:xfrm>
              <a:off x="2633153" y="6544373"/>
              <a:ext cx="2613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Occidente (2)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4" name="Google Shape;197;g3d62d805bc0_1_198">
              <a:extLst>
                <a:ext uri="{FF2B5EF4-FFF2-40B4-BE49-F238E27FC236}">
                  <a16:creationId xmlns:a16="http://schemas.microsoft.com/office/drawing/2014/main" id="{1A34E238-1EDE-14BE-C980-AA5E0A4E1C0B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86932" y="4738105"/>
              <a:ext cx="2239471" cy="14205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98;g3d62d805bc0_1_198">
              <a:extLst>
                <a:ext uri="{FF2B5EF4-FFF2-40B4-BE49-F238E27FC236}">
                  <a16:creationId xmlns:a16="http://schemas.microsoft.com/office/drawing/2014/main" id="{4472105F-D51D-A123-BD7B-5F81EDDEE46B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6808" y="4773396"/>
              <a:ext cx="2291192" cy="1420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69;g3d62d805bc0_1_167">
              <a:extLst>
                <a:ext uri="{FF2B5EF4-FFF2-40B4-BE49-F238E27FC236}">
                  <a16:creationId xmlns:a16="http://schemas.microsoft.com/office/drawing/2014/main" id="{99D6BA84-5E45-2329-0F62-43E147876FDB}"/>
                </a:ext>
              </a:extLst>
            </p:cNvPr>
            <p:cNvSpPr txBox="1"/>
            <p:nvPr/>
          </p:nvSpPr>
          <p:spPr>
            <a:xfrm>
              <a:off x="59675" y="3983888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8540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E852578-4BF0-70E0-A72E-010701678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F297F37-CC3A-A783-53CA-4D1F7F00753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88AB7FD-7756-64D3-57E1-2E5DF0910CA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14A1A6D-DCDB-0493-E46E-F93BB5BBC1A9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4E5F87D-1396-1993-2353-840514BCD5C1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4C9F3D-582F-6ED1-D49D-AF69B42F8F2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F074432-C30C-A92B-8D83-E006CFACECF2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+37,559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+519,102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+448,746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7,838,839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519,102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2,644,687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8,152,360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2,491,449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448,746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848,230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2,548,795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150,205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37,559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53,668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176,435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Experiencia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Atemajac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83,264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26,654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201,911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Amatitan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97 Magdalena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16 Tecalitlán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Pihuamo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S. Marcos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Ameca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54,489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17,190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10 Tequila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37,117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-2,982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12,943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19 Tuxpan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18 Zapotiltic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29,577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17 Atentique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Arandas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12,994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22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23 La Barca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42,910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Bella Vista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Estipac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La Sauceda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40 Chapala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Atotonilquillo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La Garita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Vista 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Ahualulco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Ing. Melchor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70 Careyes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S. Juan Lagos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16,129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346,338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112,153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62 Sayula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Ixtlahuacan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106 San Martín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Tomatlán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83 La Huerta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87 Teocaltiche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80 Cihuatlán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Jocotepec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28,771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77F216B2-12DD-F44A-DBFC-5525A6C0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4D86D49-ABF8-EBE9-7E8B-DBEDCC31AEF0}"/>
              </a:ext>
            </a:extLst>
          </p:cNvPr>
          <p:cNvSpPr txBox="1"/>
          <p:nvPr/>
        </p:nvSpPr>
        <p:spPr>
          <a:xfrm>
            <a:off x="4210699" y="594469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4 consultorios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52558E1-5A4D-8CA1-01BE-9E53CE5F9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955069"/>
              </p:ext>
            </p:extLst>
          </p:nvPr>
        </p:nvGraphicFramePr>
        <p:xfrm>
          <a:off x="4814495" y="716011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UMFH 22 Atotonilco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41 San Juan de los Lagos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55 Guadalajara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21 Unidades Médicas de tiempo completo (99 consultorios)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(451,958 consultas)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51200" y="1695600"/>
          <a:ext cx="7473599" cy="34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5 El Salto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43,759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168 Tepatitlán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50,542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348,211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116,886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433,879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-2,391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451,008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Tlaquepaque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270,619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94,545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52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138,951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48,686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Tlajomulco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106,222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35,701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92 Miravalle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276,797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96,525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48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427,884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148,277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438,480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51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263,057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83,742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263,088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93 Tonalá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287,314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94,945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303,072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125,511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43,811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53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373,961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123,241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296,204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100,983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171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318,350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26,275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110,186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170 Del 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262,152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33,380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88,816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177 Lagos de Moreno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174,386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60,186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179 Las Parotas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149,550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52,502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181 Los Sabinos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85,343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29,173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182 Tesistán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44,770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184 Cerro de la Reina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136,429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13,599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47,297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4,867,809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307,306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1,655,646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4,911,320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  <p:extLst>
      <p:ext uri="{BB962C8B-B14F-4D97-AF65-F5344CB8AC3E}">
        <p14:creationId xmlns:p14="http://schemas.microsoft.com/office/powerpoint/2010/main" val="3847437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64900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5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146,244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230,791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46,379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76,391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229,950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176,192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58,493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247,262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38,945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79,397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48,642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18,833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78,945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46,713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38,234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66,185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22,722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86,870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43,435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2,352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1,894,047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350,182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630,502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1,891,795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0845762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51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109,497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21,963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37,395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123,209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99 en Hospitales, 15 en sede, 55 en UMF y 531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7239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7239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6875997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6875997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299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Pediatría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180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514F2F7-4DFC-C0EA-BD69-FFDD60E3FD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3325151"/>
              </p:ext>
            </p:extLst>
          </p:nvPr>
        </p:nvGraphicFramePr>
        <p:xfrm>
          <a:off x="287050" y="91168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14,311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3,783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38,952	 Personal de Salud: 26,550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+65.4%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4,563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6,030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9,308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10,410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5,607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6,102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+53.5%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2,550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-13.7%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942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32,711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1,387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467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574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10,991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4,533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49,622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(463,331)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(55,490)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(6,081)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(11,988)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(447,157)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(51,042)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(4,657)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(7,514)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(583)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(124,731)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(37,812)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(3,423)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(5,172)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(80,550)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(30,509)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(2,816)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(4,601)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(315)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(66,981)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(29,209)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(2,290)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(3,274)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498,760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5,768,566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351,163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5,070,171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5A06-DBD8-14A7-978C-5DC025A5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1,862,821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1,128,190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703,054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639,808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609,124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590,583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552,138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Metoprolol, tableta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435,223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430,118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405,241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487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magen que contiene camino, firmar, foto, parada&#10;&#10;El contenido generado por IA puede ser incorrecto.">
            <a:extLst>
              <a:ext uri="{FF2B5EF4-FFF2-40B4-BE49-F238E27FC236}">
                <a16:creationId xmlns:a16="http://schemas.microsoft.com/office/drawing/2014/main" id="{A449E935-506B-5438-7138-805AB9A81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" y="1657175"/>
            <a:ext cx="1409730" cy="57336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0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Sala de Hemodinamia Hospital General Regional No. 46 Guadalajara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$46.8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nueva UMF 20+10 con AMC Tlajomulco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de áreas de gobierno UCIA y hospitalización en HGZ No. 14, Guadalajara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y remodelación de UMF No. 5, El Salto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pre-inversión del HGR 260 camas, Zapopan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y remodelación de Urgencias en HGZ No. 6, Ocotlán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$68.5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5004000"/>
          <a:ext cx="5295600" cy="5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$1,634.4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HGZ No. 89 Guadalajara y HGR No. 110 Oblatos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$259.9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6 unidades (H. de Especialidades Oblatos CMN,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Gineco-Obst. Oblatos CMN; HGR No.110, HGR No.45, HGZ No. 89, en Guadalajara; HGZ No.42 Puerto Vallarta)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$104.4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19 unidades, Jalisco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3 subdelegaciones Juárez, Tepatitlán e Hidalgo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34 unidades, Jalisco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$28.6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7 unidades (H. de Especialidades Oblatos CMN,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de Pediatría Oblatos CMN,HGR No.110, HGR No.45, HGZ No. 89 en Guadalajara; HGZ No. 42 Puerto Vallarta, HGZ No.7 Lagos de Moreno)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del área de hemodiálisis en HGR No. 180 Tlajomulco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5 unidades (H. de Especialidades Oblatos CMN, HGR No.110, HGR No.45, HGR No.46, HGZ No.14, en Guadalajara)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$2,194.0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1112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63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29  piezas de equipo médico: 3 refrigeradores para vacunas, 10 refrigeradores congeladores de 5.4 pies cúbicos, 1 resonancia magnética de 1.5 teslas, 4 mastógrafos digitales con estereotaxia y tomosíntesis, 9 mastógrafos digitales, 2 unidades para tomografía axial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256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2,461.7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078CF335-FFDD-4318-E8C6-16DF76321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" y="1605245"/>
            <a:ext cx="1503574" cy="3541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4031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UMF 181 Ixtlahuacán de los Membrillos (10 CMF + 5 Enfermería + Urgencias + 4 Especialidades (5 actuales + 5 nuevos)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20+10 con AMC, Tlajomulco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$353.7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Ampliación, Construcción Torre de descanso para Médicos Residentes en la UMAE Hospital Especialidades del CMNO, Guadalajara, Jalisco.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$829.0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3779992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$431.8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446399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Instalación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Programa para la Adquisición de Equipo CeSiECQ Jalisco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539998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58 Equipos electromecánicos para 23 unidades; 37 equipos para aire acondicionado, 14 equipos para casa de máquinas, 4 lavadoras y 3 secadoras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1,684.0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3023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35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Zapopan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$3,953.4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Nueva UMF Plus 3 20+8 CMF en Zapotlán el Grande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$901.0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UMF No. 41  para una UMF Plus 3 de 10 CMF en San Juan de los Lagos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$855.3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de UMF No. 5, El Salto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$302.7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Construcción de una nueva sustitución de la UMF No. 40 de 3 a 6 CMF +3 EEMF + AMC, Chapala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$232.4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de áreas de gobierno UCIA y hospitalización en HGZ No. 14, Guadalajara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$224.7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de Urgencias en HGZ No. 6,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$6,519.1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478798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547198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615598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6,519.1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Unión de San Antonio, Tonalá, Tomatlán, Tlajomulco de Zúñiga, San Ignacio Cerro Gordo, Lagos de Moreno, Guadalajara, Cocula, Autlán de Navarro, Atotonilco el Alto, Ameca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Ayutla, Sayula, Jalostoltitlán, Arandas, Encarnación de Díaz, Ixtlahuacán de los Membrillos, Lagos de Moreno (3), Ocotlán (2), San Pedro Tlaquepaque, Tala, Tequila, Puerto Vallarta (2), Tlajomulco de Zúñiga, Tuxpan, Zapopan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76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21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CECI Ameca 110 niños, Cerro Gordo  110 niños, Atotonilco 110 niños, Tomatlán  110 niños, fallo 15 de mayo 2026. Para entregar a SICT: 11 en Autlán de Navarro, Cocula, Guadalajara, Lagos de Moreno, Tlajomulco de Zúñiga, Tonalá, Unión San Antonio, Atotonilco el Alto, Ameca, San Ignacio Cerro Gordo y Tomatlán. En validación o en integración de expediente para donación: 20 en municipios como Tomatlán, San Ignacio Cerro Gordo, Atotonilco El Alto, Ameca, Jalostotitlán, Encarnación de Díaz, Ocotlán, Tala, Tequila, Puerto Vallarta, Zapopan y Tala.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90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14,446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2,846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Laboratorio de STyA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CMN Occidente, Guadalajara, Jal.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Zapopan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Guadalajara, Ocotlán, Lagos de Moreno, Ciudad Guzmán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"Ignacio López Tarzo", Guadalajara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25 Ciudad Guzmán, No.75  Guadalajara - Campesino y No. 23 Guadalajara - Centro Médico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4_j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949503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90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Jalisco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56,014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56,048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Mex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38,986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38,952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de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26,255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Laboratorios Pisa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12,932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-3.40%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-2.43%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-0.16%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+0.94%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+1.06%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1,734,814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2,050,943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1,759,019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60,930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217,404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35,443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2,072,796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7C2BE47-A0E6-098F-27E6-583F78F76A0C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$649.44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$347.36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$649.44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$19,483.2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Tecolotlán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Ixtlahuacan del Río Jalisco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Jalisciense de Asistencia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Roberto Ochoa Ruiz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$117.95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Jessica Fabiola Barajas Espino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$64.45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María Azucena Ramirez Rivera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$35.01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1,108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3898800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3,530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600" y="16920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692000"/>
          <a:ext cx="7473599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66 Ayotlán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Martín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76 Teocuitatlán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77 Zacoalco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86 S. Miguel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26,929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68 Bolaños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60 Colotlán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Masamitla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64 Tapalapa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81 Grullo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71 Ayutla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82 Unión de Tula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75 Tecolotlán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85 Jalostitlán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63 San Gabriel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El Arenal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74 Talpa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69 Etzatlán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14,781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94 Yahualica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95 Poncitlán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67 Tototlán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Cocula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100 Jamay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Tlaquepaque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165,873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52,414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167 H. Provincia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87,424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27,718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169 Ocotlán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59,893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91 El Fresno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69,630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96 Mascota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79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59,271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98 Teuchitlán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Zapotlanejo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40,629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128 Acatic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137 Antonio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114 Gómez Farías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159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155 Tizapan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130 Ojuelos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692000"/>
          <a:ext cx="747359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133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132 San Julián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162 Melaque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160 Capilla Gpe.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178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119,557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39,605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84 Encarnación de Díaz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165 Degollado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Buena 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65 Techaluta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183 San Ignacio Cerro Gordo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2,483,179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174,068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819,403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2,735,704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80800" y="4226400"/>
          <a:ext cx="180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80800" y="4946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0800" y="5846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799" y="4226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2,735,704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Consultas de especialidad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40,399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52,764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332,964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124,565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381,060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597,402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98,564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217,728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657,000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2,491,449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448,746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848,230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2,548,795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80800" y="3582000"/>
          <a:ext cx="180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80800" y="430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0800" y="520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799" y="358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2,548,795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Cirugías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40,708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15,596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16,273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53,226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150,205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37,559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53,668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176,435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780800" y="3225600"/>
          <a:ext cx="180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80800" y="394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0800" y="484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799" y="322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176,435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225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22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3855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38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545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7545597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Pediatría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4917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 Sede delegacional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5313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5385599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Banco de Sangre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130 Hgs/mf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132 UMF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133 Hgs/mf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0000" y="7869593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960000" y="7869593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077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077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22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22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4701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531 especialistas (sustitutos)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5097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Biología de la Reproducción Humana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531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4)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130 Hgs/mf 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133 Hgs/mf 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132 UMF 86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Banco de Sangre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7002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700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422</Words>
  <Application>Microsoft Office PowerPoint</Application>
  <PresentationFormat>Personalizado</PresentationFormat>
  <Paragraphs>94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95</cp:revision>
  <dcterms:modified xsi:type="dcterms:W3CDTF">2026-05-12T22:48:45Z</dcterms:modified>
</cp:coreProperties>
</file>