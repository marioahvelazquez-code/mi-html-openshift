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7.xml" ContentType="application/vnd.openxmlformats-officedocument.drawingml.chart+xml"/>
  <Override PartName="/ppt/notesSlides/notesSlide20.xml" ContentType="application/vnd.openxmlformats-officedocument.presentationml.notesSlide+xml"/>
  <Override PartName="/ppt/charts/chart8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303" r:id="rId3"/>
    <p:sldId id="258" r:id="rId4"/>
    <p:sldId id="259" r:id="rId5"/>
    <p:sldId id="260" r:id="rId6"/>
    <p:sldId id="261" r:id="rId7"/>
    <p:sldId id="287" r:id="rId8"/>
    <p:sldId id="262" r:id="rId9"/>
    <p:sldId id="280" r:id="rId10"/>
    <p:sldId id="283" r:id="rId11"/>
    <p:sldId id="300" r:id="rId12"/>
    <p:sldId id="301" r:id="rId13"/>
    <p:sldId id="281" r:id="rId14"/>
    <p:sldId id="288" r:id="rId15"/>
    <p:sldId id="270" r:id="rId16"/>
    <p:sldId id="271" r:id="rId17"/>
    <p:sldId id="272" r:id="rId18"/>
    <p:sldId id="299" r:id="rId19"/>
    <p:sldId id="297" r:id="rId20"/>
    <p:sldId id="284" r:id="rId21"/>
    <p:sldId id="277" r:id="rId22"/>
    <p:sldId id="278" r:id="rId23"/>
    <p:sldId id="279" r:id="rId24"/>
  </p:sldIdLst>
  <p:sldSz cx="7772400" cy="10058400"/>
  <p:notesSz cx="6858000" cy="914400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E6E1"/>
    <a:srgbClr val="BC95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51E24-A06F-4F0B-86CC-C8DA8EA9EC7A}" v="1" dt="2026-07-03T21:37:48.242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408" y="-153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ma Edith Jimenez Hernandez" userId="71858b7e-10a9-4afa-b58c-7b4a6c30cd53" providerId="ADAL" clId="{91141CC3-E5EA-4DD9-AA7B-0F0F2578B8AD}"/>
    <pc:docChg chg="undo custSel modSld">
      <pc:chgData name="Norma Edith Jimenez Hernandez" userId="71858b7e-10a9-4afa-b58c-7b4a6c30cd53" providerId="ADAL" clId="{91141CC3-E5EA-4DD9-AA7B-0F0F2578B8AD}" dt="2026-07-03T21:38:36.120" v="126" actId="20577"/>
      <pc:docMkLst>
        <pc:docMk/>
      </pc:docMkLst>
      <pc:sldChg chg="modSp mod">
        <pc:chgData name="Norma Edith Jimenez Hernandez" userId="71858b7e-10a9-4afa-b58c-7b4a6c30cd53" providerId="ADAL" clId="{91141CC3-E5EA-4DD9-AA7B-0F0F2578B8AD}" dt="2026-06-26T19:55:39.887" v="4" actId="108"/>
        <pc:sldMkLst>
          <pc:docMk/>
          <pc:sldMk cId="0" sldId="261"/>
        </pc:sldMkLst>
        <pc:graphicFrameChg chg="mod modGraphic">
          <ac:chgData name="Norma Edith Jimenez Hernandez" userId="71858b7e-10a9-4afa-b58c-7b4a6c30cd53" providerId="ADAL" clId="{91141CC3-E5EA-4DD9-AA7B-0F0F2578B8AD}" dt="2026-06-26T19:55:39.887" v="4" actId="108"/>
          <ac:graphicFrameMkLst>
            <pc:docMk/>
            <pc:sldMk cId="0" sldId="261"/>
            <ac:graphicFrameMk id="3" creationId="{855C8A47-73FC-C85B-3D56-EE90146A5F73}"/>
          </ac:graphicFrameMkLst>
        </pc:graphicFrameChg>
      </pc:sldChg>
      <pc:sldChg chg="modSp mod">
        <pc:chgData name="Norma Edith Jimenez Hernandez" userId="71858b7e-10a9-4afa-b58c-7b4a6c30cd53" providerId="ADAL" clId="{91141CC3-E5EA-4DD9-AA7B-0F0F2578B8AD}" dt="2026-07-03T21:29:10.073" v="6" actId="14734"/>
        <pc:sldMkLst>
          <pc:docMk/>
          <pc:sldMk cId="1524715485" sldId="283"/>
        </pc:sldMkLst>
        <pc:graphicFrameChg chg="modGraphic">
          <ac:chgData name="Norma Edith Jimenez Hernandez" userId="71858b7e-10a9-4afa-b58c-7b4a6c30cd53" providerId="ADAL" clId="{91141CC3-E5EA-4DD9-AA7B-0F0F2578B8AD}" dt="2026-07-03T21:29:06.588" v="5" actId="14734"/>
          <ac:graphicFrameMkLst>
            <pc:docMk/>
            <pc:sldMk cId="1524715485" sldId="283"/>
            <ac:graphicFrameMk id="8" creationId="{00000000-0000-0000-0000-000000000000}"/>
          </ac:graphicFrameMkLst>
        </pc:graphicFrameChg>
        <pc:graphicFrameChg chg="modGraphic">
          <ac:chgData name="Norma Edith Jimenez Hernandez" userId="71858b7e-10a9-4afa-b58c-7b4a6c30cd53" providerId="ADAL" clId="{91141CC3-E5EA-4DD9-AA7B-0F0F2578B8AD}" dt="2026-07-03T21:29:10.073" v="6" actId="14734"/>
          <ac:graphicFrameMkLst>
            <pc:docMk/>
            <pc:sldMk cId="1524715485" sldId="283"/>
            <ac:graphicFrameMk id="10" creationId="{00000000-0000-0000-0000-000000000000}"/>
          </ac:graphicFrameMkLst>
        </pc:graphicFrameChg>
      </pc:sldChg>
      <pc:sldChg chg="delSp modSp mod">
        <pc:chgData name="Norma Edith Jimenez Hernandez" userId="71858b7e-10a9-4afa-b58c-7b4a6c30cd53" providerId="ADAL" clId="{91141CC3-E5EA-4DD9-AA7B-0F0F2578B8AD}" dt="2026-07-03T21:38:36.120" v="126" actId="20577"/>
        <pc:sldMkLst>
          <pc:docMk/>
          <pc:sldMk cId="3805655920" sldId="288"/>
        </pc:sldMkLst>
        <pc:spChg chg="mod">
          <ac:chgData name="Norma Edith Jimenez Hernandez" userId="71858b7e-10a9-4afa-b58c-7b4a6c30cd53" providerId="ADAL" clId="{91141CC3-E5EA-4DD9-AA7B-0F0F2578B8AD}" dt="2026-07-03T21:38:36.120" v="126" actId="20577"/>
          <ac:spMkLst>
            <pc:docMk/>
            <pc:sldMk cId="3805655920" sldId="288"/>
            <ac:spMk id="4" creationId="{00000000-0000-0000-0000-000000000000}"/>
          </ac:spMkLst>
        </pc:spChg>
        <pc:spChg chg="mod">
          <ac:chgData name="Norma Edith Jimenez Hernandez" userId="71858b7e-10a9-4afa-b58c-7b4a6c30cd53" providerId="ADAL" clId="{91141CC3-E5EA-4DD9-AA7B-0F0F2578B8AD}" dt="2026-07-03T21:32:01.949" v="51" actId="1076"/>
          <ac:spMkLst>
            <pc:docMk/>
            <pc:sldMk cId="3805655920" sldId="288"/>
            <ac:spMk id="8" creationId="{BAF39136-8081-BE1D-C95E-C27597F09F6E}"/>
          </ac:spMkLst>
        </pc:spChg>
        <pc:spChg chg="del mod">
          <ac:chgData name="Norma Edith Jimenez Hernandez" userId="71858b7e-10a9-4afa-b58c-7b4a6c30cd53" providerId="ADAL" clId="{91141CC3-E5EA-4DD9-AA7B-0F0F2578B8AD}" dt="2026-07-03T21:31:46.530" v="48" actId="478"/>
          <ac:spMkLst>
            <pc:docMk/>
            <pc:sldMk cId="3805655920" sldId="288"/>
            <ac:spMk id="30" creationId="{73F077D2-05F8-7865-7F89-460A3E67455A}"/>
          </ac:spMkLst>
        </pc:spChg>
      </pc:sldChg>
      <pc:sldChg chg="modSp mod">
        <pc:chgData name="Norma Edith Jimenez Hernandez" userId="71858b7e-10a9-4afa-b58c-7b4a6c30cd53" providerId="ADAL" clId="{91141CC3-E5EA-4DD9-AA7B-0F0F2578B8AD}" dt="2026-07-03T21:33:09.747" v="76" actId="1036"/>
        <pc:sldMkLst>
          <pc:docMk/>
          <pc:sldMk cId="3240565764" sldId="297"/>
        </pc:sldMkLst>
        <pc:graphicFrameChg chg="modGraphic">
          <ac:chgData name="Norma Edith Jimenez Hernandez" userId="71858b7e-10a9-4afa-b58c-7b4a6c30cd53" providerId="ADAL" clId="{91141CC3-E5EA-4DD9-AA7B-0F0F2578B8AD}" dt="2026-07-03T21:33:02.702" v="55" actId="14100"/>
          <ac:graphicFrameMkLst>
            <pc:docMk/>
            <pc:sldMk cId="3240565764" sldId="297"/>
            <ac:graphicFrameMk id="20" creationId="{00000000-0000-0000-0000-000000000000}"/>
          </ac:graphicFrameMkLst>
        </pc:graphicFrameChg>
        <pc:graphicFrameChg chg="modGraphic">
          <ac:chgData name="Norma Edith Jimenez Hernandez" userId="71858b7e-10a9-4afa-b58c-7b4a6c30cd53" providerId="ADAL" clId="{91141CC3-E5EA-4DD9-AA7B-0F0F2578B8AD}" dt="2026-07-03T21:32:57.449" v="54" actId="14100"/>
          <ac:graphicFrameMkLst>
            <pc:docMk/>
            <pc:sldMk cId="3240565764" sldId="297"/>
            <ac:graphicFrameMk id="21" creationId="{00000000-0000-0000-0000-000000000000}"/>
          </ac:graphicFrameMkLst>
        </pc:graphicFrameChg>
        <pc:graphicFrameChg chg="mod">
          <ac:chgData name="Norma Edith Jimenez Hernandez" userId="71858b7e-10a9-4afa-b58c-7b4a6c30cd53" providerId="ADAL" clId="{91141CC3-E5EA-4DD9-AA7B-0F0F2578B8AD}" dt="2026-07-03T21:33:09.747" v="76" actId="1036"/>
          <ac:graphicFrameMkLst>
            <pc:docMk/>
            <pc:sldMk cId="3240565764" sldId="297"/>
            <ac:graphicFrameMk id="22" creationId="{00000000-0000-0000-0000-000000000000}"/>
          </ac:graphicFrameMkLst>
        </pc:graphicFrameChg>
        <pc:graphicFrameChg chg="mod">
          <ac:chgData name="Norma Edith Jimenez Hernandez" userId="71858b7e-10a9-4afa-b58c-7b4a6c30cd53" providerId="ADAL" clId="{91141CC3-E5EA-4DD9-AA7B-0F0F2578B8AD}" dt="2026-07-03T21:33:09.747" v="76" actId="1036"/>
          <ac:graphicFrameMkLst>
            <pc:docMk/>
            <pc:sldMk cId="3240565764" sldId="297"/>
            <ac:graphicFrameMk id="23" creationId="{00000000-0000-0000-0000-000000000000}"/>
          </ac:graphicFrameMkLst>
        </pc:graphicFrameChg>
      </pc:sldChg>
      <pc:sldChg chg="modSp mod">
        <pc:chgData name="Norma Edith Jimenez Hernandez" userId="71858b7e-10a9-4afa-b58c-7b4a6c30cd53" providerId="ADAL" clId="{91141CC3-E5EA-4DD9-AA7B-0F0F2578B8AD}" dt="2026-07-03T21:38:13.285" v="124" actId="6549"/>
        <pc:sldMkLst>
          <pc:docMk/>
          <pc:sldMk cId="0" sldId="300"/>
        </pc:sldMkLst>
        <pc:graphicFrameChg chg="modGraphic">
          <ac:chgData name="Norma Edith Jimenez Hernandez" userId="71858b7e-10a9-4afa-b58c-7b4a6c30cd53" providerId="ADAL" clId="{91141CC3-E5EA-4DD9-AA7B-0F0F2578B8AD}" dt="2026-07-03T21:37:43.789" v="88" actId="20577"/>
          <ac:graphicFrameMkLst>
            <pc:docMk/>
            <pc:sldMk cId="0" sldId="300"/>
            <ac:graphicFrameMk id="10" creationId="{00000000-0000-0000-0000-000000000000}"/>
          </ac:graphicFrameMkLst>
        </pc:graphicFrameChg>
        <pc:graphicFrameChg chg="modGraphic">
          <ac:chgData name="Norma Edith Jimenez Hernandez" userId="71858b7e-10a9-4afa-b58c-7b4a6c30cd53" providerId="ADAL" clId="{91141CC3-E5EA-4DD9-AA7B-0F0F2578B8AD}" dt="2026-07-03T21:38:13.285" v="124" actId="6549"/>
          <ac:graphicFrameMkLst>
            <pc:docMk/>
            <pc:sldMk cId="0" sldId="300"/>
            <ac:graphicFrameMk id="11" creationId="{00000000-0000-0000-0000-000000000000}"/>
          </ac:graphicFrameMkLst>
        </pc:graphicFrameChg>
        <pc:graphicFrameChg chg="modGraphic">
          <ac:chgData name="Norma Edith Jimenez Hernandez" userId="71858b7e-10a9-4afa-b58c-7b4a6c30cd53" providerId="ADAL" clId="{91141CC3-E5EA-4DD9-AA7B-0F0F2578B8AD}" dt="2026-07-03T21:37:54.385" v="100" actId="20577"/>
          <ac:graphicFrameMkLst>
            <pc:docMk/>
            <pc:sldMk cId="0" sldId="300"/>
            <ac:graphicFrameMk id="15" creationId="{00000000-0000-0000-0000-000000000000}"/>
          </ac:graphicFrameMkLst>
        </pc:graphicFrameChg>
        <pc:graphicFrameChg chg="modGraphic">
          <ac:chgData name="Norma Edith Jimenez Hernandez" userId="71858b7e-10a9-4afa-b58c-7b4a6c30cd53" providerId="ADAL" clId="{91141CC3-E5EA-4DD9-AA7B-0F0F2578B8AD}" dt="2026-07-03T21:38:02.781" v="112" actId="20577"/>
          <ac:graphicFrameMkLst>
            <pc:docMk/>
            <pc:sldMk cId="0" sldId="300"/>
            <ac:graphicFrameMk id="16" creationId="{00000000-0000-0000-0000-000000000000}"/>
          </ac:graphicFrameMkLst>
        </pc:graphicFrameChg>
      </pc:sldChg>
    </pc:docChg>
  </pc:docChgLst>
  <pc:docChgLst>
    <pc:chgData name="Rohan Myron Oprisko" userId="a7c52ab4-f8b1-4d15-aaf6-6388cc510347" providerId="ADAL" clId="{97C26823-81C0-4343-94EC-E87AB1317939}"/>
    <pc:docChg chg="undo custSel modSld">
      <pc:chgData name="Rohan Myron Oprisko" userId="a7c52ab4-f8b1-4d15-aaf6-6388cc510347" providerId="ADAL" clId="{97C26823-81C0-4343-94EC-E87AB1317939}" dt="2026-06-24T17:26:01.634" v="33" actId="478"/>
      <pc:docMkLst>
        <pc:docMk/>
      </pc:docMkLst>
      <pc:sldChg chg="addSp delSp modSp mod">
        <pc:chgData name="Rohan Myron Oprisko" userId="a7c52ab4-f8b1-4d15-aaf6-6388cc510347" providerId="ADAL" clId="{97C26823-81C0-4343-94EC-E87AB1317939}" dt="2026-06-24T17:26:01.634" v="33" actId="478"/>
        <pc:sldMkLst>
          <pc:docMk/>
          <pc:sldMk cId="748044913" sldId="287"/>
        </pc:sldMkLst>
        <pc:spChg chg="add del mod">
          <ac:chgData name="Rohan Myron Oprisko" userId="a7c52ab4-f8b1-4d15-aaf6-6388cc510347" providerId="ADAL" clId="{97C26823-81C0-4343-94EC-E87AB1317939}" dt="2026-06-24T15:51:55.232" v="13" actId="478"/>
          <ac:spMkLst>
            <pc:docMk/>
            <pc:sldMk cId="748044913" sldId="287"/>
            <ac:spMk id="10" creationId="{D5905E66-24A7-A713-15F7-8C3CB5B02761}"/>
          </ac:spMkLst>
        </pc:spChg>
        <pc:spChg chg="add mod">
          <ac:chgData name="Rohan Myron Oprisko" userId="a7c52ab4-f8b1-4d15-aaf6-6388cc510347" providerId="ADAL" clId="{97C26823-81C0-4343-94EC-E87AB1317939}" dt="2026-06-24T15:52:08.531" v="17" actId="1076"/>
          <ac:spMkLst>
            <pc:docMk/>
            <pc:sldMk cId="748044913" sldId="287"/>
            <ac:spMk id="14" creationId="{2A0B0340-A58C-28EC-CB25-AF1AE5752829}"/>
          </ac:spMkLst>
        </pc:spChg>
      </pc:sldChg>
    </pc:docChg>
  </pc:docChgLst>
  <pc:docChgLst>
    <pc:chgData name="Laura Patricia Galvan Chavez" userId="S::laura.galvan@imss.gob.mx::6b13af50-ce8b-483e-8fc4-f994efaf3289" providerId="AD" clId="Web-{E11F5453-4058-C9FB-2F71-22F57A32DF05}"/>
    <pc:docChg chg="modSld">
      <pc:chgData name="Laura Patricia Galvan Chavez" userId="S::laura.galvan@imss.gob.mx::6b13af50-ce8b-483e-8fc4-f994efaf3289" providerId="AD" clId="Web-{E11F5453-4058-C9FB-2F71-22F57A32DF05}" dt="2026-06-23T19:35:47.711" v="17"/>
      <pc:docMkLst>
        <pc:docMk/>
      </pc:docMkLst>
      <pc:sldChg chg="modSp">
        <pc:chgData name="Laura Patricia Galvan Chavez" userId="S::laura.galvan@imss.gob.mx::6b13af50-ce8b-483e-8fc4-f994efaf3289" providerId="AD" clId="Web-{E11F5453-4058-C9FB-2F71-22F57A32DF05}" dt="2026-06-23T19:35:47.711" v="17"/>
        <pc:sldMkLst>
          <pc:docMk/>
          <pc:sldMk cId="0" sldId="260"/>
        </pc:sldMkLst>
        <pc:graphicFrameChg chg="mod modGraphic">
          <ac:chgData name="Laura Patricia Galvan Chavez" userId="S::laura.galvan@imss.gob.mx::6b13af50-ce8b-483e-8fc4-f994efaf3289" providerId="AD" clId="Web-{E11F5453-4058-C9FB-2F71-22F57A32DF05}" dt="2026-06-23T19:35:47.711" v="17"/>
          <ac:graphicFrameMkLst>
            <pc:docMk/>
            <pc:sldMk cId="0" sldId="260"/>
            <ac:graphicFrameMk id="6" creationId="{149B6707-A18E-E3B8-BF9F-BE17A768E130}"/>
          </ac:graphicFrameMkLst>
        </pc:graphicFrameChg>
      </pc:sldChg>
    </pc:docChg>
  </pc:docChgLst>
  <pc:docChgLst>
    <pc:chgData name="Diana Shareny Martinez Rodriguez" userId="f2c49ec6-6c11-4dae-a3ef-cb4909170a65" providerId="ADAL" clId="{AABB945E-44BA-4143-81BB-F4C01DB1B502}"/>
    <pc:docChg chg="undo custSel addSld delSld modSld">
      <pc:chgData name="Diana Shareny Martinez Rodriguez" userId="f2c49ec6-6c11-4dae-a3ef-cb4909170a65" providerId="ADAL" clId="{AABB945E-44BA-4143-81BB-F4C01DB1B502}" dt="2026-07-02T20:20:32.648" v="781" actId="478"/>
      <pc:docMkLst>
        <pc:docMk/>
      </pc:docMkLst>
      <pc:sldChg chg="modSp mod">
        <pc:chgData name="Diana Shareny Martinez Rodriguez" userId="f2c49ec6-6c11-4dae-a3ef-cb4909170a65" providerId="ADAL" clId="{AABB945E-44BA-4143-81BB-F4C01DB1B502}" dt="2026-06-25T23:23:11.340" v="3" actId="20577"/>
        <pc:sldMkLst>
          <pc:docMk/>
          <pc:sldMk cId="0" sldId="256"/>
        </pc:sldMkLst>
        <pc:spChg chg="mod">
          <ac:chgData name="Diana Shareny Martinez Rodriguez" userId="f2c49ec6-6c11-4dae-a3ef-cb4909170a65" providerId="ADAL" clId="{AABB945E-44BA-4143-81BB-F4C01DB1B502}" dt="2026-06-25T23:23:11.340" v="3" actId="20577"/>
          <ac:spMkLst>
            <pc:docMk/>
            <pc:sldMk cId="0" sldId="256"/>
            <ac:spMk id="70" creationId="{00000000-0000-0000-0000-000000000000}"/>
          </ac:spMkLst>
        </pc:spChg>
      </pc:sldChg>
      <pc:sldChg chg="delSp modSp mod">
        <pc:chgData name="Diana Shareny Martinez Rodriguez" userId="f2c49ec6-6c11-4dae-a3ef-cb4909170a65" providerId="ADAL" clId="{AABB945E-44BA-4143-81BB-F4C01DB1B502}" dt="2026-06-26T17:08:15.173" v="64" actId="1076"/>
        <pc:sldMkLst>
          <pc:docMk/>
          <pc:sldMk cId="0" sldId="258"/>
        </pc:sldMkLst>
        <pc:spChg chg="mod">
          <ac:chgData name="Diana Shareny Martinez Rodriguez" userId="f2c49ec6-6c11-4dae-a3ef-cb4909170a65" providerId="ADAL" clId="{AABB945E-44BA-4143-81BB-F4C01DB1B502}" dt="2026-06-26T17:08:15.173" v="64" actId="1076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5T23:39:04.178" v="30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5T23:38:59.356" v="28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5T23:39:14.671" v="33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5T23:39:06.719" v="31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5T23:38:57.209" v="27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5T23:38:51.876" v="25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5T23:24:10.575" v="23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5T23:24:04.890" v="21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5T23:23:58.674" v="20" actId="1036"/>
          <ac:spMkLst>
            <pc:docMk/>
            <pc:sldMk cId="0" sldId="258"/>
            <ac:spMk id="130" creationId="{00000000-0000-0000-0000-000000000000}"/>
          </ac:spMkLst>
        </pc:spChg>
        <pc:graphicFrameChg chg="mod modGraphic">
          <ac:chgData name="Diana Shareny Martinez Rodriguez" userId="f2c49ec6-6c11-4dae-a3ef-cb4909170a65" providerId="ADAL" clId="{AABB945E-44BA-4143-81BB-F4C01DB1B502}" dt="2026-06-26T17:08:06.068" v="63" actId="572"/>
          <ac:graphicFrameMkLst>
            <pc:docMk/>
            <pc:sldMk cId="0" sldId="258"/>
            <ac:graphicFrameMk id="134" creationId="{00000000-0000-0000-0000-000000000000}"/>
          </ac:graphicFrameMkLst>
        </pc:graphicFrameChg>
        <pc:picChg chg="mod">
          <ac:chgData name="Diana Shareny Martinez Rodriguez" userId="f2c49ec6-6c11-4dae-a3ef-cb4909170a65" providerId="ADAL" clId="{AABB945E-44BA-4143-81BB-F4C01DB1B502}" dt="2026-06-25T23:39:00.797" v="29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5T23:39:09.085" v="32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5T23:38:54.145" v="26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5T23:24:07.055" v="22" actId="1076"/>
          <ac:picMkLst>
            <pc:docMk/>
            <pc:sldMk cId="0" sldId="258"/>
            <ac:picMk id="128" creationId="{00000000-0000-0000-0000-000000000000}"/>
          </ac:picMkLst>
        </pc:picChg>
      </pc:sldChg>
      <pc:sldChg chg="addSp delSp modSp mod">
        <pc:chgData name="Diana Shareny Martinez Rodriguez" userId="f2c49ec6-6c11-4dae-a3ef-cb4909170a65" providerId="ADAL" clId="{AABB945E-44BA-4143-81BB-F4C01DB1B502}" dt="2026-07-02T18:45:25.452" v="566" actId="931"/>
        <pc:sldMkLst>
          <pc:docMk/>
          <pc:sldMk cId="0" sldId="259"/>
        </pc:sldMkLst>
        <pc:spChg chg="mod">
          <ac:chgData name="Diana Shareny Martinez Rodriguez" userId="f2c49ec6-6c11-4dae-a3ef-cb4909170a65" providerId="ADAL" clId="{AABB945E-44BA-4143-81BB-F4C01DB1B502}" dt="2026-06-26T17:08:55.301" v="67" actId="14100"/>
          <ac:spMkLst>
            <pc:docMk/>
            <pc:sldMk cId="0" sldId="259"/>
            <ac:spMk id="137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9T16:50:18.012" v="494" actId="20577"/>
          <ac:spMkLst>
            <pc:docMk/>
            <pc:sldMk cId="0" sldId="259"/>
            <ac:spMk id="138" creationId="{00000000-0000-0000-0000-000000000000}"/>
          </ac:spMkLst>
        </pc:spChg>
        <pc:graphicFrameChg chg="modGraphic">
          <ac:chgData name="Diana Shareny Martinez Rodriguez" userId="f2c49ec6-6c11-4dae-a3ef-cb4909170a65" providerId="ADAL" clId="{AABB945E-44BA-4143-81BB-F4C01DB1B502}" dt="2026-06-29T16:51:15.499" v="498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  <pc:picChg chg="add mod">
          <ac:chgData name="Diana Shareny Martinez Rodriguez" userId="f2c49ec6-6c11-4dae-a3ef-cb4909170a65" providerId="ADAL" clId="{AABB945E-44BA-4143-81BB-F4C01DB1B502}" dt="2026-07-02T18:44:59.336" v="563" actId="1076"/>
          <ac:picMkLst>
            <pc:docMk/>
            <pc:sldMk cId="0" sldId="259"/>
            <ac:picMk id="3" creationId="{7A5971C1-9AD0-A000-72FE-007DAF61C242}"/>
          </ac:picMkLst>
        </pc:picChg>
        <pc:picChg chg="add del mod">
          <ac:chgData name="Diana Shareny Martinez Rodriguez" userId="f2c49ec6-6c11-4dae-a3ef-cb4909170a65" providerId="ADAL" clId="{AABB945E-44BA-4143-81BB-F4C01DB1B502}" dt="2026-07-02T18:45:25.452" v="566" actId="931"/>
          <ac:picMkLst>
            <pc:docMk/>
            <pc:sldMk cId="0" sldId="259"/>
            <ac:picMk id="5" creationId="{8175FBB1-1C08-0CA0-8C44-81CC1A50B26A}"/>
          </ac:picMkLst>
        </pc:picChg>
        <pc:picChg chg="del">
          <ac:chgData name="Diana Shareny Martinez Rodriguez" userId="f2c49ec6-6c11-4dae-a3ef-cb4909170a65" providerId="ADAL" clId="{AABB945E-44BA-4143-81BB-F4C01DB1B502}" dt="2026-07-02T18:44:09.191" v="559" actId="478"/>
          <ac:picMkLst>
            <pc:docMk/>
            <pc:sldMk cId="0" sldId="259"/>
            <ac:picMk id="134" creationId="{00000000-0000-0000-0000-000000000000}"/>
          </ac:picMkLst>
        </pc:picChg>
      </pc:sldChg>
      <pc:sldChg chg="delSp modSp mod">
        <pc:chgData name="Diana Shareny Martinez Rodriguez" userId="f2c49ec6-6c11-4dae-a3ef-cb4909170a65" providerId="ADAL" clId="{AABB945E-44BA-4143-81BB-F4C01DB1B502}" dt="2026-06-26T17:11:54.005" v="108" actId="1076"/>
        <pc:sldMkLst>
          <pc:docMk/>
          <pc:sldMk cId="0" sldId="260"/>
        </pc:sldMkLst>
        <pc:spChg chg="mod">
          <ac:chgData name="Diana Shareny Martinez Rodriguez" userId="f2c49ec6-6c11-4dae-a3ef-cb4909170a65" providerId="ADAL" clId="{AABB945E-44BA-4143-81BB-F4C01DB1B502}" dt="2026-06-26T17:11:54.005" v="108" actId="1076"/>
          <ac:spMkLst>
            <pc:docMk/>
            <pc:sldMk cId="0" sldId="260"/>
            <ac:spMk id="2" creationId="{53D161FB-1C58-514F-9DA9-65B3CBC3CAB7}"/>
          </ac:spMkLst>
        </pc:spChg>
        <pc:picChg chg="mod">
          <ac:chgData name="Diana Shareny Martinez Rodriguez" userId="f2c49ec6-6c11-4dae-a3ef-cb4909170a65" providerId="ADAL" clId="{AABB945E-44BA-4143-81BB-F4C01DB1B502}" dt="2026-06-26T17:11:50.727" v="107" actId="14100"/>
          <ac:picMkLst>
            <pc:docMk/>
            <pc:sldMk cId="0" sldId="260"/>
            <ac:picMk id="7" creationId="{80A270BF-485C-5271-9109-DF89C5B111EE}"/>
          </ac:picMkLst>
        </pc:picChg>
        <pc:picChg chg="mod">
          <ac:chgData name="Diana Shareny Martinez Rodriguez" userId="f2c49ec6-6c11-4dae-a3ef-cb4909170a65" providerId="ADAL" clId="{AABB945E-44BA-4143-81BB-F4C01DB1B502}" dt="2026-06-26T17:11:43.291" v="105" actId="14100"/>
          <ac:picMkLst>
            <pc:docMk/>
            <pc:sldMk cId="0" sldId="260"/>
            <ac:picMk id="8" creationId="{1EE9B8B1-BC8E-A508-0289-FC01C7AB018D}"/>
          </ac:picMkLst>
        </pc:picChg>
      </pc:sldChg>
      <pc:sldChg chg="addSp modSp mod">
        <pc:chgData name="Diana Shareny Martinez Rodriguez" userId="f2c49ec6-6c11-4dae-a3ef-cb4909170a65" providerId="ADAL" clId="{AABB945E-44BA-4143-81BB-F4C01DB1B502}" dt="2026-07-02T17:57:33.088" v="534" actId="20577"/>
        <pc:sldMkLst>
          <pc:docMk/>
          <pc:sldMk cId="0" sldId="261"/>
        </pc:sldMkLst>
        <pc:spChg chg="add mod">
          <ac:chgData name="Diana Shareny Martinez Rodriguez" userId="f2c49ec6-6c11-4dae-a3ef-cb4909170a65" providerId="ADAL" clId="{AABB945E-44BA-4143-81BB-F4C01DB1B502}" dt="2026-06-29T17:13:14.205" v="517" actId="6549"/>
          <ac:spMkLst>
            <pc:docMk/>
            <pc:sldMk cId="0" sldId="261"/>
            <ac:spMk id="5" creationId="{F85FE7AA-C965-165A-940C-F5528DE27518}"/>
          </ac:spMkLst>
        </pc:spChg>
        <pc:spChg chg="add">
          <ac:chgData name="Diana Shareny Martinez Rodriguez" userId="f2c49ec6-6c11-4dae-a3ef-cb4909170a65" providerId="ADAL" clId="{AABB945E-44BA-4143-81BB-F4C01DB1B502}" dt="2026-06-26T17:10:51.866" v="87" actId="22"/>
          <ac:spMkLst>
            <pc:docMk/>
            <pc:sldMk cId="0" sldId="261"/>
            <ac:spMk id="9" creationId="{539BF937-79A7-5508-9F4F-172A74ED26F7}"/>
          </ac:spMkLst>
        </pc:spChg>
        <pc:spChg chg="mod">
          <ac:chgData name="Diana Shareny Martinez Rodriguez" userId="f2c49ec6-6c11-4dae-a3ef-cb4909170a65" providerId="ADAL" clId="{AABB945E-44BA-4143-81BB-F4C01DB1B502}" dt="2026-06-26T17:11:21.057" v="95" actId="1076"/>
          <ac:spMkLst>
            <pc:docMk/>
            <pc:sldMk cId="0" sldId="261"/>
            <ac:spMk id="155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9T17:13:19.260" v="520" actId="20577"/>
          <ac:spMkLst>
            <pc:docMk/>
            <pc:sldMk cId="0" sldId="261"/>
            <ac:spMk id="156" creationId="{00000000-0000-0000-0000-000000000000}"/>
          </ac:spMkLst>
        </pc:spChg>
        <pc:graphicFrameChg chg="add mod modGraphic">
          <ac:chgData name="Diana Shareny Martinez Rodriguez" userId="f2c49ec6-6c11-4dae-a3ef-cb4909170a65" providerId="ADAL" clId="{AABB945E-44BA-4143-81BB-F4C01DB1B502}" dt="2026-06-29T17:09:09.735" v="506" actId="20577"/>
          <ac:graphicFrameMkLst>
            <pc:docMk/>
            <pc:sldMk cId="0" sldId="261"/>
            <ac:graphicFrameMk id="3" creationId="{855C8A47-73FC-C85B-3D56-EE90146A5F73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17:11:10.993" v="92" actId="1076"/>
          <ac:graphicFrameMkLst>
            <pc:docMk/>
            <pc:sldMk cId="0" sldId="261"/>
            <ac:graphicFrameMk id="152" creationId="{00000000-0000-0000-0000-000000000000}"/>
          </ac:graphicFrameMkLst>
        </pc:graphicFrameChg>
        <pc:graphicFrameChg chg="mod modGraphic">
          <ac:chgData name="Diana Shareny Martinez Rodriguez" userId="f2c49ec6-6c11-4dae-a3ef-cb4909170a65" providerId="ADAL" clId="{AABB945E-44BA-4143-81BB-F4C01DB1B502}" dt="2026-07-02T17:57:33.088" v="534" actId="20577"/>
          <ac:graphicFrameMkLst>
            <pc:docMk/>
            <pc:sldMk cId="0" sldId="261"/>
            <ac:graphicFrameMk id="154" creationId="{00000000-0000-0000-0000-000000000000}"/>
          </ac:graphicFrameMkLst>
        </pc:graphicFrameChg>
        <pc:picChg chg="add mod">
          <ac:chgData name="Diana Shareny Martinez Rodriguez" userId="f2c49ec6-6c11-4dae-a3ef-cb4909170a65" providerId="ADAL" clId="{AABB945E-44BA-4143-81BB-F4C01DB1B502}" dt="2026-06-26T17:11:03.187" v="89" actId="1076"/>
          <ac:picMkLst>
            <pc:docMk/>
            <pc:sldMk cId="0" sldId="261"/>
            <ac:picMk id="7" creationId="{BC1BE778-1AC8-5A76-0CF3-4CAF1C044433}"/>
          </ac:picMkLst>
        </pc:picChg>
        <pc:cxnChg chg="add mod">
          <ac:chgData name="Diana Shareny Martinez Rodriguez" userId="f2c49ec6-6c11-4dae-a3ef-cb4909170a65" providerId="ADAL" clId="{AABB945E-44BA-4143-81BB-F4C01DB1B502}" dt="2026-06-26T17:10:59.850" v="88"/>
          <ac:cxnSpMkLst>
            <pc:docMk/>
            <pc:sldMk cId="0" sldId="261"/>
            <ac:cxnSpMk id="10" creationId="{1031A595-B5FE-E112-0F2E-3B9E8FBE9CAE}"/>
          </ac:cxnSpMkLst>
        </pc:cxnChg>
      </pc:sldChg>
      <pc:sldChg chg="addSp modSp mod">
        <pc:chgData name="Diana Shareny Martinez Rodriguez" userId="f2c49ec6-6c11-4dae-a3ef-cb4909170a65" providerId="ADAL" clId="{AABB945E-44BA-4143-81BB-F4C01DB1B502}" dt="2026-06-26T17:34:42.756" v="165" actId="1076"/>
        <pc:sldMkLst>
          <pc:docMk/>
          <pc:sldMk cId="0" sldId="262"/>
        </pc:sldMkLst>
        <pc:spChg chg="mod">
          <ac:chgData name="Diana Shareny Martinez Rodriguez" userId="f2c49ec6-6c11-4dae-a3ef-cb4909170a65" providerId="ADAL" clId="{AABB945E-44BA-4143-81BB-F4C01DB1B502}" dt="2026-06-26T17:34:02.609" v="15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7:33:51.916" v="151" actId="103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7:33:56.674" v="152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7:34:04.612" v="154" actId="1076"/>
          <ac:spMkLst>
            <pc:docMk/>
            <pc:sldMk cId="0" sldId="262"/>
            <ac:spMk id="12" creationId="{00000000-0000-0000-0000-000000000000}"/>
          </ac:spMkLst>
        </pc:spChg>
        <pc:spChg chg="add mod">
          <ac:chgData name="Diana Shareny Martinez Rodriguez" userId="f2c49ec6-6c11-4dae-a3ef-cb4909170a65" providerId="ADAL" clId="{AABB945E-44BA-4143-81BB-F4C01DB1B502}" dt="2026-06-26T17:34:10.195" v="155" actId="1076"/>
          <ac:spMkLst>
            <pc:docMk/>
            <pc:sldMk cId="0" sldId="262"/>
            <ac:spMk id="14" creationId="{085AE87D-AE14-B2EF-4463-290286F468A5}"/>
          </ac:spMkLst>
        </pc:spChg>
        <pc:spChg chg="add mod">
          <ac:chgData name="Diana Shareny Martinez Rodriguez" userId="f2c49ec6-6c11-4dae-a3ef-cb4909170a65" providerId="ADAL" clId="{AABB945E-44BA-4143-81BB-F4C01DB1B502}" dt="2026-06-26T17:34:14.571" v="156" actId="1076"/>
          <ac:spMkLst>
            <pc:docMk/>
            <pc:sldMk cId="0" sldId="262"/>
            <ac:spMk id="16" creationId="{E6003AC5-5ADE-9340-3C30-6AED9D9EAE79}"/>
          </ac:spMkLst>
        </pc:spChg>
        <pc:spChg chg="add mod">
          <ac:chgData name="Diana Shareny Martinez Rodriguez" userId="f2c49ec6-6c11-4dae-a3ef-cb4909170a65" providerId="ADAL" clId="{AABB945E-44BA-4143-81BB-F4C01DB1B502}" dt="2026-06-26T17:34:20.587" v="158" actId="1076"/>
          <ac:spMkLst>
            <pc:docMk/>
            <pc:sldMk cId="0" sldId="262"/>
            <ac:spMk id="20" creationId="{A327B718-8CD9-32F6-F71A-1AAED124843E}"/>
          </ac:spMkLst>
        </pc:spChg>
        <pc:spChg chg="add mod">
          <ac:chgData name="Diana Shareny Martinez Rodriguez" userId="f2c49ec6-6c11-4dae-a3ef-cb4909170a65" providerId="ADAL" clId="{AABB945E-44BA-4143-81BB-F4C01DB1B502}" dt="2026-06-26T17:34:26.448" v="161" actId="1076"/>
          <ac:spMkLst>
            <pc:docMk/>
            <pc:sldMk cId="0" sldId="262"/>
            <ac:spMk id="22" creationId="{B5052386-FC21-61E2-807E-0494CC07A6B5}"/>
          </ac:spMkLst>
        </pc:spChg>
        <pc:spChg chg="add mod">
          <ac:chgData name="Diana Shareny Martinez Rodriguez" userId="f2c49ec6-6c11-4dae-a3ef-cb4909170a65" providerId="ADAL" clId="{AABB945E-44BA-4143-81BB-F4C01DB1B502}" dt="2026-06-26T17:34:42.756" v="165" actId="1076"/>
          <ac:spMkLst>
            <pc:docMk/>
            <pc:sldMk cId="0" sldId="262"/>
            <ac:spMk id="26" creationId="{CAE51CCC-22F6-61AD-1831-33DEE8EC77F8}"/>
          </ac:spMkLst>
        </pc:spChg>
        <pc:spChg chg="add">
          <ac:chgData name="Diana Shareny Martinez Rodriguez" userId="f2c49ec6-6c11-4dae-a3ef-cb4909170a65" providerId="ADAL" clId="{AABB945E-44BA-4143-81BB-F4C01DB1B502}" dt="2026-06-26T17:32:03.470" v="124" actId="22"/>
          <ac:spMkLst>
            <pc:docMk/>
            <pc:sldMk cId="0" sldId="262"/>
            <ac:spMk id="28" creationId="{945134C3-02A8-3BC4-ABE8-8B4B0D86D1BC}"/>
          </ac:spMkLst>
        </pc:spChg>
        <pc:graphicFrameChg chg="mod">
          <ac:chgData name="Diana Shareny Martinez Rodriguez" userId="f2c49ec6-6c11-4dae-a3ef-cb4909170a65" providerId="ADAL" clId="{AABB945E-44BA-4143-81BB-F4C01DB1B502}" dt="2026-06-26T17:33:43.597" v="145" actId="14100"/>
          <ac:graphicFrameMkLst>
            <pc:docMk/>
            <pc:sldMk cId="0" sldId="262"/>
            <ac:graphicFrameMk id="9" creationId="{00000000-0000-0000-0000-000000000000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17:34:17.968" v="157" actId="1076"/>
          <ac:graphicFrameMkLst>
            <pc:docMk/>
            <pc:sldMk cId="0" sldId="262"/>
            <ac:graphicFrameMk id="18" creationId="{B53A0FCB-7854-9CC7-BA6B-BD5EC2C17224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17:34:39.179" v="164" actId="1076"/>
          <ac:graphicFrameMkLst>
            <pc:docMk/>
            <pc:sldMk cId="0" sldId="262"/>
            <ac:graphicFrameMk id="24" creationId="{94497A75-0EA4-1696-71EF-E5B65653397E}"/>
          </ac:graphicFrameMkLst>
        </pc:graphicFrameChg>
      </pc:sldChg>
      <pc:sldChg chg="addSp delSp modSp mod">
        <pc:chgData name="Diana Shareny Martinez Rodriguez" userId="f2c49ec6-6c11-4dae-a3ef-cb4909170a65" providerId="ADAL" clId="{AABB945E-44BA-4143-81BB-F4C01DB1B502}" dt="2026-06-26T23:33:53.572" v="486" actId="478"/>
        <pc:sldMkLst>
          <pc:docMk/>
          <pc:sldMk cId="0" sldId="272"/>
        </pc:sldMkLst>
      </pc:sldChg>
      <pc:sldChg chg="modSp">
        <pc:chgData name="Diana Shareny Martinez Rodriguez" userId="f2c49ec6-6c11-4dae-a3ef-cb4909170a65" providerId="ADAL" clId="{AABB945E-44BA-4143-81BB-F4C01DB1B502}" dt="2026-06-26T18:00:36.375" v="360"/>
        <pc:sldMkLst>
          <pc:docMk/>
          <pc:sldMk cId="0" sldId="278"/>
        </pc:sldMkLst>
        <pc:graphicFrameChg chg="mod">
          <ac:chgData name="Diana Shareny Martinez Rodriguez" userId="f2c49ec6-6c11-4dae-a3ef-cb4909170a65" providerId="ADAL" clId="{AABB945E-44BA-4143-81BB-F4C01DB1B502}" dt="2026-06-26T18:00:29.345" v="359"/>
          <ac:graphicFrameMkLst>
            <pc:docMk/>
            <pc:sldMk cId="0" sldId="278"/>
            <ac:graphicFrameMk id="479" creationId="{00000000-0000-0000-0000-000000000000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18:00:36.375" v="360"/>
          <ac:graphicFrameMkLst>
            <pc:docMk/>
            <pc:sldMk cId="0" sldId="278"/>
            <ac:graphicFrameMk id="492" creationId="{00000000-0000-0000-0000-000000000000}"/>
          </ac:graphicFrameMkLst>
        </pc:graphicFrameChg>
      </pc:sldChg>
      <pc:sldChg chg="modSp mod">
        <pc:chgData name="Diana Shareny Martinez Rodriguez" userId="f2c49ec6-6c11-4dae-a3ef-cb4909170a65" providerId="ADAL" clId="{AABB945E-44BA-4143-81BB-F4C01DB1B502}" dt="2026-06-26T19:19:18.345" v="483" actId="403"/>
        <pc:sldMkLst>
          <pc:docMk/>
          <pc:sldMk cId="0" sldId="279"/>
        </pc:sldMkLst>
        <pc:spChg chg="mod">
          <ac:chgData name="Diana Shareny Martinez Rodriguez" userId="f2c49ec6-6c11-4dae-a3ef-cb4909170a65" providerId="ADAL" clId="{AABB945E-44BA-4143-81BB-F4C01DB1B502}" dt="2026-06-26T18:30:32.188" v="392" actId="20577"/>
          <ac:spMkLst>
            <pc:docMk/>
            <pc:sldMk cId="0" sldId="279"/>
            <ac:spMk id="515" creationId="{00000000-0000-0000-0000-000000000000}"/>
          </ac:spMkLst>
        </pc:spChg>
        <pc:graphicFrameChg chg="modGraphic">
          <ac:chgData name="Diana Shareny Martinez Rodriguez" userId="f2c49ec6-6c11-4dae-a3ef-cb4909170a65" providerId="ADAL" clId="{AABB945E-44BA-4143-81BB-F4C01DB1B502}" dt="2026-06-26T19:19:18.345" v="483" actId="403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addSp modSp mod">
        <pc:chgData name="Diana Shareny Martinez Rodriguez" userId="f2c49ec6-6c11-4dae-a3ef-cb4909170a65" providerId="ADAL" clId="{AABB945E-44BA-4143-81BB-F4C01DB1B502}" dt="2026-06-26T17:36:56.426" v="230" actId="1038"/>
        <pc:sldMkLst>
          <pc:docMk/>
          <pc:sldMk cId="540716406" sldId="280"/>
        </pc:sldMkLst>
        <pc:spChg chg="add mod">
          <ac:chgData name="Diana Shareny Martinez Rodriguez" userId="f2c49ec6-6c11-4dae-a3ef-cb4909170a65" providerId="ADAL" clId="{AABB945E-44BA-4143-81BB-F4C01DB1B502}" dt="2026-06-26T17:35:00.635" v="171" actId="1076"/>
          <ac:spMkLst>
            <pc:docMk/>
            <pc:sldMk cId="540716406" sldId="280"/>
            <ac:spMk id="7" creationId="{41F29E42-A02F-6F5F-789D-11AB6F45DE32}"/>
          </ac:spMkLst>
        </pc:spChg>
        <pc:spChg chg="add mod">
          <ac:chgData name="Diana Shareny Martinez Rodriguez" userId="f2c49ec6-6c11-4dae-a3ef-cb4909170a65" providerId="ADAL" clId="{AABB945E-44BA-4143-81BB-F4C01DB1B502}" dt="2026-06-26T17:36:33.546" v="224" actId="1076"/>
          <ac:spMkLst>
            <pc:docMk/>
            <pc:sldMk cId="540716406" sldId="280"/>
            <ac:spMk id="11" creationId="{EA8D545E-4F9D-BE8D-D0F8-E099F825D6C5}"/>
          </ac:spMkLst>
        </pc:spChg>
        <pc:spChg chg="add mod">
          <ac:chgData name="Diana Shareny Martinez Rodriguez" userId="f2c49ec6-6c11-4dae-a3ef-cb4909170a65" providerId="ADAL" clId="{AABB945E-44BA-4143-81BB-F4C01DB1B502}" dt="2026-06-26T17:36:09.299" v="219" actId="1076"/>
          <ac:spMkLst>
            <pc:docMk/>
            <pc:sldMk cId="540716406" sldId="280"/>
            <ac:spMk id="13" creationId="{0043F232-FA80-67F1-716C-4107643AED4E}"/>
          </ac:spMkLst>
        </pc:spChg>
        <pc:spChg chg="add mod">
          <ac:chgData name="Diana Shareny Martinez Rodriguez" userId="f2c49ec6-6c11-4dae-a3ef-cb4909170a65" providerId="ADAL" clId="{AABB945E-44BA-4143-81BB-F4C01DB1B502}" dt="2026-06-26T17:36:14.265" v="220" actId="1076"/>
          <ac:spMkLst>
            <pc:docMk/>
            <pc:sldMk cId="540716406" sldId="280"/>
            <ac:spMk id="15" creationId="{C519C7AF-C5BD-76F2-7CA9-61DEF028180F}"/>
          </ac:spMkLst>
        </pc:spChg>
        <pc:spChg chg="mod">
          <ac:chgData name="Diana Shareny Martinez Rodriguez" userId="f2c49ec6-6c11-4dae-a3ef-cb4909170a65" providerId="ADAL" clId="{AABB945E-44BA-4143-81BB-F4C01DB1B502}" dt="2026-06-26T17:35:26.486" v="185" actId="1076"/>
          <ac:spMkLst>
            <pc:docMk/>
            <pc:sldMk cId="540716406" sldId="280"/>
            <ac:spMk id="235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7:36:56.426" v="230" actId="1038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7:36:20.134" v="221" actId="1076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7:34:51.024" v="168" actId="1076"/>
          <ac:spMkLst>
            <pc:docMk/>
            <pc:sldMk cId="540716406" sldId="280"/>
            <ac:spMk id="240" creationId="{00000000-0000-0000-0000-000000000000}"/>
          </ac:spMkLst>
        </pc:spChg>
        <pc:graphicFrameChg chg="add mod">
          <ac:chgData name="Diana Shareny Martinez Rodriguez" userId="f2c49ec6-6c11-4dae-a3ef-cb4909170a65" providerId="ADAL" clId="{AABB945E-44BA-4143-81BB-F4C01DB1B502}" dt="2026-06-26T17:32:47.606" v="132" actId="1076"/>
          <ac:graphicFrameMkLst>
            <pc:docMk/>
            <pc:sldMk cId="540716406" sldId="280"/>
            <ac:graphicFrameMk id="3" creationId="{475D5DDA-AD21-4DCB-C7B3-F45F5885454C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17:32:47.606" v="132" actId="1076"/>
          <ac:graphicFrameMkLst>
            <pc:docMk/>
            <pc:sldMk cId="540716406" sldId="280"/>
            <ac:graphicFrameMk id="5" creationId="{DC424160-3095-A53B-2069-9551FF0708C1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17:36:30.291" v="223" actId="14100"/>
          <ac:graphicFrameMkLst>
            <pc:docMk/>
            <pc:sldMk cId="540716406" sldId="280"/>
            <ac:graphicFrameMk id="9" creationId="{322B54B9-482C-5930-00C0-7834F368BBED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17:36:42.421" v="225" actId="14100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addSp delSp modSp mod">
        <pc:chgData name="Diana Shareny Martinez Rodriguez" userId="f2c49ec6-6c11-4dae-a3ef-cb4909170a65" providerId="ADAL" clId="{AABB945E-44BA-4143-81BB-F4C01DB1B502}" dt="2026-06-26T17:39:47.532" v="245" actId="478"/>
        <pc:sldMkLst>
          <pc:docMk/>
          <pc:sldMk cId="3828482411" sldId="281"/>
        </pc:sldMkLst>
        <pc:graphicFrameChg chg="mod modGraphic">
          <ac:chgData name="Diana Shareny Martinez Rodriguez" userId="f2c49ec6-6c11-4dae-a3ef-cb4909170a65" providerId="ADAL" clId="{AABB945E-44BA-4143-81BB-F4C01DB1B502}" dt="2026-06-26T17:39:42.606" v="244" actId="207"/>
          <ac:graphicFrameMkLst>
            <pc:docMk/>
            <pc:sldMk cId="3828482411" sldId="281"/>
            <ac:graphicFrameMk id="5" creationId="{00000000-0000-0000-0000-000000000000}"/>
          </ac:graphicFrameMkLst>
        </pc:graphicFrameChg>
      </pc:sldChg>
      <pc:sldChg chg="modSp mod">
        <pc:chgData name="Diana Shareny Martinez Rodriguez" userId="f2c49ec6-6c11-4dae-a3ef-cb4909170a65" providerId="ADAL" clId="{AABB945E-44BA-4143-81BB-F4C01DB1B502}" dt="2026-06-26T00:05:54.069" v="40"/>
        <pc:sldMkLst>
          <pc:docMk/>
          <pc:sldMk cId="1524715485" sldId="283"/>
        </pc:sldMkLst>
        <pc:spChg chg="mod">
          <ac:chgData name="Diana Shareny Martinez Rodriguez" userId="f2c49ec6-6c11-4dae-a3ef-cb4909170a65" providerId="ADAL" clId="{AABB945E-44BA-4143-81BB-F4C01DB1B502}" dt="2026-06-26T00:05:54.069" v="40"/>
          <ac:spMkLst>
            <pc:docMk/>
            <pc:sldMk cId="1524715485" sldId="283"/>
            <ac:spMk id="5" creationId="{00000000-0000-0000-0000-000000000000}"/>
          </ac:spMkLst>
        </pc:spChg>
      </pc:sldChg>
      <pc:sldChg chg="addSp modSp mod">
        <pc:chgData name="Diana Shareny Martinez Rodriguez" userId="f2c49ec6-6c11-4dae-a3ef-cb4909170a65" providerId="ADAL" clId="{AABB945E-44BA-4143-81BB-F4C01DB1B502}" dt="2026-07-02T18:54:28.810" v="574" actId="20577"/>
        <pc:sldMkLst>
          <pc:docMk/>
          <pc:sldMk cId="364733940" sldId="284"/>
        </pc:sldMkLst>
        <pc:spChg chg="add mod">
          <ac:chgData name="Diana Shareny Martinez Rodriguez" userId="f2c49ec6-6c11-4dae-a3ef-cb4909170a65" providerId="ADAL" clId="{AABB945E-44BA-4143-81BB-F4C01DB1B502}" dt="2026-06-26T17:58:57.067" v="351" actId="1038"/>
          <ac:spMkLst>
            <pc:docMk/>
            <pc:sldMk cId="364733940" sldId="284"/>
            <ac:spMk id="13" creationId="{56CAB406-18B4-6472-9DA1-45BEB37A693F}"/>
          </ac:spMkLst>
        </pc:spChg>
        <pc:spChg chg="add mod">
          <ac:chgData name="Diana Shareny Martinez Rodriguez" userId="f2c49ec6-6c11-4dae-a3ef-cb4909170a65" providerId="ADAL" clId="{AABB945E-44BA-4143-81BB-F4C01DB1B502}" dt="2026-06-26T17:58:57.067" v="351" actId="1038"/>
          <ac:spMkLst>
            <pc:docMk/>
            <pc:sldMk cId="364733940" sldId="284"/>
            <ac:spMk id="15" creationId="{9ACBDEDB-488B-54F9-BF48-24849FB8661A}"/>
          </ac:spMkLst>
        </pc:spChg>
        <pc:spChg chg="add mod">
          <ac:chgData name="Diana Shareny Martinez Rodriguez" userId="f2c49ec6-6c11-4dae-a3ef-cb4909170a65" providerId="ADAL" clId="{AABB945E-44BA-4143-81BB-F4C01DB1B502}" dt="2026-06-26T17:58:57.067" v="351" actId="1038"/>
          <ac:spMkLst>
            <pc:docMk/>
            <pc:sldMk cId="364733940" sldId="284"/>
            <ac:spMk id="24" creationId="{14AE07CB-BEF3-7C9E-917D-DD5F66AF82FC}"/>
          </ac:spMkLst>
        </pc:spChg>
        <pc:spChg chg="add mod">
          <ac:chgData name="Diana Shareny Martinez Rodriguez" userId="f2c49ec6-6c11-4dae-a3ef-cb4909170a65" providerId="ADAL" clId="{AABB945E-44BA-4143-81BB-F4C01DB1B502}" dt="2026-06-26T17:58:57.067" v="351" actId="1038"/>
          <ac:spMkLst>
            <pc:docMk/>
            <pc:sldMk cId="364733940" sldId="284"/>
            <ac:spMk id="26" creationId="{1B307DBA-2811-3899-D44F-2C035698FD7D}"/>
          </ac:spMkLst>
        </pc:spChg>
        <pc:spChg chg="add mod">
          <ac:chgData name="Diana Shareny Martinez Rodriguez" userId="f2c49ec6-6c11-4dae-a3ef-cb4909170a65" providerId="ADAL" clId="{AABB945E-44BA-4143-81BB-F4C01DB1B502}" dt="2026-06-26T17:58:57.067" v="351" actId="1038"/>
          <ac:spMkLst>
            <pc:docMk/>
            <pc:sldMk cId="364733940" sldId="284"/>
            <ac:spMk id="28" creationId="{6D1CF1D4-59FC-937C-3776-353B9FB68118}"/>
          </ac:spMkLst>
        </pc:spChg>
        <pc:spChg chg="add mod">
          <ac:chgData name="Diana Shareny Martinez Rodriguez" userId="f2c49ec6-6c11-4dae-a3ef-cb4909170a65" providerId="ADAL" clId="{AABB945E-44BA-4143-81BB-F4C01DB1B502}" dt="2026-06-26T17:58:57.067" v="351" actId="1038"/>
          <ac:spMkLst>
            <pc:docMk/>
            <pc:sldMk cId="364733940" sldId="284"/>
            <ac:spMk id="32" creationId="{A2F8BE51-3670-E7EB-7C6B-9298ACED4AC6}"/>
          </ac:spMkLst>
        </pc:spChg>
        <pc:spChg chg="add mod">
          <ac:chgData name="Diana Shareny Martinez Rodriguez" userId="f2c49ec6-6c11-4dae-a3ef-cb4909170a65" providerId="ADAL" clId="{AABB945E-44BA-4143-81BB-F4C01DB1B502}" dt="2026-07-02T18:54:28.810" v="574" actId="20577"/>
          <ac:spMkLst>
            <pc:docMk/>
            <pc:sldMk cId="364733940" sldId="284"/>
            <ac:spMk id="34" creationId="{1E41FC49-F733-6DC6-2798-6E0AF8648CFA}"/>
          </ac:spMkLst>
        </pc:spChg>
        <pc:spChg chg="add mod">
          <ac:chgData name="Diana Shareny Martinez Rodriguez" userId="f2c49ec6-6c11-4dae-a3ef-cb4909170a65" providerId="ADAL" clId="{AABB945E-44BA-4143-81BB-F4C01DB1B502}" dt="2026-07-02T18:47:43.498" v="570" actId="20577"/>
          <ac:spMkLst>
            <pc:docMk/>
            <pc:sldMk cId="364733940" sldId="284"/>
            <ac:spMk id="36" creationId="{9E30BA78-ECF7-4D62-F11F-D46500E3B507}"/>
          </ac:spMkLst>
        </pc:spChg>
        <pc:graphicFrameChg chg="add mod">
          <ac:chgData name="Diana Shareny Martinez Rodriguez" userId="f2c49ec6-6c11-4dae-a3ef-cb4909170a65" providerId="ADAL" clId="{AABB945E-44BA-4143-81BB-F4C01DB1B502}" dt="2026-06-26T17:59:01.944" v="352" actId="1076"/>
          <ac:graphicFrameMkLst>
            <pc:docMk/>
            <pc:sldMk cId="364733940" sldId="284"/>
            <ac:graphicFrameMk id="8" creationId="{9F2C8EDB-C081-7548-2934-A409928F30A7}"/>
          </ac:graphicFrameMkLst>
        </pc:graphicFrameChg>
        <pc:graphicFrameChg chg="mod modGraphic">
          <ac:chgData name="Diana Shareny Martinez Rodriguez" userId="f2c49ec6-6c11-4dae-a3ef-cb4909170a65" providerId="ADAL" clId="{AABB945E-44BA-4143-81BB-F4C01DB1B502}" dt="2026-07-02T18:46:24.898" v="568"/>
          <ac:graphicFrameMkLst>
            <pc:docMk/>
            <pc:sldMk cId="364733940" sldId="284"/>
            <ac:graphicFrameMk id="21" creationId="{00000000-0000-0000-0000-000000000000}"/>
          </ac:graphicFrameMkLst>
        </pc:graphicFrameChg>
        <pc:graphicFrameChg chg="mod modGraphic">
          <ac:chgData name="Diana Shareny Martinez Rodriguez" userId="f2c49ec6-6c11-4dae-a3ef-cb4909170a65" providerId="ADAL" clId="{AABB945E-44BA-4143-81BB-F4C01DB1B502}" dt="2026-06-26T17:59:30.127" v="355" actId="1076"/>
          <ac:graphicFrameMkLst>
            <pc:docMk/>
            <pc:sldMk cId="364733940" sldId="284"/>
            <ac:graphicFrameMk id="22" creationId="{00000000-0000-0000-0000-000000000000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17:58:57.067" v="351" actId="1038"/>
          <ac:graphicFrameMkLst>
            <pc:docMk/>
            <pc:sldMk cId="364733940" sldId="284"/>
            <ac:graphicFrameMk id="30" creationId="{F65187B4-E019-710A-63F8-792775093552}"/>
          </ac:graphicFrameMkLst>
        </pc:graphicFrameChg>
        <pc:picChg chg="add mod">
          <ac:chgData name="Diana Shareny Martinez Rodriguez" userId="f2c49ec6-6c11-4dae-a3ef-cb4909170a65" providerId="ADAL" clId="{AABB945E-44BA-4143-81BB-F4C01DB1B502}" dt="2026-06-26T17:58:57.067" v="351" actId="1038"/>
          <ac:picMkLst>
            <pc:docMk/>
            <pc:sldMk cId="364733940" sldId="284"/>
            <ac:picMk id="4" creationId="{B5B28CAF-4AC6-31CA-44E4-25E342CEB789}"/>
          </ac:picMkLst>
        </pc:picChg>
      </pc:sldChg>
      <pc:sldChg chg="addSp modSp mod">
        <pc:chgData name="Diana Shareny Martinez Rodriguez" userId="f2c49ec6-6c11-4dae-a3ef-cb4909170a65" providerId="ADAL" clId="{AABB945E-44BA-4143-81BB-F4C01DB1B502}" dt="2026-06-26T19:21:34.710" v="484"/>
        <pc:sldMkLst>
          <pc:docMk/>
          <pc:sldMk cId="3805655920" sldId="288"/>
        </pc:sldMkLst>
        <pc:spChg chg="mod">
          <ac:chgData name="Diana Shareny Martinez Rodriguez" userId="f2c49ec6-6c11-4dae-a3ef-cb4909170a65" providerId="ADAL" clId="{AABB945E-44BA-4143-81BB-F4C01DB1B502}" dt="2026-06-26T19:21:34.710" v="484"/>
          <ac:spMkLst>
            <pc:docMk/>
            <pc:sldMk cId="3805655920" sldId="288"/>
            <ac:spMk id="4" creationId="{00000000-0000-0000-0000-000000000000}"/>
          </ac:spMkLst>
        </pc:spChg>
        <pc:spChg chg="add mod">
          <ac:chgData name="Diana Shareny Martinez Rodriguez" userId="f2c49ec6-6c11-4dae-a3ef-cb4909170a65" providerId="ADAL" clId="{AABB945E-44BA-4143-81BB-F4C01DB1B502}" dt="2026-06-26T19:15:27.312" v="479" actId="1076"/>
          <ac:spMkLst>
            <pc:docMk/>
            <pc:sldMk cId="3805655920" sldId="288"/>
            <ac:spMk id="8" creationId="{BAF39136-8081-BE1D-C95E-C27597F09F6E}"/>
          </ac:spMkLst>
        </pc:spChg>
        <pc:spChg chg="add mod">
          <ac:chgData name="Diana Shareny Martinez Rodriguez" userId="f2c49ec6-6c11-4dae-a3ef-cb4909170a65" providerId="ADAL" clId="{AABB945E-44BA-4143-81BB-F4C01DB1B502}" dt="2026-06-26T19:15:03.678" v="477" actId="1036"/>
          <ac:spMkLst>
            <pc:docMk/>
            <pc:sldMk cId="3805655920" sldId="288"/>
            <ac:spMk id="16" creationId="{EE08F9AC-4F5A-67C0-BA2B-5AD985503E4D}"/>
          </ac:spMkLst>
        </pc:spChg>
        <pc:spChg chg="add mod">
          <ac:chgData name="Diana Shareny Martinez Rodriguez" userId="f2c49ec6-6c11-4dae-a3ef-cb4909170a65" providerId="ADAL" clId="{AABB945E-44BA-4143-81BB-F4C01DB1B502}" dt="2026-06-26T19:15:03.678" v="477" actId="1036"/>
          <ac:spMkLst>
            <pc:docMk/>
            <pc:sldMk cId="3805655920" sldId="288"/>
            <ac:spMk id="18" creationId="{3DD815BF-02F4-768C-90DB-F91F301A5DFE}"/>
          </ac:spMkLst>
        </pc:spChg>
        <pc:spChg chg="add mod">
          <ac:chgData name="Diana Shareny Martinez Rodriguez" userId="f2c49ec6-6c11-4dae-a3ef-cb4909170a65" providerId="ADAL" clId="{AABB945E-44BA-4143-81BB-F4C01DB1B502}" dt="2026-06-26T19:15:03.678" v="477" actId="1036"/>
          <ac:spMkLst>
            <pc:docMk/>
            <pc:sldMk cId="3805655920" sldId="288"/>
            <ac:spMk id="20" creationId="{3DEB53D6-7CE2-389F-52E7-EDA9AC80581D}"/>
          </ac:spMkLst>
        </pc:spChg>
        <pc:spChg chg="add mod">
          <ac:chgData name="Diana Shareny Martinez Rodriguez" userId="f2c49ec6-6c11-4dae-a3ef-cb4909170a65" providerId="ADAL" clId="{AABB945E-44BA-4143-81BB-F4C01DB1B502}" dt="2026-06-26T19:15:03.678" v="477" actId="1036"/>
          <ac:spMkLst>
            <pc:docMk/>
            <pc:sldMk cId="3805655920" sldId="288"/>
            <ac:spMk id="22" creationId="{063E7AB5-04EC-2662-D196-C022B68A70CE}"/>
          </ac:spMkLst>
        </pc:spChg>
        <pc:graphicFrameChg chg="mod">
          <ac:chgData name="Diana Shareny Martinez Rodriguez" userId="f2c49ec6-6c11-4dae-a3ef-cb4909170a65" providerId="ADAL" clId="{AABB945E-44BA-4143-81BB-F4C01DB1B502}" dt="2026-06-26T19:14:35.706" v="410" actId="1076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19:14:38.513" v="411" actId="1076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19:15:34.795" v="481" actId="1076"/>
          <ac:graphicFrameMkLst>
            <pc:docMk/>
            <pc:sldMk cId="3805655920" sldId="288"/>
            <ac:graphicFrameMk id="10" creationId="{E9541799-CE1B-F93C-3DA4-F1C3467AA95D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19:15:30.278" v="480" actId="1076"/>
          <ac:graphicFrameMkLst>
            <pc:docMk/>
            <pc:sldMk cId="3805655920" sldId="288"/>
            <ac:graphicFrameMk id="12" creationId="{3C2A2B7A-69EB-81CA-754A-75D5627911BC}"/>
          </ac:graphicFrameMkLst>
        </pc:graphicFrameChg>
        <pc:picChg chg="add mod">
          <ac:chgData name="Diana Shareny Martinez Rodriguez" userId="f2c49ec6-6c11-4dae-a3ef-cb4909170a65" providerId="ADAL" clId="{AABB945E-44BA-4143-81BB-F4C01DB1B502}" dt="2026-06-26T19:15:03.678" v="477" actId="1036"/>
          <ac:picMkLst>
            <pc:docMk/>
            <pc:sldMk cId="3805655920" sldId="288"/>
            <ac:picMk id="24" creationId="{E60DF942-58CD-577D-7522-6854F53F3C54}"/>
          </ac:picMkLst>
        </pc:picChg>
        <pc:picChg chg="add mod">
          <ac:chgData name="Diana Shareny Martinez Rodriguez" userId="f2c49ec6-6c11-4dae-a3ef-cb4909170a65" providerId="ADAL" clId="{AABB945E-44BA-4143-81BB-F4C01DB1B502}" dt="2026-06-26T19:15:03.678" v="477" actId="1036"/>
          <ac:picMkLst>
            <pc:docMk/>
            <pc:sldMk cId="3805655920" sldId="288"/>
            <ac:picMk id="26" creationId="{0C0F865F-CC6F-5B3A-4F0E-A841679092C9}"/>
          </ac:picMkLst>
        </pc:picChg>
        <pc:picChg chg="add mod">
          <ac:chgData name="Diana Shareny Martinez Rodriguez" userId="f2c49ec6-6c11-4dae-a3ef-cb4909170a65" providerId="ADAL" clId="{AABB945E-44BA-4143-81BB-F4C01DB1B502}" dt="2026-06-26T19:15:03.678" v="477" actId="1036"/>
          <ac:picMkLst>
            <pc:docMk/>
            <pc:sldMk cId="3805655920" sldId="288"/>
            <ac:picMk id="28" creationId="{56D93CAC-5861-808A-FEC5-EB911F5523CB}"/>
          </ac:picMkLst>
        </pc:picChg>
      </pc:sldChg>
      <pc:sldChg chg="addSp delSp modSp mod">
        <pc:chgData name="Diana Shareny Martinez Rodriguez" userId="f2c49ec6-6c11-4dae-a3ef-cb4909170a65" providerId="ADAL" clId="{AABB945E-44BA-4143-81BB-F4C01DB1B502}" dt="2026-06-26T18:25:43.083" v="386" actId="572"/>
        <pc:sldMkLst>
          <pc:docMk/>
          <pc:sldMk cId="3240565764" sldId="297"/>
        </pc:sldMkLst>
        <pc:spChg chg="mod">
          <ac:chgData name="Diana Shareny Martinez Rodriguez" userId="f2c49ec6-6c11-4dae-a3ef-cb4909170a65" providerId="ADAL" clId="{AABB945E-44BA-4143-81BB-F4C01DB1B502}" dt="2026-06-26T18:22:41.203" v="373" actId="20577"/>
          <ac:spMkLst>
            <pc:docMk/>
            <pc:sldMk cId="3240565764" sldId="297"/>
            <ac:spMk id="24" creationId="{00000000-0000-0000-0000-000000000000}"/>
          </ac:spMkLst>
        </pc:spChg>
        <pc:graphicFrameChg chg="modGraphic">
          <ac:chgData name="Diana Shareny Martinez Rodriguez" userId="f2c49ec6-6c11-4dae-a3ef-cb4909170a65" providerId="ADAL" clId="{AABB945E-44BA-4143-81BB-F4C01DB1B502}" dt="2026-06-26T17:58:10.001" v="271" actId="2062"/>
          <ac:graphicFrameMkLst>
            <pc:docMk/>
            <pc:sldMk cId="3240565764" sldId="297"/>
            <ac:graphicFrameMk id="20" creationId="{00000000-0000-0000-0000-000000000000}"/>
          </ac:graphicFrameMkLst>
        </pc:graphicFrameChg>
        <pc:graphicFrameChg chg="mod modGraphic">
          <ac:chgData name="Diana Shareny Martinez Rodriguez" userId="f2c49ec6-6c11-4dae-a3ef-cb4909170a65" providerId="ADAL" clId="{AABB945E-44BA-4143-81BB-F4C01DB1B502}" dt="2026-06-26T18:14:24.723" v="369" actId="20577"/>
          <ac:graphicFrameMkLst>
            <pc:docMk/>
            <pc:sldMk cId="3240565764" sldId="297"/>
            <ac:graphicFrameMk id="21" creationId="{00000000-0000-0000-0000-000000000000}"/>
          </ac:graphicFrameMkLst>
        </pc:graphicFrameChg>
        <pc:graphicFrameChg chg="mod modGraphic">
          <ac:chgData name="Diana Shareny Martinez Rodriguez" userId="f2c49ec6-6c11-4dae-a3ef-cb4909170a65" providerId="ADAL" clId="{AABB945E-44BA-4143-81BB-F4C01DB1B502}" dt="2026-06-26T18:25:35.406" v="384" actId="572"/>
          <ac:graphicFrameMkLst>
            <pc:docMk/>
            <pc:sldMk cId="3240565764" sldId="297"/>
            <ac:graphicFrameMk id="22" creationId="{00000000-0000-0000-0000-000000000000}"/>
          </ac:graphicFrameMkLst>
        </pc:graphicFrameChg>
        <pc:graphicFrameChg chg="mod modGraphic">
          <ac:chgData name="Diana Shareny Martinez Rodriguez" userId="f2c49ec6-6c11-4dae-a3ef-cb4909170a65" providerId="ADAL" clId="{AABB945E-44BA-4143-81BB-F4C01DB1B502}" dt="2026-06-26T18:25:43.083" v="386" actId="572"/>
          <ac:graphicFrameMkLst>
            <pc:docMk/>
            <pc:sldMk cId="3240565764" sldId="297"/>
            <ac:graphicFrameMk id="23" creationId="{00000000-0000-0000-0000-000000000000}"/>
          </ac:graphicFrameMkLst>
        </pc:graphicFrameChg>
        <pc:picChg chg="add del">
          <ac:chgData name="Diana Shareny Martinez Rodriguez" userId="f2c49ec6-6c11-4dae-a3ef-cb4909170a65" providerId="ADAL" clId="{AABB945E-44BA-4143-81BB-F4C01DB1B502}" dt="2026-06-26T18:25:19.593" v="379" actId="478"/>
          <ac:picMkLst>
            <pc:docMk/>
            <pc:sldMk cId="3240565764" sldId="297"/>
            <ac:picMk id="7" creationId="{61E85F73-EE1A-55C2-43F6-7883175FE1E5}"/>
          </ac:picMkLst>
        </pc:picChg>
        <pc:picChg chg="mod">
          <ac:chgData name="Diana Shareny Martinez Rodriguez" userId="f2c49ec6-6c11-4dae-a3ef-cb4909170a65" providerId="ADAL" clId="{AABB945E-44BA-4143-81BB-F4C01DB1B502}" dt="2026-06-26T18:25:21.754" v="380" actId="1076"/>
          <ac:picMkLst>
            <pc:docMk/>
            <pc:sldMk cId="3240565764" sldId="297"/>
            <ac:picMk id="14" creationId="{8A7CC9B7-B63A-2B0A-A878-563D1EAA13D9}"/>
          </ac:picMkLst>
        </pc:picChg>
      </pc:sldChg>
      <pc:sldChg chg="addSp delSp modSp mod">
        <pc:chgData name="Diana Shareny Martinez Rodriguez" userId="f2c49ec6-6c11-4dae-a3ef-cb4909170a65" providerId="ADAL" clId="{AABB945E-44BA-4143-81BB-F4C01DB1B502}" dt="2026-07-02T20:20:32.648" v="781" actId="478"/>
        <pc:sldMkLst>
          <pc:docMk/>
          <pc:sldMk cId="1631360480" sldId="299"/>
        </pc:sldMkLst>
        <pc:spChg chg="mod">
          <ac:chgData name="Diana Shareny Martinez Rodriguez" userId="f2c49ec6-6c11-4dae-a3ef-cb4909170a65" providerId="ADAL" clId="{AABB945E-44BA-4143-81BB-F4C01DB1B502}" dt="2026-06-26T00:25:25.599" v="53" actId="1076"/>
          <ac:spMkLst>
            <pc:docMk/>
            <pc:sldMk cId="1631360480" sldId="299"/>
            <ac:spMk id="7" creationId="{00000000-0000-0000-0000-000000000000}"/>
          </ac:spMkLst>
        </pc:spChg>
        <pc:spChg chg="add del mod">
          <ac:chgData name="Diana Shareny Martinez Rodriguez" userId="f2c49ec6-6c11-4dae-a3ef-cb4909170a65" providerId="ADAL" clId="{AABB945E-44BA-4143-81BB-F4C01DB1B502}" dt="2026-07-02T20:20:32.648" v="781" actId="478"/>
          <ac:spMkLst>
            <pc:docMk/>
            <pc:sldMk cId="1631360480" sldId="299"/>
            <ac:spMk id="10" creationId="{5475A766-04F7-8871-11D1-70B09F117D33}"/>
          </ac:spMkLst>
        </pc:spChg>
        <pc:spChg chg="add mod">
          <ac:chgData name="Diana Shareny Martinez Rodriguez" userId="f2c49ec6-6c11-4dae-a3ef-cb4909170a65" providerId="ADAL" clId="{AABB945E-44BA-4143-81BB-F4C01DB1B502}" dt="2026-06-26T23:34:06.032" v="489" actId="207"/>
          <ac:spMkLst>
            <pc:docMk/>
            <pc:sldMk cId="1631360480" sldId="299"/>
            <ac:spMk id="16" creationId="{D5238623-3CB4-5AAA-1166-096E58E0951E}"/>
          </ac:spMkLst>
        </pc:spChg>
        <pc:graphicFrameChg chg="mod modGraphic">
          <ac:chgData name="Diana Shareny Martinez Rodriguez" userId="f2c49ec6-6c11-4dae-a3ef-cb4909170a65" providerId="ADAL" clId="{AABB945E-44BA-4143-81BB-F4C01DB1B502}" dt="2026-07-02T19:35:46.482" v="743" actId="207"/>
          <ac:graphicFrameMkLst>
            <pc:docMk/>
            <pc:sldMk cId="1631360480" sldId="299"/>
            <ac:graphicFrameMk id="9" creationId="{00000000-0000-0000-0000-000000000000}"/>
          </ac:graphicFrameMkLst>
        </pc:graphicFrameChg>
        <pc:graphicFrameChg chg="add del mod">
          <ac:chgData name="Diana Shareny Martinez Rodriguez" userId="f2c49ec6-6c11-4dae-a3ef-cb4909170a65" providerId="ADAL" clId="{AABB945E-44BA-4143-81BB-F4C01DB1B502}" dt="2026-07-02T20:18:07.918" v="758" actId="478"/>
          <ac:graphicFrameMkLst>
            <pc:docMk/>
            <pc:sldMk cId="1631360480" sldId="299"/>
            <ac:graphicFrameMk id="13" creationId="{850B1015-DF5F-141B-5B50-4745E5EADA55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7-02T20:18:18.650" v="761"/>
          <ac:graphicFrameMkLst>
            <pc:docMk/>
            <pc:sldMk cId="1631360480" sldId="299"/>
            <ac:graphicFrameMk id="14" creationId="{850B1015-DF5F-141B-5B50-4745E5EADA55}"/>
          </ac:graphicFrameMkLst>
        </pc:graphicFrameChg>
        <pc:graphicFrameChg chg="add del mod">
          <ac:chgData name="Diana Shareny Martinez Rodriguez" userId="f2c49ec6-6c11-4dae-a3ef-cb4909170a65" providerId="ADAL" clId="{AABB945E-44BA-4143-81BB-F4C01DB1B502}" dt="2026-07-02T20:19:07.543" v="766" actId="478"/>
          <ac:graphicFrameMkLst>
            <pc:docMk/>
            <pc:sldMk cId="1631360480" sldId="299"/>
            <ac:graphicFrameMk id="15" creationId="{850B1015-DF5F-141B-5B50-4745E5EADA55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7-02T20:19:58" v="769"/>
          <ac:graphicFrameMkLst>
            <pc:docMk/>
            <pc:sldMk cId="1631360480" sldId="299"/>
            <ac:graphicFrameMk id="17" creationId="{850B1015-DF5F-141B-5B50-4745E5EADA55}"/>
          </ac:graphicFrameMkLst>
        </pc:graphicFrameChg>
        <pc:picChg chg="del mod">
          <ac:chgData name="Diana Shareny Martinez Rodriguez" userId="f2c49ec6-6c11-4dae-a3ef-cb4909170a65" providerId="ADAL" clId="{AABB945E-44BA-4143-81BB-F4C01DB1B502}" dt="2026-07-02T20:11:58.998" v="747" actId="478"/>
          <ac:picMkLst>
            <pc:docMk/>
            <pc:sldMk cId="1631360480" sldId="299"/>
            <ac:picMk id="6" creationId="{00000000-0000-0000-0000-000000000000}"/>
          </ac:picMkLst>
        </pc:picChg>
        <pc:picChg chg="add del mod modCrop">
          <ac:chgData name="Diana Shareny Martinez Rodriguez" userId="f2c49ec6-6c11-4dae-a3ef-cb4909170a65" providerId="ADAL" clId="{AABB945E-44BA-4143-81BB-F4C01DB1B502}" dt="2026-07-02T20:12:22.195" v="754" actId="478"/>
          <ac:picMkLst>
            <pc:docMk/>
            <pc:sldMk cId="1631360480" sldId="299"/>
            <ac:picMk id="12" creationId="{F7C29EC0-E18D-DA73-B494-2C72C4DDB14A}"/>
          </ac:picMkLst>
        </pc:picChg>
        <pc:picChg chg="add mod modCrop">
          <ac:chgData name="Diana Shareny Martinez Rodriguez" userId="f2c49ec6-6c11-4dae-a3ef-cb4909170a65" providerId="ADAL" clId="{AABB945E-44BA-4143-81BB-F4C01DB1B502}" dt="2026-07-02T20:20:23.135" v="780" actId="1076"/>
          <ac:picMkLst>
            <pc:docMk/>
            <pc:sldMk cId="1631360480" sldId="299"/>
            <ac:picMk id="19" creationId="{55DDC951-9336-9D0B-B4BC-45238B339330}"/>
          </ac:picMkLst>
        </pc:picChg>
        <pc:cxnChg chg="mod">
          <ac:chgData name="Diana Shareny Martinez Rodriguez" userId="f2c49ec6-6c11-4dae-a3ef-cb4909170a65" providerId="ADAL" clId="{AABB945E-44BA-4143-81BB-F4C01DB1B502}" dt="2026-06-26T00:25:28.375" v="54" actId="1076"/>
          <ac:cxnSpMkLst>
            <pc:docMk/>
            <pc:sldMk cId="1631360480" sldId="299"/>
            <ac:cxnSpMk id="8" creationId="{00000000-0000-0000-0000-000000000000}"/>
          </ac:cxnSpMkLst>
        </pc:cxnChg>
      </pc:sldChg>
      <pc:sldChg chg="modSp mod">
        <pc:chgData name="Diana Shareny Martinez Rodriguez" userId="f2c49ec6-6c11-4dae-a3ef-cb4909170a65" providerId="ADAL" clId="{AABB945E-44BA-4143-81BB-F4C01DB1B502}" dt="2026-07-02T18:35:56.199" v="558"/>
        <pc:sldMkLst>
          <pc:docMk/>
          <pc:sldMk cId="0" sldId="300"/>
        </pc:sldMkLst>
        <pc:spChg chg="mod">
          <ac:chgData name="Diana Shareny Martinez Rodriguez" userId="f2c49ec6-6c11-4dae-a3ef-cb4909170a65" providerId="ADAL" clId="{AABB945E-44BA-4143-81BB-F4C01DB1B502}" dt="2026-06-26T00:06:16.221" v="44" actId="20577"/>
          <ac:spMkLst>
            <pc:docMk/>
            <pc:sldMk cId="0" sldId="300"/>
            <ac:spMk id="4" creationId="{00000000-0000-0000-0000-000000000000}"/>
          </ac:spMkLst>
        </pc:spChg>
        <pc:graphicFrameChg chg="modGraphic">
          <ac:chgData name="Diana Shareny Martinez Rodriguez" userId="f2c49ec6-6c11-4dae-a3ef-cb4909170a65" providerId="ADAL" clId="{AABB945E-44BA-4143-81BB-F4C01DB1B502}" dt="2026-07-02T18:35:13.980" v="555" actId="20577"/>
          <ac:graphicFrameMkLst>
            <pc:docMk/>
            <pc:sldMk cId="0" sldId="300"/>
            <ac:graphicFrameMk id="10" creationId="{00000000-0000-0000-0000-000000000000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7-02T18:35:31.202" v="556"/>
          <ac:graphicFrameMkLst>
            <pc:docMk/>
            <pc:sldMk cId="0" sldId="300"/>
            <ac:graphicFrameMk id="11" creationId="{00000000-0000-0000-0000-000000000000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7-02T18:35:41.212" v="557"/>
          <ac:graphicFrameMkLst>
            <pc:docMk/>
            <pc:sldMk cId="0" sldId="300"/>
            <ac:graphicFrameMk id="15" creationId="{00000000-0000-0000-0000-000000000000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7-02T18:35:56.199" v="558"/>
          <ac:graphicFrameMkLst>
            <pc:docMk/>
            <pc:sldMk cId="0" sldId="300"/>
            <ac:graphicFrameMk id="16" creationId="{00000000-0000-0000-0000-000000000000}"/>
          </ac:graphicFrameMkLst>
        </pc:graphicFrameChg>
      </pc:sldChg>
      <pc:sldChg chg="modSp mod">
        <pc:chgData name="Diana Shareny Martinez Rodriguez" userId="f2c49ec6-6c11-4dae-a3ef-cb4909170a65" providerId="ADAL" clId="{AABB945E-44BA-4143-81BB-F4C01DB1B502}" dt="2026-06-26T00:06:26.430" v="48" actId="20577"/>
        <pc:sldMkLst>
          <pc:docMk/>
          <pc:sldMk cId="0" sldId="301"/>
        </pc:sldMkLst>
        <pc:spChg chg="mod">
          <ac:chgData name="Diana Shareny Martinez Rodriguez" userId="f2c49ec6-6c11-4dae-a3ef-cb4909170a65" providerId="ADAL" clId="{AABB945E-44BA-4143-81BB-F4C01DB1B502}" dt="2026-06-26T00:06:26.430" v="48" actId="20577"/>
          <ac:spMkLst>
            <pc:docMk/>
            <pc:sldMk cId="0" sldId="301"/>
            <ac:spMk id="4" creationId="{00000000-0000-0000-0000-000000000000}"/>
          </ac:spMkLst>
        </pc:spChg>
      </pc:sldChg>
      <pc:sldChg chg="add">
        <pc:chgData name="Diana Shareny Martinez Rodriguez" userId="f2c49ec6-6c11-4dae-a3ef-cb4909170a65" providerId="ADAL" clId="{AABB945E-44BA-4143-81BB-F4C01DB1B502}" dt="2026-06-25T23:13:05.442" v="0"/>
        <pc:sldMkLst>
          <pc:docMk/>
          <pc:sldMk cId="0" sldId="303"/>
        </pc:sldMkLst>
      </pc:sldChg>
    </pc:docChg>
  </pc:docChgLst>
  <pc:docChgLst>
    <pc:chgData name="Rohan Myron Oprisko" userId="a7c52ab4-f8b1-4d15-aaf6-6388cc510347" providerId="ADAL" clId="{EEEE6C0E-EB18-4E43-B633-E5F95274828B}"/>
    <pc:docChg chg="custSel modSld">
      <pc:chgData name="Rohan Myron Oprisko" userId="a7c52ab4-f8b1-4d15-aaf6-6388cc510347" providerId="ADAL" clId="{EEEE6C0E-EB18-4E43-B633-E5F95274828B}" dt="2026-06-23T19:22:49.838" v="10" actId="1076"/>
      <pc:docMkLst>
        <pc:docMk/>
      </pc:docMkLst>
      <pc:sldChg chg="addSp delSp modSp mod">
        <pc:chgData name="Rohan Myron Oprisko" userId="a7c52ab4-f8b1-4d15-aaf6-6388cc510347" providerId="ADAL" clId="{EEEE6C0E-EB18-4E43-B633-E5F95274828B}" dt="2026-06-23T19:22:49.838" v="10" actId="1076"/>
        <pc:sldMkLst>
          <pc:docMk/>
          <pc:sldMk cId="0" sldId="260"/>
        </pc:sldMkLst>
        <pc:spChg chg="add mod">
          <ac:chgData name="Rohan Myron Oprisko" userId="a7c52ab4-f8b1-4d15-aaf6-6388cc510347" providerId="ADAL" clId="{EEEE6C0E-EB18-4E43-B633-E5F95274828B}" dt="2026-06-23T19:22:49.838" v="10" actId="1076"/>
          <ac:spMkLst>
            <pc:docMk/>
            <pc:sldMk cId="0" sldId="260"/>
            <ac:spMk id="2" creationId="{53D161FB-1C58-514F-9DA9-65B3CBC3CAB7}"/>
          </ac:spMkLst>
        </pc:spChg>
      </pc:sldChg>
    </pc:docChg>
  </pc:docChgLst>
  <pc:docChgLst>
    <pc:chgData name="Laura Patricia Galvan Chavez" userId="6b13af50-ce8b-483e-8fc4-f994efaf3289" providerId="ADAL" clId="{655D084B-7DF1-4C24-9447-417D7DC498B8}"/>
    <pc:docChg chg="undo custSel modSld">
      <pc:chgData name="Laura Patricia Galvan Chavez" userId="6b13af50-ce8b-483e-8fc4-f994efaf3289" providerId="ADAL" clId="{655D084B-7DF1-4C24-9447-417D7DC498B8}" dt="2026-07-02T20:53:18.655" v="38" actId="20577"/>
      <pc:docMkLst>
        <pc:docMk/>
      </pc:docMkLst>
      <pc:sldChg chg="delSp modSp mod">
        <pc:chgData name="Laura Patricia Galvan Chavez" userId="6b13af50-ce8b-483e-8fc4-f994efaf3289" providerId="ADAL" clId="{655D084B-7DF1-4C24-9447-417D7DC498B8}" dt="2026-06-29T16:27:09.709" v="21" actId="14100"/>
        <pc:sldMkLst>
          <pc:docMk/>
          <pc:sldMk cId="0" sldId="277"/>
        </pc:sldMkLst>
        <pc:picChg chg="mod">
          <ac:chgData name="Laura Patricia Galvan Chavez" userId="6b13af50-ce8b-483e-8fc4-f994efaf3289" providerId="ADAL" clId="{655D084B-7DF1-4C24-9447-417D7DC498B8}" dt="2026-06-29T16:27:09.709" v="21" actId="14100"/>
          <ac:picMkLst>
            <pc:docMk/>
            <pc:sldMk cId="0" sldId="277"/>
            <ac:picMk id="470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9T16:28:14.348" v="26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6:28:14.348" v="26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56:05.631" v="29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19:56:05.631" v="29" actId="1076"/>
          <ac:spMkLst>
            <pc:docMk/>
            <pc:sldMk cId="3805655920" sldId="288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2T20:53:18.655" v="38" actId="20577"/>
        <pc:sldMkLst>
          <pc:docMk/>
          <pc:sldMk cId="3240565764" sldId="297"/>
        </pc:sldMkLst>
        <pc:graphicFrameChg chg="modGraphic">
          <ac:chgData name="Laura Patricia Galvan Chavez" userId="6b13af50-ce8b-483e-8fc4-f994efaf3289" providerId="ADAL" clId="{655D084B-7DF1-4C24-9447-417D7DC498B8}" dt="2026-07-02T20:53:18.655" v="38" actId="20577"/>
          <ac:graphicFrameMkLst>
            <pc:docMk/>
            <pc:sldMk cId="3240565764" sldId="297"/>
            <ac:graphicFrameMk id="21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0:46:50.715" v="32" actId="20577"/>
        <pc:sldMkLst>
          <pc:docMk/>
          <pc:sldMk cId="0" sldId="303"/>
        </pc:sldMkLst>
        <pc:graphicFrameChg chg="modGraphic">
          <ac:chgData name="Laura Patricia Galvan Chavez" userId="6b13af50-ce8b-483e-8fc4-f994efaf3289" providerId="ADAL" clId="{655D084B-7DF1-4C24-9447-417D7DC498B8}" dt="2026-07-02T20:46:50.715" v="32" actId="20577"/>
          <ac:graphicFrameMkLst>
            <pc:docMk/>
            <pc:sldMk cId="0" sldId="303"/>
            <ac:graphicFrameMk id="68" creationId="{00000000-0000-0000-0000-000000000000}"/>
          </ac:graphicFrameMkLst>
        </pc:graphicFrameChg>
      </pc:sldChg>
    </pc:docChg>
  </pc:docChgLst>
  <pc:docChgLst>
    <pc:chgData name="Laura Patricia Galvan Chavez" userId="S::laura.galvan@imss.gob.mx::6b13af50-ce8b-483e-8fc4-f994efaf3289" providerId="AD" clId="Web-{AD88CD68-AA48-FA9C-70A6-1ABC3057F282}"/>
    <pc:docChg chg="modSld">
      <pc:chgData name="Laura Patricia Galvan Chavez" userId="S::laura.galvan@imss.gob.mx::6b13af50-ce8b-483e-8fc4-f994efaf3289" providerId="AD" clId="Web-{AD88CD68-AA48-FA9C-70A6-1ABC3057F282}" dt="2026-06-23T20:57:26.197" v="34"/>
      <pc:docMkLst>
        <pc:docMk/>
      </pc:docMkLst>
      <pc:sldChg chg="delSp">
        <pc:chgData name="Laura Patricia Galvan Chavez" userId="S::laura.galvan@imss.gob.mx::6b13af50-ce8b-483e-8fc4-f994efaf3289" providerId="AD" clId="Web-{AD88CD68-AA48-FA9C-70A6-1ABC3057F282}" dt="2026-06-23T20:57:26.197" v="34"/>
        <pc:sldMkLst>
          <pc:docMk/>
          <pc:sldMk cId="364733940" sldId="284"/>
        </pc:sldMkLst>
      </pc:sldChg>
      <pc:sldChg chg="addSp delSp modSp">
        <pc:chgData name="Laura Patricia Galvan Chavez" userId="S::laura.galvan@imss.gob.mx::6b13af50-ce8b-483e-8fc4-f994efaf3289" providerId="AD" clId="Web-{AD88CD68-AA48-FA9C-70A6-1ABC3057F282}" dt="2026-06-23T20:56:31.446" v="32" actId="14100"/>
        <pc:sldMkLst>
          <pc:docMk/>
          <pc:sldMk cId="3240565764" sldId="297"/>
        </pc:sldMkLst>
        <pc:spChg chg="mod">
          <ac:chgData name="Laura Patricia Galvan Chavez" userId="S::laura.galvan@imss.gob.mx::6b13af50-ce8b-483e-8fc4-f994efaf3289" providerId="AD" clId="Web-{AD88CD68-AA48-FA9C-70A6-1ABC3057F282}" dt="2026-06-23T20:51:57.533" v="5" actId="1076"/>
          <ac:spMkLst>
            <pc:docMk/>
            <pc:sldMk cId="3240565764" sldId="297"/>
            <ac:spMk id="16" creationId="{453288B5-B8D0-EC78-DB89-D4E8E2B4815F}"/>
          </ac:spMkLst>
        </pc:spChg>
        <pc:spChg chg="mod">
          <ac:chgData name="Laura Patricia Galvan Chavez" userId="S::laura.galvan@imss.gob.mx::6b13af50-ce8b-483e-8fc4-f994efaf3289" providerId="AD" clId="Web-{AD88CD68-AA48-FA9C-70A6-1ABC3057F282}" dt="2026-06-23T20:51:52.127" v="4" actId="1076"/>
          <ac:spMkLst>
            <pc:docMk/>
            <pc:sldMk cId="3240565764" sldId="297"/>
            <ac:spMk id="18" creationId="{EAA4AD06-6D0C-9D1B-41F2-6AC307BA4C2A}"/>
          </ac:spMkLst>
        </pc:spChg>
        <pc:picChg chg="add mod">
          <ac:chgData name="Laura Patricia Galvan Chavez" userId="S::laura.galvan@imss.gob.mx::6b13af50-ce8b-483e-8fc4-f994efaf3289" providerId="AD" clId="Web-{AD88CD68-AA48-FA9C-70A6-1ABC3057F282}" dt="2026-06-23T20:56:12.664" v="29" actId="1076"/>
          <ac:picMkLst>
            <pc:docMk/>
            <pc:sldMk cId="3240565764" sldId="297"/>
            <ac:picMk id="7" creationId="{61E85F73-EE1A-55C2-43F6-7883175FE1E5}"/>
          </ac:picMkLst>
        </pc:picChg>
        <pc:picChg chg="add mod">
          <ac:chgData name="Laura Patricia Galvan Chavez" userId="S::laura.galvan@imss.gob.mx::6b13af50-ce8b-483e-8fc4-f994efaf3289" providerId="AD" clId="Web-{AD88CD68-AA48-FA9C-70A6-1ABC3057F282}" dt="2026-06-23T20:55:42.383" v="25" actId="1076"/>
          <ac:picMkLst>
            <pc:docMk/>
            <pc:sldMk cId="3240565764" sldId="297"/>
            <ac:picMk id="8" creationId="{D49953C2-2A08-D302-89A7-DDA457348FED}"/>
          </ac:picMkLst>
        </pc:picChg>
        <pc:picChg chg="add mod">
          <ac:chgData name="Laura Patricia Galvan Chavez" userId="S::laura.galvan@imss.gob.mx::6b13af50-ce8b-483e-8fc4-f994efaf3289" providerId="AD" clId="Web-{AD88CD68-AA48-FA9C-70A6-1ABC3057F282}" dt="2026-06-23T20:55:56.836" v="27" actId="1076"/>
          <ac:picMkLst>
            <pc:docMk/>
            <pc:sldMk cId="3240565764" sldId="297"/>
            <ac:picMk id="10" creationId="{1E770913-8D9C-DEEA-D97C-EEB25BB5D7D6}"/>
          </ac:picMkLst>
        </pc:picChg>
        <pc:picChg chg="add mod">
          <ac:chgData name="Laura Patricia Galvan Chavez" userId="S::laura.galvan@imss.gob.mx::6b13af50-ce8b-483e-8fc4-f994efaf3289" providerId="AD" clId="Web-{AD88CD68-AA48-FA9C-70A6-1ABC3057F282}" dt="2026-06-23T20:56:31.446" v="32" actId="14100"/>
          <ac:picMkLst>
            <pc:docMk/>
            <pc:sldMk cId="3240565764" sldId="297"/>
            <ac:picMk id="14" creationId="{8A7CC9B7-B63A-2B0A-A878-563D1EAA13D9}"/>
          </ac:picMkLst>
        </pc:picChg>
        <pc:picChg chg="mod">
          <ac:chgData name="Laura Patricia Galvan Chavez" userId="S::laura.galvan@imss.gob.mx::6b13af50-ce8b-483e-8fc4-f994efaf3289" providerId="AD" clId="Web-{AD88CD68-AA48-FA9C-70A6-1ABC3057F282}" dt="2026-06-23T20:51:52.127" v="3" actId="1076"/>
          <ac:picMkLst>
            <pc:docMk/>
            <pc:sldMk cId="3240565764" sldId="297"/>
            <ac:picMk id="17" creationId="{B72D96B9-510E-70DC-91C0-8C9FFA3D525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CA69-46F4-80C0-94CB81AF1E97}"/>
              </c:ext>
            </c:extLst>
          </c:dPt>
          <c:dPt>
            <c:idx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3-CA69-46F4-80C0-94CB81AF1E97}"/>
              </c:ext>
            </c:extLst>
          </c:dPt>
          <c:dPt>
            <c:idx val="2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5-CA69-46F4-80C0-94CB81AF1E97}"/>
              </c:ext>
            </c:extLst>
          </c:dPt>
          <c:dPt>
            <c:idx val="3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7-CA69-46F4-80C0-94CB81AF1E97}"/>
              </c:ext>
            </c:extLst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997041</c:v>
                </c:pt>
                <c:pt idx="1">
                  <c:v>185050</c:v>
                </c:pt>
                <c:pt idx="2">
                  <c:v>383163</c:v>
                </c:pt>
                <c:pt idx="3">
                  <c:v>2305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A69-46F4-80C0-94CB81AF1E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7C1-4BC3-9643-87F5797AA021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7C1-4BC3-9643-87F5797AA021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46.958268400480293</c:v>
                </c:pt>
                <c:pt idx="1">
                  <c:v>53.041731599519707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C1-4BC3-9643-87F5797AA0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8A5-4638-A05D-18C99F9A3DE0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8A5-4638-A05D-18C99F9A3DE0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13.5246684755</c:v>
                </c:pt>
                <c:pt idx="1">
                  <c:v>86.475331524500007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A5-4638-A05D-18C99F9A3D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CAA-4771-BFD5-BA51E4CE554C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CAA-4771-BFD5-BA51E4CE554C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45.490993025239604</c:v>
                </c:pt>
                <c:pt idx="1">
                  <c:v>54.509006974760396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CAA-4771-BFD5-BA51E4CE55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6AD-43C3-B312-DBA13489D97E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6AD-43C3-B312-DBA13489D97E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45.07408700066631</c:v>
                </c:pt>
                <c:pt idx="1">
                  <c:v>54.92591299933369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AD-43C3-B312-DBA13489D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8176-4C4F-9C2B-485FF77E5BC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109</c:v>
                </c:pt>
                <c:pt idx="2">
                  <c:v>110</c:v>
                </c:pt>
                <c:pt idx="3">
                  <c:v>109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8176-4C4F-9C2B-485FF77E5BC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Transportes y Comunicaciones</c:v>
                </c:pt>
                <c:pt idx="3">
                  <c:v>Ind Eléctrica y Captación y Suministro de Agua Potable</c:v>
                </c:pt>
                <c:pt idx="4">
                  <c:v>Comercio</c:v>
                </c:pt>
                <c:pt idx="5">
                  <c:v>Servicios Sociales y Comunales</c:v>
                </c:pt>
                <c:pt idx="6">
                  <c:v>Agricultura, Ganaderia, Silvicultura, Pesca y Caza</c:v>
                </c:pt>
                <c:pt idx="7">
                  <c:v>Industria de la Construcción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57031</c:v>
                </c:pt>
                <c:pt idx="1">
                  <c:v>135642</c:v>
                </c:pt>
                <c:pt idx="2">
                  <c:v>25709</c:v>
                </c:pt>
                <c:pt idx="3">
                  <c:v>690</c:v>
                </c:pt>
                <c:pt idx="4">
                  <c:v>63663</c:v>
                </c:pt>
                <c:pt idx="5">
                  <c:v>56358</c:v>
                </c:pt>
                <c:pt idx="6">
                  <c:v>7967</c:v>
                </c:pt>
                <c:pt idx="7">
                  <c:v>18728</c:v>
                </c:pt>
                <c:pt idx="8">
                  <c:v>612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7CC-4B03-B125-658B5325F4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Transportes y Comunicaciones</c:v>
                </c:pt>
                <c:pt idx="3">
                  <c:v>Ind Eléctrica y Captación y Suministro de Agua Potable</c:v>
                </c:pt>
                <c:pt idx="4">
                  <c:v>Comercio</c:v>
                </c:pt>
                <c:pt idx="5">
                  <c:v>Servicios Sociales y Comunales</c:v>
                </c:pt>
                <c:pt idx="6">
                  <c:v>Agricultura, Ganaderia, Silvicultura, Pesca y Caza</c:v>
                </c:pt>
                <c:pt idx="7">
                  <c:v>Industria de la Construcción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54815</c:v>
                </c:pt>
                <c:pt idx="1">
                  <c:v>132000</c:v>
                </c:pt>
                <c:pt idx="2">
                  <c:v>25167</c:v>
                </c:pt>
                <c:pt idx="3">
                  <c:v>691</c:v>
                </c:pt>
                <c:pt idx="4">
                  <c:v>64557</c:v>
                </c:pt>
                <c:pt idx="5">
                  <c:v>57745</c:v>
                </c:pt>
                <c:pt idx="6">
                  <c:v>8259</c:v>
                </c:pt>
                <c:pt idx="7">
                  <c:v>19442</c:v>
                </c:pt>
                <c:pt idx="8">
                  <c:v>666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7CC-4B03-B125-658B5325F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316019</c:v>
                </c:pt>
                <c:pt idx="1">
                  <c:v>326169</c:v>
                </c:pt>
                <c:pt idx="2">
                  <c:v>325819</c:v>
                </c:pt>
                <c:pt idx="3">
                  <c:v>331878</c:v>
                </c:pt>
                <c:pt idx="4">
                  <c:v>340347</c:v>
                </c:pt>
                <c:pt idx="5">
                  <c:v>351682</c:v>
                </c:pt>
                <c:pt idx="6">
                  <c:v>356824</c:v>
                </c:pt>
                <c:pt idx="7">
                  <c:v>366400</c:v>
                </c:pt>
                <c:pt idx="8">
                  <c:v>363342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CD9-4B94-A9E9-8AE88AA2D9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D068D0C9-5C61-C2D0-A591-600C5AC25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EEACE0F7-74C1-C001-C346-39CBF454B1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900D81EB-1C70-7A53-52E4-A8D178FA8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474DACAC-7046-EFB6-3CC7-8ADDDFD324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64527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chart" Target="../charts/chart6.xml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Aguascalientes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</a:t>
            </a:r>
            <a:r>
              <a:rPr lang="es-MX"/>
              <a:t>l</a:t>
            </a:r>
            <a:r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0" y="566124"/>
            <a:ext cx="7772400" cy="1659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8" name="Google Shape;68;p15"/>
          <p:cNvGraphicFramePr/>
          <p:nvPr>
            <p:extLst>
              <p:ext uri="{D42A27DB-BD31-4B8C-83A1-F6EECF244321}">
                <p14:modId xmlns:p14="http://schemas.microsoft.com/office/powerpoint/2010/main" val="2878714744"/>
              </p:ext>
            </p:extLst>
          </p:nvPr>
        </p:nvGraphicFramePr>
        <p:xfrm>
          <a:off x="793943" y="2498562"/>
          <a:ext cx="5356996" cy="6144833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851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517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Prestaciones Médicas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Dr. Víctor Iván García Godínez</a:t>
                      </a:r>
                      <a:endParaRPr sz="1000" b="1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Médico Internista</a:t>
                      </a:r>
                      <a:endParaRPr sz="1000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01 de octubre de 2024</a:t>
                      </a:r>
                      <a:endParaRPr sz="1000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20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Salud en el Trabajo, Prestaciones Económicas y Sociales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1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Dr. Gustavo Curiel Muro</a:t>
                      </a:r>
                      <a:endParaRPr sz="1000" b="1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Médico del Trabajo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16 de octubre de 2018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86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Afiliación y Cobranza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1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Mtro. Jorge Carreón de la Torre</a:t>
                      </a:r>
                      <a:endParaRPr sz="1000" b="1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Maestría en Administración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01 de junio de 2020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666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Desarrollo de Personal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1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Mtra. Suemy Angélica Meza Zamora</a:t>
                      </a:r>
                      <a:endParaRPr sz="1000" b="1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Maestría en Administración</a:t>
                      </a:r>
                      <a:endParaRPr sz="1000" b="0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16 de noviembre de 2020</a:t>
                      </a:r>
                      <a:endParaRPr sz="1000" b="0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900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Finanzas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1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Mtro. Adrián Antonio Martínez de Luna</a:t>
                      </a:r>
                      <a:endParaRPr sz="1000" b="1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Maestría en Gestión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16 de abril de 2010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8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1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Mtra. Patricia Siles Araujo</a:t>
                      </a:r>
                      <a:endParaRPr sz="1000" b="1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Maestría en Alta Dirección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01 de julio de 2024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8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1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Mtro. Genaro Gutiérrez Soto</a:t>
                      </a:r>
                      <a:endParaRPr sz="1000" b="1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Maestría en Derecho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01 de julio de 2020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0267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Secretario General de la Sección XXI Aguascalientes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1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Mtro. Luis Marcos Robledo Delgado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Maestría en Administración de Hospitales y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Servicios de Salud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04 de noviembre de 2022</a:t>
                      </a:r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635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9" name="Google Shape;69;p15"/>
          <p:cNvSpPr txBox="1"/>
          <p:nvPr/>
        </p:nvSpPr>
        <p:spPr>
          <a:xfrm>
            <a:off x="2596528" y="848663"/>
            <a:ext cx="4198800" cy="15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Dr. Misael Ley Mejía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Médico cirujano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Char char="●"/>
            </a:pPr>
            <a:r>
              <a:rPr lang="e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Especialidad en Pediatría Médica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1</a:t>
            </a: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 de Mayo de 2024</a:t>
            </a:r>
            <a:endParaRPr sz="1200" b="1" i="0" u="none" strike="noStrike" cap="none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0" y="0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AGUASCALIENTES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878" y="693324"/>
            <a:ext cx="1741403" cy="15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535" y="2280154"/>
            <a:ext cx="935400" cy="83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2535" y="3092003"/>
            <a:ext cx="935400" cy="845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8120" y="3902397"/>
            <a:ext cx="856330" cy="845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33432" y="4686640"/>
            <a:ext cx="776974" cy="83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85015" y="5500384"/>
            <a:ext cx="721275" cy="88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17490" y="6407085"/>
            <a:ext cx="813515" cy="659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58889" y="6999759"/>
            <a:ext cx="745990" cy="79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11">
            <a:alphaModFix/>
          </a:blip>
          <a:srcRect t="6356"/>
          <a:stretch>
            <a:fillRect/>
          </a:stretch>
        </p:blipFill>
        <p:spPr>
          <a:xfrm>
            <a:off x="6233432" y="7778246"/>
            <a:ext cx="814355" cy="86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64%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37695" y="482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</a:t>
            </a:r>
            <a:r>
              <a:rPr err="1"/>
              <a:t>CONAPO</a:t>
            </a:r>
            <a:r>
              <a:t>, </a:t>
            </a:r>
            <a:r>
              <a:rPr err="1"/>
              <a:t>proyección</a:t>
            </a:r>
            <a:r>
              <a:t> a </a:t>
            </a:r>
            <a:r>
              <a:rPr err="1"/>
              <a:t>enero</a:t>
            </a:r>
            <a:r>
              <a:t>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774893"/>
              </p:ext>
            </p:extLst>
          </p:nvPr>
        </p:nvGraphicFramePr>
        <p:xfrm>
          <a:off x="2268000" y="1390323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5653372" y="1739522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997,041</a:t>
            </a:r>
            <a:br>
              <a:rPr/>
            </a:br>
            <a:r>
              <a:t>64%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2284" y="1757522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076191" y="1908722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364400" y="3764328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185,050</a:t>
            </a:r>
            <a:br>
              <a:rPr/>
            </a:br>
            <a:r>
              <a:t>12%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22" y="3303876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2340700" y="3569792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62013" y="236513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383,163</a:t>
            </a:r>
            <a:br>
              <a:rPr/>
            </a:br>
            <a:r>
              <a:t>24%</a:t>
            </a:r>
          </a:p>
        </p:txBody>
      </p:sp>
      <p:pic>
        <p:nvPicPr>
          <p:cNvPr id="125" name="Picture 124" descr="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900" y="1926888"/>
            <a:ext cx="14170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430000" y="2121122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980000" y="10381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br>
              <a:rPr/>
            </a:br>
            <a:r>
              <a:t>2,305</a:t>
            </a:r>
            <a:br>
              <a:rPr/>
            </a:br>
            <a:r>
              <a:t>0.15%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1000" y="1093918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3825000" y="1229096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88000" y="2571123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1,567,559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31761"/>
              </p:ext>
            </p:extLst>
          </p:nvPr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Categoría</a:t>
                      </a: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897,442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997,041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479,855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584,938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321,298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363,342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94,717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125,677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417,587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412,103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236,454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211,722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45,457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55,643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824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740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6,308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8,057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703392340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611062"/>
              </p:ext>
            </p:extLst>
          </p:nvPr>
        </p:nvGraphicFramePr>
        <p:xfrm>
          <a:off x="17064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564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</a:t>
                      </a:r>
                      <a:r>
                        <a:rPr lang="es-MX" sz="1000">
                          <a:latin typeface="Montserrat"/>
                        </a:rPr>
                        <a:t>4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564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</a:t>
                      </a:r>
                      <a:r>
                        <a:rPr lang="es-MX" sz="1000">
                          <a:latin typeface="Montserrat"/>
                        </a:rPr>
                        <a:t>6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9540000"/>
            <a:ext cx="4155063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sz="800"/>
              <a:t>¹ </a:t>
            </a:r>
            <a:r>
              <a:rPr sz="800" err="1"/>
              <a:t>Incluye</a:t>
            </a:r>
            <a:r>
              <a:rPr sz="800"/>
              <a:t> 12 UMF y no </a:t>
            </a:r>
            <a:r>
              <a:rPr sz="800" err="1"/>
              <a:t>incluye</a:t>
            </a:r>
            <a:r>
              <a:rPr sz="800"/>
              <a:t> 1 </a:t>
            </a:r>
            <a:r>
              <a:rPr sz="800" err="1"/>
              <a:t>Unidades</a:t>
            </a:r>
            <a:r>
              <a:rPr sz="800"/>
              <a:t> </a:t>
            </a:r>
            <a:r>
              <a:rPr sz="800" err="1"/>
              <a:t>Auxiliares</a:t>
            </a:r>
            <a:r>
              <a:rPr sz="800"/>
              <a:t>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399" y="9774000"/>
            <a:ext cx="2855653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sz="800"/>
              <a:t>Corte de </a:t>
            </a:r>
            <a:r>
              <a:rPr sz="800" err="1"/>
              <a:t>información</a:t>
            </a:r>
            <a:r>
              <a:rPr sz="800"/>
              <a:t>: ma</a:t>
            </a:r>
            <a:r>
              <a:rPr lang="es-MX" sz="800"/>
              <a:t>y</a:t>
            </a:r>
            <a:r>
              <a:rPr sz="800"/>
              <a:t>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A5971C1-9AD0-A000-72FE-007DAF61C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73" y="1732589"/>
            <a:ext cx="5462027" cy="50109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74;g3cf9c41d666_3_86">
            <a:extLst>
              <a:ext uri="{FF2B5EF4-FFF2-40B4-BE49-F238E27FC236}">
                <a16:creationId xmlns:a16="http://schemas.microsoft.com/office/drawing/2014/main" id="{149B6707-A18E-E3B8-BF9F-BE17A768E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6485077"/>
              </p:ext>
            </p:extLst>
          </p:nvPr>
        </p:nvGraphicFramePr>
        <p:xfrm>
          <a:off x="288000" y="1191600"/>
          <a:ext cx="7067925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6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</a:t>
                      </a:r>
                      <a:r>
                        <a:rPr lang="es" sz="18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Aguascalientes</a:t>
                      </a:r>
                      <a:endParaRPr sz="18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79;g3cf9c41d666_3_86">
            <a:extLst>
              <a:ext uri="{FF2B5EF4-FFF2-40B4-BE49-F238E27FC236}">
                <a16:creationId xmlns:a16="http://schemas.microsoft.com/office/drawing/2014/main" id="{80A270BF-485C-5271-9109-DF89C5B111E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026" y="2627796"/>
            <a:ext cx="2473982" cy="2097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0;g3cf9c41d666_3_86">
            <a:extLst>
              <a:ext uri="{FF2B5EF4-FFF2-40B4-BE49-F238E27FC236}">
                <a16:creationId xmlns:a16="http://schemas.microsoft.com/office/drawing/2014/main" id="{1EE9B8B1-BC8E-A508-0289-FC01C7AB01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3393" y="2627796"/>
            <a:ext cx="2373974" cy="209746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9">
            <a:extLst>
              <a:ext uri="{FF2B5EF4-FFF2-40B4-BE49-F238E27FC236}">
                <a16:creationId xmlns:a16="http://schemas.microsoft.com/office/drawing/2014/main" id="{53D161FB-1C58-514F-9DA9-65B3CBC3CAB7}"/>
              </a:ext>
            </a:extLst>
          </p:cNvPr>
          <p:cNvSpPr txBox="1"/>
          <p:nvPr/>
        </p:nvSpPr>
        <p:spPr>
          <a:xfrm>
            <a:off x="633624" y="5612821"/>
            <a:ext cx="64960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operaciones el 01 de marzo de 1958 con un solo consultorio, los servicios eran consulta externa, medicina general, con atención básica y preventiva. </a:t>
            </a:r>
          </a:p>
          <a:p>
            <a:pPr marL="171450" indent="-171450"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Aguascalientes es el Hospital General de Zona (HGZ) No. 1 “José Manuel Ávila Pardo”,  el 28 de junio de 1966 abrió sus puertas, para atender a los derechohabientes del estado y de localidades aledañas de Zacatecas y Jalisco.</a:t>
            </a:r>
          </a:p>
          <a:p>
            <a:pPr marL="171450" indent="-171450"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2006 el hospital recibió su primera remodelación, para lo cual se asignaron 285 millones de pesos, con lo que se habilitaron 11 mil metros cuadrados, con ello optimizar servicios.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Capacidad</a:t>
            </a:r>
            <a:r>
              <a:t> </a:t>
            </a:r>
            <a:r>
              <a:rPr err="1"/>
              <a:t>médica</a:t>
            </a:r>
            <a:r>
              <a:t> </a:t>
            </a:r>
            <a:r>
              <a:rPr err="1"/>
              <a:t>instalada</a:t>
            </a:r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>
            <p:extLst>
              <p:ext uri="{D42A27DB-BD31-4B8C-83A1-F6EECF244321}">
                <p14:modId xmlns:p14="http://schemas.microsoft.com/office/powerpoint/2010/main" val="3055286658"/>
              </p:ext>
            </p:extLst>
          </p:nvPr>
        </p:nvGraphicFramePr>
        <p:xfrm>
          <a:off x="148009" y="4980999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954012"/>
              </p:ext>
            </p:extLst>
          </p:nvPr>
        </p:nvGraphicFramePr>
        <p:xfrm>
          <a:off x="90829" y="5744379"/>
          <a:ext cx="7534799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HGZ</a:t>
                      </a:r>
                      <a:r>
                        <a:t> 2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3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  <a:r>
                        <a:rPr lang="es-MX"/>
                        <a:t>4</a:t>
                      </a:r>
                      <a:endParaRPr/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7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44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146304" y="7718275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06828" y="7671043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>
                <a:solidFill>
                  <a:schemeClr val="tx1"/>
                </a:solidFill>
              </a:rPr>
              <a:t>Proyectos</a:t>
            </a:r>
            <a:r>
              <a:rPr>
                <a:solidFill>
                  <a:schemeClr val="tx1"/>
                </a:solidFill>
              </a:rPr>
              <a:t> de </a:t>
            </a:r>
            <a:r>
              <a:rPr err="1">
                <a:solidFill>
                  <a:schemeClr val="tx1"/>
                </a:solidFill>
              </a:rPr>
              <a:t>implementación</a:t>
            </a:r>
            <a:r>
              <a:rPr>
                <a:solidFill>
                  <a:schemeClr val="tx1"/>
                </a:solidFill>
              </a:rPr>
              <a:t>/</a:t>
            </a:r>
            <a:r>
              <a:rPr err="1">
                <a:solidFill>
                  <a:schemeClr val="tx1"/>
                </a:solidFill>
              </a:rPr>
              <a:t>sustitución</a:t>
            </a:r>
            <a:r>
              <a:rPr>
                <a:solidFill>
                  <a:schemeClr val="tx1"/>
                </a:solidFill>
              </a:rPr>
              <a:t> 2019-2025. </a:t>
            </a:r>
            <a:r>
              <a:rPr err="1">
                <a:solidFill>
                  <a:schemeClr val="tx1"/>
                </a:solidFill>
              </a:rPr>
              <a:t>Incluye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equipo</a:t>
            </a:r>
            <a:r>
              <a:rPr>
                <a:solidFill>
                  <a:schemeClr val="tx1"/>
                </a:solidFill>
              </a:rPr>
              <a:t> de la </a:t>
            </a:r>
            <a:r>
              <a:rPr err="1">
                <a:solidFill>
                  <a:schemeClr val="tx1"/>
                </a:solidFill>
              </a:rPr>
              <a:t>compra</a:t>
            </a:r>
            <a:r>
              <a:rPr>
                <a:solidFill>
                  <a:schemeClr val="tx1"/>
                </a:solidFill>
              </a:rPr>
              <a:t> 2025-2026.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Fuente: Cédula de </a:t>
            </a:r>
            <a:r>
              <a:rPr err="1">
                <a:solidFill>
                  <a:schemeClr val="tx1"/>
                </a:solidFill>
              </a:rPr>
              <a:t>actualización</a:t>
            </a:r>
            <a:r>
              <a:rPr>
                <a:solidFill>
                  <a:schemeClr val="tx1"/>
                </a:solidFill>
              </a:rPr>
              <a:t> de variables </a:t>
            </a:r>
            <a:r>
              <a:rPr err="1">
                <a:solidFill>
                  <a:schemeClr val="tx1"/>
                </a:solidFill>
              </a:rPr>
              <a:t>seleccionadas</a:t>
            </a:r>
            <a:r>
              <a:rPr>
                <a:solidFill>
                  <a:schemeClr val="tx1"/>
                </a:solidFill>
              </a:rPr>
              <a:t> del </a:t>
            </a:r>
            <a:r>
              <a:rPr err="1">
                <a:solidFill>
                  <a:schemeClr val="tx1"/>
                </a:solidFill>
              </a:rPr>
              <a:t>IFU</a:t>
            </a:r>
            <a:r>
              <a:rPr>
                <a:solidFill>
                  <a:schemeClr val="tx1"/>
                </a:solidFill>
              </a:rPr>
              <a:t>, </a:t>
            </a:r>
            <a:r>
              <a:rPr err="1">
                <a:solidFill>
                  <a:schemeClr val="tx1"/>
                </a:solidFill>
              </a:rPr>
              <a:t>enviadas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por</a:t>
            </a:r>
            <a:r>
              <a:rPr>
                <a:solidFill>
                  <a:schemeClr val="tx1"/>
                </a:solidFill>
              </a:rPr>
              <a:t> el </a:t>
            </a:r>
            <a:r>
              <a:rPr err="1">
                <a:solidFill>
                  <a:schemeClr val="tx1"/>
                </a:solidFill>
              </a:rPr>
              <a:t>OOAD</a:t>
            </a:r>
            <a:r>
              <a:rPr>
                <a:solidFill>
                  <a:schemeClr val="tx1"/>
                </a:solidFill>
              </a:rPr>
              <a:t>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ma</a:t>
            </a:r>
            <a:r>
              <a:rPr lang="es-MX">
                <a:solidFill>
                  <a:schemeClr val="tx1"/>
                </a:solidFill>
              </a:rPr>
              <a:t>y</a:t>
            </a:r>
            <a:r>
              <a:rPr>
                <a:solidFill>
                  <a:schemeClr val="tx1"/>
                </a:solidFill>
              </a:rPr>
              <a:t>o de 2026</a:t>
            </a:r>
          </a:p>
        </p:txBody>
      </p: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855C8A47-73FC-C85B-3D56-EE90146A5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13933"/>
              </p:ext>
            </p:extLst>
          </p:nvPr>
        </p:nvGraphicFramePr>
        <p:xfrm>
          <a:off x="118800" y="2305626"/>
          <a:ext cx="7650000" cy="165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Inicio</a:t>
                      </a:r>
                      <a:r>
                        <a:t> de </a:t>
                      </a:r>
                      <a:r>
                        <a:rPr err="1"/>
                        <a:t>operaciones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</a:t>
                      </a:r>
                      <a:r>
                        <a:rPr err="1"/>
                        <a:t>censables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sz="900" b="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28 de junio de 1966</a:t>
                      </a:r>
                      <a:endParaRPr sz="9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  <a:r>
                        <a:rPr lang="es-MX"/>
                        <a:t>6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  <a:r>
                        <a:rPr lang="es-MX"/>
                        <a:t>2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err="1"/>
                        <a:t>HGZ</a:t>
                      </a:r>
                      <a:r>
                        <a:t> 2 Aguascalientes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Febrero</a:t>
                      </a:r>
                      <a:r>
                        <a:t>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  <a:r>
                        <a:rPr lang="es-MX"/>
                        <a:t>4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  <a:r>
                        <a:rPr lang="es-MX"/>
                        <a:t>8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106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13">
            <a:extLst>
              <a:ext uri="{FF2B5EF4-FFF2-40B4-BE49-F238E27FC236}">
                <a16:creationId xmlns:a16="http://schemas.microsoft.com/office/drawing/2014/main" id="{F85FE7AA-C965-165A-940C-F5528DE27518}"/>
              </a:ext>
            </a:extLst>
          </p:cNvPr>
          <p:cNvSpPr txBox="1"/>
          <p:nvPr/>
        </p:nvSpPr>
        <p:spPr>
          <a:xfrm>
            <a:off x="118800" y="4229287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>
                <a:solidFill>
                  <a:schemeClr val="tx1"/>
                </a:solidFill>
              </a:rPr>
              <a:t>¹Incluye</a:t>
            </a:r>
            <a:r>
              <a:rPr>
                <a:solidFill>
                  <a:schemeClr val="tx1"/>
                </a:solidFill>
              </a:rPr>
              <a:t> salas de </a:t>
            </a:r>
            <a:r>
              <a:rPr err="1">
                <a:solidFill>
                  <a:schemeClr val="tx1"/>
                </a:solidFill>
              </a:rPr>
              <a:t>quirófano</a:t>
            </a:r>
            <a:r>
              <a:rPr>
                <a:solidFill>
                  <a:schemeClr val="tx1"/>
                </a:solidFill>
              </a:rPr>
              <a:t>, salas </a:t>
            </a:r>
            <a:r>
              <a:rPr err="1">
                <a:solidFill>
                  <a:schemeClr val="tx1"/>
                </a:solidFill>
              </a:rPr>
              <a:t>híbridas</a:t>
            </a:r>
            <a:r>
              <a:rPr>
                <a:solidFill>
                  <a:schemeClr val="tx1"/>
                </a:solidFill>
              </a:rPr>
              <a:t> y salas </a:t>
            </a:r>
            <a:r>
              <a:rPr err="1">
                <a:solidFill>
                  <a:schemeClr val="tx1"/>
                </a:solidFill>
              </a:rPr>
              <a:t>mixtas</a:t>
            </a:r>
            <a:r>
              <a:rPr>
                <a:solidFill>
                  <a:schemeClr val="tx1"/>
                </a:solidFill>
              </a:rPr>
              <a:t>, no </a:t>
            </a:r>
            <a:r>
              <a:rPr err="1">
                <a:solidFill>
                  <a:schemeClr val="tx1"/>
                </a:solidFill>
              </a:rPr>
              <a:t>considera</a:t>
            </a:r>
            <a:r>
              <a:rPr>
                <a:solidFill>
                  <a:schemeClr val="tx1"/>
                </a:solidFill>
              </a:rPr>
              <a:t> salas de </a:t>
            </a:r>
            <a:r>
              <a:rPr err="1">
                <a:solidFill>
                  <a:schemeClr val="tx1"/>
                </a:solidFill>
              </a:rPr>
              <a:t>tococirugía</a:t>
            </a:r>
            <a:r>
              <a:rPr>
                <a:solidFill>
                  <a:schemeClr val="tx1"/>
                </a:solidFill>
              </a:rPr>
              <a:t> y </a:t>
            </a:r>
            <a:r>
              <a:rPr err="1">
                <a:solidFill>
                  <a:schemeClr val="tx1"/>
                </a:solidFill>
              </a:rPr>
              <a:t>expulsión</a:t>
            </a:r>
            <a:r>
              <a:rPr>
                <a:solidFill>
                  <a:schemeClr val="tx1"/>
                </a:solidFill>
              </a:rPr>
              <a:t>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Fuente: Cédula de </a:t>
            </a:r>
            <a:r>
              <a:rPr err="1">
                <a:solidFill>
                  <a:schemeClr val="tx1"/>
                </a:solidFill>
              </a:rPr>
              <a:t>actualización</a:t>
            </a:r>
            <a:r>
              <a:rPr>
                <a:solidFill>
                  <a:schemeClr val="tx1"/>
                </a:solidFill>
              </a:rPr>
              <a:t> de variables </a:t>
            </a:r>
            <a:r>
              <a:rPr err="1">
                <a:solidFill>
                  <a:schemeClr val="tx1"/>
                </a:solidFill>
              </a:rPr>
              <a:t>seleccionados</a:t>
            </a:r>
            <a:r>
              <a:rPr>
                <a:solidFill>
                  <a:schemeClr val="tx1"/>
                </a:solidFill>
              </a:rPr>
              <a:t> del </a:t>
            </a:r>
            <a:r>
              <a:rPr err="1">
                <a:solidFill>
                  <a:schemeClr val="tx1"/>
                </a:solidFill>
              </a:rPr>
              <a:t>IFU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enviados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por</a:t>
            </a:r>
            <a:r>
              <a:rPr>
                <a:solidFill>
                  <a:schemeClr val="tx1"/>
                </a:solidFill>
              </a:rPr>
              <a:t> el </a:t>
            </a:r>
            <a:r>
              <a:rPr err="1">
                <a:solidFill>
                  <a:schemeClr val="tx1"/>
                </a:solidFill>
              </a:rPr>
              <a:t>OOAD</a:t>
            </a:r>
            <a:r>
              <a:rPr>
                <a:solidFill>
                  <a:schemeClr val="tx1"/>
                </a:solidFill>
              </a:rPr>
              <a:t>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ma</a:t>
            </a:r>
            <a:r>
              <a:rPr lang="es-MX">
                <a:solidFill>
                  <a:schemeClr val="tx1"/>
                </a:solidFill>
              </a:rPr>
              <a:t>yo</a:t>
            </a:r>
            <a:r>
              <a:rPr>
                <a:solidFill>
                  <a:schemeClr val="tx1"/>
                </a:solidFill>
              </a:rPr>
              <a:t> de 2026</a:t>
            </a:r>
          </a:p>
        </p:txBody>
      </p:sp>
      <p:pic>
        <p:nvPicPr>
          <p:cNvPr id="7" name="Picture 11" descr="a_01.png">
            <a:extLst>
              <a:ext uri="{FF2B5EF4-FFF2-40B4-BE49-F238E27FC236}">
                <a16:creationId xmlns:a16="http://schemas.microsoft.com/office/drawing/2014/main" id="{BC1BE778-1AC8-5A76-0CF3-4CAF1C044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28" y="1239622"/>
            <a:ext cx="7488000" cy="7272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539BF937-79A7-5508-9F4F-172A74ED26F7}"/>
              </a:ext>
            </a:extLst>
          </p:cNvPr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Capacidad</a:t>
            </a:r>
            <a:r>
              <a:t> </a:t>
            </a:r>
            <a:r>
              <a:rPr err="1"/>
              <a:t>médica</a:t>
            </a:r>
            <a:r>
              <a:t> </a:t>
            </a:r>
            <a:r>
              <a:rPr err="1"/>
              <a:t>instalada</a:t>
            </a:r>
            <a:endParaRPr/>
          </a:p>
        </p:txBody>
      </p:sp>
      <p:cxnSp>
        <p:nvCxnSpPr>
          <p:cNvPr id="10" name="Connector 10">
            <a:extLst>
              <a:ext uri="{FF2B5EF4-FFF2-40B4-BE49-F238E27FC236}">
                <a16:creationId xmlns:a16="http://schemas.microsoft.com/office/drawing/2014/main" id="{1031A595-B5FE-E112-0F2E-3B9E8FBE9CAE}"/>
              </a:ext>
            </a:extLst>
          </p:cNvPr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542889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06D1B58-44F6-6308-741B-BA0751BAD9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4546108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FF57E3DE-7DDB-1B06-C2CE-180303CF32A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3AD1A9C-6686-FFE0-4FC1-8942137EE042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1442576-A988-C73D-7FF4-12A8087301FF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A0A4C6C3-AA94-C2EF-2E9F-B0862AAEE635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D5905E66-24A7-A713-15F7-8C3CB5B02761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CuadroTexto 8">
            <a:extLst>
              <a:ext uri="{FF2B5EF4-FFF2-40B4-BE49-F238E27FC236}">
                <a16:creationId xmlns:a16="http://schemas.microsoft.com/office/drawing/2014/main" id="{2A0B0340-A58C-28EC-CB25-AF1AE5752829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+411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+140,155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+106,641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1,877,305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140,155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853,903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1,886,360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575,247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106,641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271,977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597,870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26,753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14,206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31,517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12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801" y="3878055"/>
            <a:ext cx="74736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En el </a:t>
            </a:r>
            <a:r>
              <a:rPr err="1">
                <a:solidFill>
                  <a:schemeClr val="tx1"/>
                </a:solidFill>
              </a:rPr>
              <a:t>año</a:t>
            </a:r>
            <a:r>
              <a:rPr>
                <a:solidFill>
                  <a:schemeClr val="tx1"/>
                </a:solidFill>
              </a:rPr>
              <a:t> 2025 no </a:t>
            </a:r>
            <a:r>
              <a:rPr err="1">
                <a:solidFill>
                  <a:schemeClr val="tx1"/>
                </a:solidFill>
              </a:rPr>
              <a:t>incluye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 de HR y UMR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No </a:t>
            </a:r>
            <a:r>
              <a:rPr err="1">
                <a:solidFill>
                  <a:schemeClr val="tx1"/>
                </a:solidFill>
              </a:rPr>
              <a:t>incluye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Unidades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Auxiliares</a:t>
            </a:r>
            <a:r>
              <a:rPr>
                <a:solidFill>
                  <a:schemeClr val="tx1"/>
                </a:solidFill>
              </a:rPr>
              <a:t> de Medicina Familiar, </a:t>
            </a:r>
            <a:r>
              <a:rPr err="1">
                <a:solidFill>
                  <a:schemeClr val="tx1"/>
                </a:solidFill>
              </a:rPr>
              <a:t>ni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hospitales</a:t>
            </a:r>
            <a:r>
              <a:rPr>
                <a:solidFill>
                  <a:schemeClr val="tx1"/>
                </a:solidFill>
              </a:rPr>
              <a:t> con </a:t>
            </a:r>
            <a:r>
              <a:rPr err="1">
                <a:solidFill>
                  <a:schemeClr val="tx1"/>
                </a:solidFill>
              </a:rPr>
              <a:t>servicio</a:t>
            </a:r>
            <a:r>
              <a:rPr>
                <a:solidFill>
                  <a:schemeClr val="tx1"/>
                </a:solidFill>
              </a:rPr>
              <a:t> de </a:t>
            </a:r>
            <a:r>
              <a:rPr err="1">
                <a:solidFill>
                  <a:schemeClr val="tx1"/>
                </a:solidFill>
              </a:rPr>
              <a:t>medicina</a:t>
            </a:r>
            <a:r>
              <a:rPr>
                <a:solidFill>
                  <a:schemeClr val="tx1"/>
                </a:solidFill>
              </a:rPr>
              <a:t> familiar.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El </a:t>
            </a:r>
            <a:r>
              <a:rPr err="1">
                <a:solidFill>
                  <a:schemeClr val="tx1"/>
                </a:solidFill>
              </a:rPr>
              <a:t>año</a:t>
            </a:r>
            <a:r>
              <a:rPr>
                <a:solidFill>
                  <a:schemeClr val="tx1"/>
                </a:solidFill>
              </a:rPr>
              <a:t> de </a:t>
            </a:r>
            <a:r>
              <a:rPr err="1">
                <a:solidFill>
                  <a:schemeClr val="tx1"/>
                </a:solidFill>
              </a:rPr>
              <a:t>proceso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inicia</a:t>
            </a:r>
            <a:r>
              <a:rPr>
                <a:solidFill>
                  <a:schemeClr val="tx1"/>
                </a:solidFill>
              </a:rPr>
              <a:t> del 26 de </a:t>
            </a:r>
            <a:r>
              <a:rPr err="1">
                <a:solidFill>
                  <a:schemeClr val="tx1"/>
                </a:solidFill>
              </a:rPr>
              <a:t>diciembre</a:t>
            </a:r>
            <a:r>
              <a:rPr>
                <a:solidFill>
                  <a:schemeClr val="tx1"/>
                </a:solidFill>
              </a:rPr>
              <a:t> del </a:t>
            </a:r>
            <a:r>
              <a:rPr err="1">
                <a:solidFill>
                  <a:schemeClr val="tx1"/>
                </a:solidFill>
              </a:rPr>
              <a:t>año</a:t>
            </a:r>
            <a:r>
              <a:rPr>
                <a:solidFill>
                  <a:schemeClr val="tx1"/>
                </a:solidFill>
              </a:rPr>
              <a:t> anterior al 25 de </a:t>
            </a:r>
            <a:r>
              <a:rPr err="1">
                <a:solidFill>
                  <a:schemeClr val="tx1"/>
                </a:solidFill>
              </a:rPr>
              <a:t>diciembre</a:t>
            </a:r>
            <a:r>
              <a:rPr>
                <a:solidFill>
                  <a:schemeClr val="tx1"/>
                </a:solidFill>
              </a:rPr>
              <a:t> del </a:t>
            </a:r>
            <a:r>
              <a:rPr err="1">
                <a:solidFill>
                  <a:schemeClr val="tx1"/>
                </a:solidFill>
              </a:rPr>
              <a:t>año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en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curso:2025</a:t>
            </a:r>
            <a:r>
              <a:rPr>
                <a:solidFill>
                  <a:schemeClr val="tx1"/>
                </a:solidFill>
              </a:rPr>
              <a:t> (del 26 de </a:t>
            </a:r>
            <a:r>
              <a:rPr err="1">
                <a:solidFill>
                  <a:schemeClr val="tx1"/>
                </a:solidFill>
              </a:rPr>
              <a:t>dic</a:t>
            </a:r>
            <a:r>
              <a:rPr>
                <a:solidFill>
                  <a:schemeClr val="tx1"/>
                </a:solidFill>
              </a:rPr>
              <a:t> de 2024 al 25 de </a:t>
            </a:r>
            <a:r>
              <a:rPr err="1">
                <a:solidFill>
                  <a:schemeClr val="tx1"/>
                </a:solidFill>
              </a:rPr>
              <a:t>dic</a:t>
            </a:r>
            <a:r>
              <a:rPr>
                <a:solidFill>
                  <a:schemeClr val="tx1"/>
                </a:solidFill>
              </a:rPr>
              <a:t> de 2025).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Semana 24, 7 </a:t>
            </a:r>
            <a:r>
              <a:rPr err="1">
                <a:solidFill>
                  <a:schemeClr val="tx1"/>
                </a:solidFill>
              </a:rPr>
              <a:t>junio</a:t>
            </a:r>
            <a:r>
              <a:rPr>
                <a:solidFill>
                  <a:schemeClr val="tx1"/>
                </a:solidFill>
              </a:rPr>
              <a:t>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283,579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135,402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Calvillo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307,285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2,146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147,047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313,144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718675"/>
              </p:ext>
            </p:extLst>
          </p:nvPr>
        </p:nvGraphicFramePr>
        <p:xfrm>
          <a:off x="4780800" y="2463032"/>
          <a:ext cx="1427495" cy="1379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62095" y="2921406"/>
            <a:ext cx="90601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9F2241"/>
                </a:solidFill>
                <a:latin typeface="Montserrat"/>
              </a:rPr>
              <a:t>47.0%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1807" y="2896259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401" y="2792341"/>
            <a:ext cx="285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400"/>
              <a:t>313,144 </a:t>
            </a:r>
            <a:br>
              <a:rPr sz="2400"/>
            </a:br>
            <a:r>
              <a:rPr sz="2400"/>
              <a:t>Meta 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5AE87D-AE14-B2EF-4463-290286F468A5}"/>
              </a:ext>
            </a:extLst>
          </p:cNvPr>
          <p:cNvSpPr txBox="1"/>
          <p:nvPr/>
        </p:nvSpPr>
        <p:spPr>
          <a:xfrm>
            <a:off x="0" y="4623353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10 </a:t>
            </a:r>
            <a:r>
              <a:rPr err="1"/>
              <a:t>Unidades</a:t>
            </a:r>
            <a:r>
              <a:t> </a:t>
            </a:r>
            <a:r>
              <a:rPr err="1"/>
              <a:t>Médicas</a:t>
            </a:r>
            <a:r>
              <a:t> de </a:t>
            </a:r>
            <a:r>
              <a:rPr err="1"/>
              <a:t>tiempo</a:t>
            </a:r>
            <a:r>
              <a:t> </a:t>
            </a:r>
            <a:r>
              <a:rPr err="1"/>
              <a:t>completo</a:t>
            </a:r>
            <a:r>
              <a:t> (42 </a:t>
            </a:r>
            <a:r>
              <a:rPr err="1"/>
              <a:t>consultorios</a:t>
            </a:r>
            <a:r>
              <a:t>)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E6003AC5-5ADE-9340-3C30-6AED9D9EAE79}"/>
              </a:ext>
            </a:extLst>
          </p:cNvPr>
          <p:cNvSpPr txBox="1"/>
          <p:nvPr/>
        </p:nvSpPr>
        <p:spPr>
          <a:xfrm>
            <a:off x="0" y="4918799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rPr err="1"/>
              <a:t>Productividad</a:t>
            </a:r>
            <a:r>
              <a:t> de </a:t>
            </a:r>
            <a:r>
              <a:rPr err="1"/>
              <a:t>consultas</a:t>
            </a:r>
            <a:r>
              <a:t> de </a:t>
            </a:r>
            <a:r>
              <a:rPr err="1"/>
              <a:t>medicina</a:t>
            </a:r>
            <a:r>
              <a:t> familiar 2025-2026</a:t>
            </a:r>
          </a:p>
        </p:txBody>
      </p:sp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B53A0FCB-7854-9CC7-BA6B-BD5EC2C17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383306"/>
              </p:ext>
            </p:extLst>
          </p:nvPr>
        </p:nvGraphicFramePr>
        <p:xfrm>
          <a:off x="92515" y="5472608"/>
          <a:ext cx="7473599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Pabellón Arteaga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61,399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31,008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Rincón de Romos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65,027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6,492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28,739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 Asientos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38,553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8,153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10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310,871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35,369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138,200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330,624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269,583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18,352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121,573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Jesús María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127,186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21,656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56,974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123,984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 San Marcos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179,978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80,821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197,142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90,273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164,115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73,034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156,166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25,371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68,774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1,570,020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138,009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706,856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1,573,216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0" name="CuadroTexto 19">
            <a:extLst>
              <a:ext uri="{FF2B5EF4-FFF2-40B4-BE49-F238E27FC236}">
                <a16:creationId xmlns:a16="http://schemas.microsoft.com/office/drawing/2014/main" id="{A327B718-8CD9-32F6-F71A-1AAED124843E}"/>
              </a:ext>
            </a:extLst>
          </p:cNvPr>
          <p:cNvSpPr txBox="1"/>
          <p:nvPr/>
        </p:nvSpPr>
        <p:spPr>
          <a:xfrm>
            <a:off x="4250724" y="7850034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Sin unidades médicas propuestas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B5052386-FC21-61E2-807E-0494CC07A6B5}"/>
              </a:ext>
            </a:extLst>
          </p:cNvPr>
          <p:cNvSpPr txBox="1"/>
          <p:nvPr/>
        </p:nvSpPr>
        <p:spPr>
          <a:xfrm>
            <a:off x="1728001" y="7811057"/>
            <a:ext cx="21581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</a:t>
            </a:r>
            <a:r>
              <a:rPr err="1"/>
              <a:t>consultas</a:t>
            </a:r>
            <a:r>
              <a:t> </a:t>
            </a:r>
            <a:r>
              <a:rPr err="1"/>
              <a:t>en</a:t>
            </a:r>
            <a:r>
              <a:t> 2025 </a:t>
            </a:r>
            <a:r>
              <a:rPr err="1"/>
              <a:t>fueron</a:t>
            </a:r>
            <a:r>
              <a:t> </a:t>
            </a:r>
            <a:r>
              <a:rPr err="1"/>
              <a:t>en</a:t>
            </a:r>
            <a:r>
              <a:t> fin de </a:t>
            </a:r>
            <a:r>
              <a:rPr err="1"/>
              <a:t>semana</a:t>
            </a:r>
            <a:r>
              <a:t> (212,340 </a:t>
            </a:r>
            <a:r>
              <a:rPr err="1"/>
              <a:t>consultas</a:t>
            </a:r>
            <a:r>
              <a:t>)</a:t>
            </a:r>
          </a:p>
        </p:txBody>
      </p:sp>
      <p:graphicFrame>
        <p:nvGraphicFramePr>
          <p:cNvPr id="24" name="Chart 19">
            <a:extLst>
              <a:ext uri="{FF2B5EF4-FFF2-40B4-BE49-F238E27FC236}">
                <a16:creationId xmlns:a16="http://schemas.microsoft.com/office/drawing/2014/main" id="{94497A75-0EA4-1696-71EF-E5B656533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949888"/>
              </p:ext>
            </p:extLst>
          </p:nvPr>
        </p:nvGraphicFramePr>
        <p:xfrm>
          <a:off x="206286" y="7412753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TextBox 20">
            <a:extLst>
              <a:ext uri="{FF2B5EF4-FFF2-40B4-BE49-F238E27FC236}">
                <a16:creationId xmlns:a16="http://schemas.microsoft.com/office/drawing/2014/main" id="{CAE51CCC-22F6-61AD-1831-33DEE8EC77F8}"/>
              </a:ext>
            </a:extLst>
          </p:cNvPr>
          <p:cNvSpPr txBox="1"/>
          <p:nvPr/>
        </p:nvSpPr>
        <p:spPr>
          <a:xfrm>
            <a:off x="206286" y="816343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13%</a:t>
            </a: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945134C3-02A8-3BC4-ABE8-8B4B0D86D1BC}"/>
              </a:ext>
            </a:extLst>
          </p:cNvPr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</a:t>
            </a:r>
            <a:r>
              <a:rPr err="1"/>
              <a:t>año</a:t>
            </a:r>
            <a:r>
              <a:t> 2025 no </a:t>
            </a:r>
            <a:r>
              <a:rPr err="1"/>
              <a:t>incluye</a:t>
            </a:r>
            <a:r>
              <a:t> </a:t>
            </a:r>
            <a:r>
              <a:rPr err="1"/>
              <a:t>información</a:t>
            </a:r>
            <a:r>
              <a:t> de HR y UMR.</a:t>
            </a:r>
            <a:br>
              <a:rPr/>
            </a:br>
            <a:r>
              <a:t>No </a:t>
            </a:r>
            <a:r>
              <a:rPr err="1"/>
              <a:t>incluye</a:t>
            </a:r>
            <a:r>
              <a:t> </a:t>
            </a:r>
            <a:r>
              <a:rPr err="1"/>
              <a:t>Unidades</a:t>
            </a:r>
            <a:r>
              <a:t> </a:t>
            </a:r>
            <a:r>
              <a:rPr err="1"/>
              <a:t>Auxiliares</a:t>
            </a:r>
            <a:r>
              <a:t> de Medicina Familiar, </a:t>
            </a:r>
            <a:r>
              <a:rPr err="1"/>
              <a:t>ni</a:t>
            </a:r>
            <a:r>
              <a:t> </a:t>
            </a:r>
            <a:r>
              <a:rPr err="1"/>
              <a:t>hospitales</a:t>
            </a:r>
            <a:r>
              <a:t> con </a:t>
            </a:r>
            <a:r>
              <a:rPr err="1"/>
              <a:t>servicio</a:t>
            </a:r>
            <a:r>
              <a:t> de </a:t>
            </a:r>
            <a:r>
              <a:rPr err="1"/>
              <a:t>medicina</a:t>
            </a:r>
            <a:r>
              <a:t> familiar.</a:t>
            </a:r>
            <a:br>
              <a:rPr/>
            </a:br>
            <a:r>
              <a:t>El </a:t>
            </a:r>
            <a:r>
              <a:rPr err="1"/>
              <a:t>año</a:t>
            </a:r>
            <a:r>
              <a:t> de </a:t>
            </a:r>
            <a:r>
              <a:rPr err="1"/>
              <a:t>proceso</a:t>
            </a:r>
            <a:r>
              <a:t> </a:t>
            </a:r>
            <a:r>
              <a:rPr err="1"/>
              <a:t>inicia</a:t>
            </a:r>
            <a:r>
              <a:t> del 26 de </a:t>
            </a:r>
            <a:r>
              <a:rPr err="1"/>
              <a:t>diciembre</a:t>
            </a:r>
            <a:r>
              <a:t> del </a:t>
            </a:r>
            <a:r>
              <a:rPr err="1"/>
              <a:t>año</a:t>
            </a:r>
            <a:r>
              <a:t> anterior al 25 de </a:t>
            </a:r>
            <a:r>
              <a:rPr err="1"/>
              <a:t>diciembre</a:t>
            </a:r>
            <a:r>
              <a:t> del </a:t>
            </a:r>
            <a:r>
              <a:rPr err="1"/>
              <a:t>año</a:t>
            </a:r>
            <a:r>
              <a:t> </a:t>
            </a:r>
            <a:r>
              <a:rPr err="1"/>
              <a:t>en</a:t>
            </a:r>
            <a:r>
              <a:t> </a:t>
            </a:r>
            <a:r>
              <a:rPr err="1"/>
              <a:t>curso</a:t>
            </a:r>
            <a:r>
              <a:t>: 2025 (del 26 de Dic de 2024 al 25 de Dic de 2025).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Semana 24, 7 </a:t>
            </a:r>
            <a:r>
              <a:rPr err="1"/>
              <a:t>junio</a:t>
            </a:r>
            <a:r>
              <a:t>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213537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5160216"/>
            <a:ext cx="7473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No </a:t>
            </a:r>
            <a:r>
              <a:rPr dirty="0" err="1">
                <a:solidFill>
                  <a:schemeClr val="tx1"/>
                </a:solidFill>
              </a:rPr>
              <a:t>incluye</a:t>
            </a:r>
            <a:r>
              <a:rPr dirty="0">
                <a:solidFill>
                  <a:schemeClr val="tx1"/>
                </a:solidFill>
              </a:rPr>
              <a:t> la </a:t>
            </a:r>
            <a:r>
              <a:rPr dirty="0" err="1">
                <a:solidFill>
                  <a:schemeClr val="tx1"/>
                </a:solidFill>
              </a:rPr>
              <a:t>productividad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especialidad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generada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UMF </a:t>
            </a:r>
            <a:r>
              <a:rPr dirty="0" err="1">
                <a:solidFill>
                  <a:schemeClr val="tx1"/>
                </a:solidFill>
              </a:rPr>
              <a:t>ni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HR. En </a:t>
            </a:r>
            <a:r>
              <a:rPr dirty="0" err="1">
                <a:solidFill>
                  <a:schemeClr val="tx1"/>
                </a:solidFill>
              </a:rPr>
              <a:t>el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2025 no </a:t>
            </a:r>
            <a:r>
              <a:rPr dirty="0" err="1">
                <a:solidFill>
                  <a:schemeClr val="tx1"/>
                </a:solidFill>
              </a:rPr>
              <a:t>incluye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 de HR y UMR.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El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proceso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inicia</a:t>
            </a:r>
            <a:r>
              <a:rPr dirty="0">
                <a:solidFill>
                  <a:schemeClr val="tx1"/>
                </a:solidFill>
              </a:rPr>
              <a:t> del 26 de </a:t>
            </a:r>
            <a:r>
              <a:rPr dirty="0" err="1">
                <a:solidFill>
                  <a:schemeClr val="tx1"/>
                </a:solidFill>
              </a:rPr>
              <a:t>diciembre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anterior al 25 de </a:t>
            </a:r>
            <a:r>
              <a:rPr dirty="0" err="1">
                <a:solidFill>
                  <a:schemeClr val="tx1"/>
                </a:solidFill>
              </a:rPr>
              <a:t>diciembre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curso:2025 (del 26 de </a:t>
            </a:r>
            <a:r>
              <a:rPr dirty="0" err="1">
                <a:solidFill>
                  <a:schemeClr val="tx1"/>
                </a:solidFill>
              </a:rPr>
              <a:t>dic</a:t>
            </a:r>
            <a:r>
              <a:rPr dirty="0">
                <a:solidFill>
                  <a:schemeClr val="tx1"/>
                </a:solidFill>
              </a:rPr>
              <a:t> de 2024 al 25 de </a:t>
            </a:r>
            <a:r>
              <a:rPr dirty="0" err="1">
                <a:solidFill>
                  <a:schemeClr val="tx1"/>
                </a:solidFill>
              </a:rPr>
              <a:t>dic</a:t>
            </a:r>
            <a:r>
              <a:rPr dirty="0">
                <a:solidFill>
                  <a:schemeClr val="tx1"/>
                </a:solidFill>
              </a:rPr>
              <a:t> de 2025). 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Semana: 24, 7 </a:t>
            </a:r>
            <a:r>
              <a:rPr dirty="0" err="1">
                <a:solidFill>
                  <a:schemeClr val="tx1"/>
                </a:solidFill>
              </a:rPr>
              <a:t>junio</a:t>
            </a:r>
            <a:r>
              <a:rPr dirty="0"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89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220,961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109,758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194,529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28,295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91,810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50,622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36,972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19,787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575,247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106,641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271,977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597,870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5015"/>
              </p:ext>
            </p:extLst>
          </p:nvPr>
        </p:nvGraphicFramePr>
        <p:xfrm>
          <a:off x="4877051" y="3333406"/>
          <a:ext cx="1571875" cy="1468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800743" y="3867385"/>
            <a:ext cx="1672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F2241"/>
                </a:solidFill>
                <a:latin typeface="Montserrat"/>
              </a:rPr>
              <a:t>45.5%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092241" y="3964473"/>
            <a:ext cx="1672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59399" y="3641309"/>
            <a:ext cx="2854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800"/>
              <a:t>597,870 </a:t>
            </a:r>
            <a:br>
              <a:rPr sz="2800"/>
            </a:br>
            <a:r>
              <a:rPr sz="2800"/>
              <a:t>Meta 2026</a:t>
            </a:r>
          </a:p>
        </p:txBody>
      </p:sp>
      <p:graphicFrame>
        <p:nvGraphicFramePr>
          <p:cNvPr id="3" name="Google Shape;230;g370e87ffe7a_2_137">
            <a:extLst>
              <a:ext uri="{FF2B5EF4-FFF2-40B4-BE49-F238E27FC236}">
                <a16:creationId xmlns:a16="http://schemas.microsoft.com/office/drawing/2014/main" id="{475D5DDA-AD21-4DCB-C7B3-F45F588545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2943679"/>
              </p:ext>
            </p:extLst>
          </p:nvPr>
        </p:nvGraphicFramePr>
        <p:xfrm>
          <a:off x="143502" y="55856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232">
            <a:extLst>
              <a:ext uri="{FF2B5EF4-FFF2-40B4-BE49-F238E27FC236}">
                <a16:creationId xmlns:a16="http://schemas.microsoft.com/office/drawing/2014/main" id="{DC424160-3095-A53B-2069-9551FF070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903583"/>
              </p:ext>
            </p:extLst>
          </p:nvPr>
        </p:nvGraphicFramePr>
        <p:xfrm>
          <a:off x="144000" y="6116400"/>
          <a:ext cx="7340399" cy="189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26,753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14,206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31,517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236">
            <a:extLst>
              <a:ext uri="{FF2B5EF4-FFF2-40B4-BE49-F238E27FC236}">
                <a16:creationId xmlns:a16="http://schemas.microsoft.com/office/drawing/2014/main" id="{41F29E42-A02F-6F5F-789D-11AB6F45DE32}"/>
              </a:ext>
            </a:extLst>
          </p:cNvPr>
          <p:cNvSpPr txBox="1"/>
          <p:nvPr/>
        </p:nvSpPr>
        <p:spPr>
          <a:xfrm>
            <a:off x="941400" y="8165711"/>
            <a:ext cx="2854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800"/>
              <a:t>31,517 </a:t>
            </a:r>
            <a:br>
              <a:rPr sz="2800"/>
            </a:br>
            <a:r>
              <a:rPr sz="2800"/>
              <a:t>Meta 2026</a:t>
            </a:r>
          </a:p>
        </p:txBody>
      </p:sp>
      <p:graphicFrame>
        <p:nvGraphicFramePr>
          <p:cNvPr id="9" name="Chart 233">
            <a:extLst>
              <a:ext uri="{FF2B5EF4-FFF2-40B4-BE49-F238E27FC236}">
                <a16:creationId xmlns:a16="http://schemas.microsoft.com/office/drawing/2014/main" id="{322B54B9-482C-5930-00C0-7834F368B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044554"/>
              </p:ext>
            </p:extLst>
          </p:nvPr>
        </p:nvGraphicFramePr>
        <p:xfrm>
          <a:off x="5137484" y="7964907"/>
          <a:ext cx="1539568" cy="14866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234">
            <a:extLst>
              <a:ext uri="{FF2B5EF4-FFF2-40B4-BE49-F238E27FC236}">
                <a16:creationId xmlns:a16="http://schemas.microsoft.com/office/drawing/2014/main" id="{EA8D545E-4F9D-BE8D-D0F8-E099F825D6C5}"/>
              </a:ext>
            </a:extLst>
          </p:cNvPr>
          <p:cNvSpPr txBox="1"/>
          <p:nvPr/>
        </p:nvSpPr>
        <p:spPr>
          <a:xfrm>
            <a:off x="5209673" y="8518053"/>
            <a:ext cx="1395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F2241"/>
                </a:solidFill>
                <a:latin typeface="Montserrat"/>
              </a:rPr>
              <a:t>45.1%</a:t>
            </a:r>
          </a:p>
        </p:txBody>
      </p:sp>
      <p:sp>
        <p:nvSpPr>
          <p:cNvPr id="13" name="TextBox 235">
            <a:extLst>
              <a:ext uri="{FF2B5EF4-FFF2-40B4-BE49-F238E27FC236}">
                <a16:creationId xmlns:a16="http://schemas.microsoft.com/office/drawing/2014/main" id="{0043F232-FA80-67F1-716C-4107643AED4E}"/>
              </a:ext>
            </a:extLst>
          </p:cNvPr>
          <p:cNvSpPr txBox="1"/>
          <p:nvPr/>
        </p:nvSpPr>
        <p:spPr>
          <a:xfrm>
            <a:off x="6092241" y="8527385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5" name="TextBox 231">
            <a:extLst>
              <a:ext uri="{FF2B5EF4-FFF2-40B4-BE49-F238E27FC236}">
                <a16:creationId xmlns:a16="http://schemas.microsoft.com/office/drawing/2014/main" id="{C519C7AF-C5BD-76F2-7CA9-61DEF028180F}"/>
              </a:ext>
            </a:extLst>
          </p:cNvPr>
          <p:cNvSpPr txBox="1"/>
          <p:nvPr/>
        </p:nvSpPr>
        <p:spPr>
          <a:xfrm>
            <a:off x="143502" y="9549638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</a:t>
            </a:r>
            <a:r>
              <a:rPr err="1"/>
              <a:t>incluye</a:t>
            </a:r>
            <a:r>
              <a:t> las </a:t>
            </a:r>
            <a:r>
              <a:rPr err="1"/>
              <a:t>cirugías</a:t>
            </a:r>
            <a:r>
              <a:t> </a:t>
            </a:r>
            <a:r>
              <a:rPr err="1"/>
              <a:t>realizadas</a:t>
            </a:r>
            <a:r>
              <a:t> </a:t>
            </a:r>
            <a:r>
              <a:rPr err="1"/>
              <a:t>en</a:t>
            </a:r>
            <a:r>
              <a:t> HR.</a:t>
            </a:r>
            <a:br>
              <a:rPr/>
            </a:br>
            <a:r>
              <a:rPr err="1"/>
              <a:t>Sólo</a:t>
            </a:r>
            <a:r>
              <a:t> se </a:t>
            </a:r>
            <a:r>
              <a:rPr err="1"/>
              <a:t>consideran</a:t>
            </a:r>
            <a:r>
              <a:t> </a:t>
            </a:r>
            <a:r>
              <a:rPr err="1"/>
              <a:t>cirugías</a:t>
            </a:r>
            <a:r>
              <a:t> </a:t>
            </a:r>
            <a:r>
              <a:rPr err="1"/>
              <a:t>principales</a:t>
            </a:r>
            <a:r>
              <a:t>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Semana: 24, 7 </a:t>
            </a:r>
            <a:r>
              <a:rPr err="1"/>
              <a:t>junio</a:t>
            </a:r>
            <a: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6EC6207F-54E0-C67C-1029-393AC2C26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61 en Hospitales, 0 en sede, 30 en UMF y 116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33617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61 </a:t>
            </a:r>
            <a:r>
              <a:rPr err="1"/>
              <a:t>en</a:t>
            </a:r>
            <a:r>
              <a:t> Hospitales</a:t>
            </a:r>
            <a:r>
              <a:rPr lang="es-MX"/>
              <a:t> (1 de 3)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84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79451"/>
              </p:ext>
            </p:extLst>
          </p:nvPr>
        </p:nvGraphicFramePr>
        <p:xfrm>
          <a:off x="3960000" y="1908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6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067999"/>
          <a:ext cx="3456000" cy="2182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Laboratorio de Análisis Clínicos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84853"/>
              </p:ext>
            </p:extLst>
          </p:nvPr>
        </p:nvGraphicFramePr>
        <p:xfrm>
          <a:off x="3960000" y="4067999"/>
          <a:ext cx="3456000" cy="251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"Pabellón de Arteaga"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715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613341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30 </a:t>
            </a:r>
            <a:r>
              <a:rPr err="1"/>
              <a:t>en</a:t>
            </a:r>
            <a:r>
              <a:t> </a:t>
            </a:r>
            <a:r>
              <a:rPr err="1"/>
              <a:t>Unidades</a:t>
            </a:r>
            <a:r>
              <a:t> de Medicina Familiar</a:t>
            </a:r>
            <a:r>
              <a:rPr lang="es-MX"/>
              <a:t> (2 de 3)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721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721599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739399"/>
              </p:ext>
            </p:extLst>
          </p:nvPr>
        </p:nvGraphicFramePr>
        <p:xfrm>
          <a:off x="360000" y="4125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Medicina </a:t>
                      </a:r>
                      <a:r>
                        <a:rPr lang="es-MX" dirty="0"/>
                        <a:t>Familiar </a:t>
                      </a:r>
                      <a:endParaRPr dirty="0"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752241"/>
              </p:ext>
            </p:extLst>
          </p:nvPr>
        </p:nvGraphicFramePr>
        <p:xfrm>
          <a:off x="3960000" y="4125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pt-BR" dirty="0"/>
                        <a:t>Medicina Familiar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27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Medicina de </a:t>
                      </a:r>
                      <a:r>
                        <a:rPr dirty="0" err="1"/>
                        <a:t>Urgencias</a:t>
                      </a:r>
                      <a:endParaRPr dirty="0"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277598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6429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308481"/>
              </p:ext>
            </p:extLst>
          </p:nvPr>
        </p:nvGraphicFramePr>
        <p:xfrm>
          <a:off x="3960000" y="6429597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pt-BR" dirty="0"/>
                        <a:t>Medicina Familiar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901202"/>
              </p:ext>
            </p:extLst>
          </p:nvPr>
        </p:nvGraphicFramePr>
        <p:xfrm>
          <a:off x="360000" y="7833597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pt-BR" dirty="0"/>
                        <a:t>Medicina Familiar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498566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116 </a:t>
            </a:r>
            <a:r>
              <a:rPr err="1"/>
              <a:t>especialistas</a:t>
            </a:r>
            <a:r>
              <a:t> (</a:t>
            </a:r>
            <a:r>
              <a:rPr err="1"/>
              <a:t>sustitutos</a:t>
            </a:r>
            <a:r>
              <a:t>)</a:t>
            </a:r>
            <a:r>
              <a:rPr lang="es-MX"/>
              <a:t> (3 de 3)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16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762515"/>
              </p:ext>
            </p:extLst>
          </p:nvPr>
        </p:nvGraphicFramePr>
        <p:xfrm>
          <a:off x="1008000" y="1456577"/>
          <a:ext cx="5756399" cy="751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err="1"/>
                        <a:t>Especialidad</a:t>
                      </a:r>
                      <a:endParaRPr sz="1000"/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de </a:t>
                      </a:r>
                      <a:r>
                        <a:rPr sz="1000" err="1"/>
                        <a:t>Urgencias</a:t>
                      </a:r>
                      <a:endParaRPr sz="100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31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14.9%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30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29.4%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Anestesiología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24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41.0%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49.2%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57.4%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Cirugía General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65.2%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err="1"/>
                        <a:t>Pediatría</a:t>
                      </a:r>
                      <a:endParaRPr sz="100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71.9%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76.3%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Interna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80.1%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Nefrología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83.5%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86.4%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88.4%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Oftalmología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89.8%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Cardiología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91.3%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Epidemiología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92.7%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93.7%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Neurocirugía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94.6%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del Enfermo Pediátrico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95.6%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Audiología Otoneurología y Foniatría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96.1%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Laboratorio de Análisis Clínicos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96.6%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Geriatría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97.1%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Cirugía Cardiotorácica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97.5%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Cirugía Oncológica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98.0%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de Rehabilitación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98.5%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Neumología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marL="45720" marR="4572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marL="45720" marR="4572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280918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46493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761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93F9F08-57A9-1AC1-3595-DE2121DF9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2468659"/>
              </p:ext>
            </p:extLst>
          </p:nvPr>
        </p:nvGraphicFramePr>
        <p:xfrm>
          <a:off x="287050" y="938192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72835" y="4274854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lang="es-MX" dirty="0">
                <a:solidFill>
                  <a:schemeClr val="tx1"/>
                </a:solidFill>
              </a:rPr>
              <a:t>Lista de espera, </a:t>
            </a:r>
            <a:r>
              <a:rPr dirty="0" err="1">
                <a:solidFill>
                  <a:schemeClr val="tx1"/>
                </a:solidFill>
              </a:rPr>
              <a:t>semana</a:t>
            </a:r>
            <a:r>
              <a:rPr dirty="0">
                <a:solidFill>
                  <a:schemeClr val="tx1"/>
                </a:solidFill>
              </a:rPr>
              <a:t> 24, 7 </a:t>
            </a:r>
            <a:r>
              <a:rPr dirty="0" err="1">
                <a:solidFill>
                  <a:schemeClr val="tx1"/>
                </a:solidFill>
              </a:rPr>
              <a:t>junio</a:t>
            </a:r>
            <a:r>
              <a:rPr dirty="0"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85352"/>
              </p:ext>
            </p:extLst>
          </p:nvPr>
        </p:nvGraphicFramePr>
        <p:xfrm>
          <a:off x="287050" y="1694779"/>
          <a:ext cx="36395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1,666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1,365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105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4,896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4011"/>
              </p:ext>
            </p:extLst>
          </p:nvPr>
        </p:nvGraphicFramePr>
        <p:xfrm>
          <a:off x="4051800" y="1694779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Hernioplastías</a:t>
                      </a:r>
                      <a:r>
                        <a:t> </a:t>
                      </a:r>
                      <a:r>
                        <a:rPr err="1"/>
                        <a:t>abdominales</a:t>
                      </a:r>
                      <a:endParaRPr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1,343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231">
            <a:extLst>
              <a:ext uri="{FF2B5EF4-FFF2-40B4-BE49-F238E27FC236}">
                <a16:creationId xmlns:a16="http://schemas.microsoft.com/office/drawing/2014/main" id="{BAF39136-8081-BE1D-C95E-C27597F09F6E}"/>
              </a:ext>
            </a:extLst>
          </p:cNvPr>
          <p:cNvSpPr txBox="1"/>
          <p:nvPr/>
        </p:nvSpPr>
        <p:spPr>
          <a:xfrm>
            <a:off x="287050" y="9597327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>
                <a:solidFill>
                  <a:schemeClr val="bg1"/>
                </a:solidFill>
              </a:rPr>
              <a:t>Corte de </a:t>
            </a:r>
            <a:r>
              <a:rPr err="1">
                <a:solidFill>
                  <a:schemeClr val="bg1"/>
                </a:solidFill>
              </a:rPr>
              <a:t>información</a:t>
            </a:r>
            <a:r>
              <a:rPr>
                <a:solidFill>
                  <a:schemeClr val="bg1"/>
                </a:solidFill>
              </a:rPr>
              <a:t>: </a:t>
            </a:r>
            <a:r>
              <a:rPr lang="es-MX">
                <a:solidFill>
                  <a:schemeClr val="bg1"/>
                </a:solidFill>
              </a:rPr>
              <a:t>18</a:t>
            </a:r>
            <a:r>
              <a:rPr>
                <a:solidFill>
                  <a:schemeClr val="bg1"/>
                </a:solidFill>
              </a:rPr>
              <a:t> </a:t>
            </a:r>
            <a:r>
              <a:rPr lang="es-MX">
                <a:solidFill>
                  <a:schemeClr val="bg1"/>
                </a:solidFill>
              </a:rPr>
              <a:t>junio</a:t>
            </a:r>
            <a:r>
              <a:rPr>
                <a:solidFill>
                  <a:schemeClr val="bg1"/>
                </a:solidFill>
              </a:rPr>
              <a:t> 2026</a:t>
            </a:r>
          </a:p>
        </p:txBody>
      </p:sp>
      <p:graphicFrame>
        <p:nvGraphicFramePr>
          <p:cNvPr id="10" name="Google Shape;230;g370e87ffe7a_2_137">
            <a:extLst>
              <a:ext uri="{FF2B5EF4-FFF2-40B4-BE49-F238E27FC236}">
                <a16:creationId xmlns:a16="http://schemas.microsoft.com/office/drawing/2014/main" id="{E9541799-CE1B-F93C-3DA4-F1C3467AA9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2441480"/>
              </p:ext>
            </p:extLst>
          </p:nvPr>
        </p:nvGraphicFramePr>
        <p:xfrm>
          <a:off x="287050" y="5258635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232">
            <a:extLst>
              <a:ext uri="{FF2B5EF4-FFF2-40B4-BE49-F238E27FC236}">
                <a16:creationId xmlns:a16="http://schemas.microsoft.com/office/drawing/2014/main" id="{3C2A2B7A-69EB-81CA-754A-75D562791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732753"/>
              </p:ext>
            </p:extLst>
          </p:nvPr>
        </p:nvGraphicFramePr>
        <p:xfrm>
          <a:off x="651908" y="5750333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622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614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164,086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108,928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4" name="Table 232">
            <a:extLst>
              <a:ext uri="{FF2B5EF4-FFF2-40B4-BE49-F238E27FC236}">
                <a16:creationId xmlns:a16="http://schemas.microsoft.com/office/drawing/2014/main" id="{1FB29AF7-83D8-BDD5-A07D-93CB2DF30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862094"/>
              </p:ext>
            </p:extLst>
          </p:nvPr>
        </p:nvGraphicFramePr>
        <p:xfrm>
          <a:off x="1735038" y="6676227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Brigadas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9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45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231">
            <a:extLst>
              <a:ext uri="{FF2B5EF4-FFF2-40B4-BE49-F238E27FC236}">
                <a16:creationId xmlns:a16="http://schemas.microsoft.com/office/drawing/2014/main" id="{EE08F9AC-4F5A-67C0-BA2B-5AD985503E4D}"/>
              </a:ext>
            </a:extLst>
          </p:cNvPr>
          <p:cNvSpPr txBox="1"/>
          <p:nvPr/>
        </p:nvSpPr>
        <p:spPr>
          <a:xfrm>
            <a:off x="1735038" y="7499187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/>
              <a:t>En cada brigada participan 5 personas del IMSS.</a:t>
            </a:r>
            <a:endParaRPr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DD815BF-02F4-768C-90DB-F91F301A5DFE}"/>
              </a:ext>
            </a:extLst>
          </p:cNvPr>
          <p:cNvSpPr txBox="1"/>
          <p:nvPr/>
        </p:nvSpPr>
        <p:spPr>
          <a:xfrm>
            <a:off x="197428" y="8238743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6,633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DEB53D6-7CE2-389F-52E7-EDA9AC80581D}"/>
              </a:ext>
            </a:extLst>
          </p:cNvPr>
          <p:cNvSpPr txBox="1"/>
          <p:nvPr/>
        </p:nvSpPr>
        <p:spPr>
          <a:xfrm>
            <a:off x="2924003" y="8238743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0" u="none" strike="noStrike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8,101</a:t>
            </a: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</a:br>
            <a:r>
              <a:rPr lang="en-US" sz="1200" b="1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63E7AB5-04EC-2662-D196-C022B68A70CE}"/>
              </a:ext>
            </a:extLst>
          </p:cNvPr>
          <p:cNvSpPr txBox="1"/>
          <p:nvPr/>
        </p:nvSpPr>
        <p:spPr>
          <a:xfrm>
            <a:off x="5218315" y="8238743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0" u="none" strike="noStrike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3,775</a:t>
            </a: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E60DF942-58CD-577D-7522-6854F53F3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944" y="7625680"/>
            <a:ext cx="730135" cy="669175"/>
          </a:xfrm>
          <a:prstGeom prst="rect">
            <a:avLst/>
          </a:prstGeom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0C0F865F-CC6F-5B3A-4F0E-A84167909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945" y="7772711"/>
            <a:ext cx="924445" cy="491944"/>
          </a:xfrm>
          <a:prstGeom prst="rect">
            <a:avLst/>
          </a:prstGeom>
        </p:spPr>
      </p:pic>
      <p:pic>
        <p:nvPicPr>
          <p:cNvPr id="28" name="Imagen 27" descr="Icono&#10;&#10;El contenido generado por IA puede ser incorrecto.">
            <a:extLst>
              <a:ext uri="{FF2B5EF4-FFF2-40B4-BE49-F238E27FC236}">
                <a16:creationId xmlns:a16="http://schemas.microsoft.com/office/drawing/2014/main" id="{56D93CAC-5861-808A-FEC5-EB911F5523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379" y="7607669"/>
            <a:ext cx="603366" cy="7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8,866	 Personal de Salud: 6,117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+231.8%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+39.2%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1,107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1,541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1,829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2,284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+15.1%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1,295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1,491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+195.3%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437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-3.3%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291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185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7,814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412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100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2,506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902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11,634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55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(99,418)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(11,301)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(1,380)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(95,254)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(9,081)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(1,100)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(1,540)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(36,094)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(8,857)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(647)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(22,613)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(7,585)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(564)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(584)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(21,971)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(7,433)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(532)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172,056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1,636,689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81,200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1,851,708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7114-87C9-5734-2D2A-BEE6DD852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200" y="4604399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Medicamentos</a:t>
            </a:r>
            <a:r>
              <a:t> con mayor </a:t>
            </a:r>
            <a:r>
              <a:rPr err="1"/>
              <a:t>demanda</a:t>
            </a:r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15200" y="4936166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2002"/>
              </p:ext>
            </p:extLst>
          </p:nvPr>
        </p:nvGraphicFramePr>
        <p:xfrm>
          <a:off x="115200" y="5166001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Con mayor </a:t>
                      </a:r>
                      <a:r>
                        <a:rPr dirty="0" err="1"/>
                        <a:t>demanda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enero</a:t>
                      </a:r>
                      <a:r>
                        <a:rPr dirty="0"/>
                        <a:t> a </a:t>
                      </a:r>
                      <a:r>
                        <a:rPr lang="es-MX" dirty="0"/>
                        <a:t>mayo</a:t>
                      </a:r>
                      <a:r>
                        <a:rPr dirty="0"/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Paracetamol,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analgésico</a:t>
                      </a:r>
                      <a:r>
                        <a:rPr dirty="0"/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622,008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Celecoxib, </a:t>
                      </a:r>
                      <a:r>
                        <a:rPr dirty="0" err="1"/>
                        <a:t>cápsula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antiinflamatorio</a:t>
                      </a:r>
                      <a:r>
                        <a:rPr dirty="0"/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269,928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Electrolitos </a:t>
                      </a:r>
                      <a:r>
                        <a:rPr dirty="0" err="1"/>
                        <a:t>orales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solución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hidratación</a:t>
                      </a:r>
                      <a:r>
                        <a:rPr dirty="0"/>
                        <a:t>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212,772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10311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Telmisartán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antihipertensivo</a:t>
                      </a:r>
                      <a:r>
                        <a:rPr dirty="0"/>
                        <a:t>)</a:t>
                      </a:r>
                    </a:p>
                  </a:txBody>
                  <a:tcPr marL="18000" marR="1800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208,635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Pantoprazol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Rabeprazol</a:t>
                      </a:r>
                      <a:r>
                        <a:rPr dirty="0"/>
                        <a:t> u </a:t>
                      </a:r>
                      <a:r>
                        <a:rPr dirty="0" err="1"/>
                        <a:t>Omeprazol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gragea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cápsula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antiácido</a:t>
                      </a:r>
                      <a:r>
                        <a:rPr dirty="0"/>
                        <a:t>)                       </a:t>
                      </a:r>
                    </a:p>
                  </a:txBody>
                  <a:tcPr marL="18000" marR="18000" marT="18000" marB="180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205,828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97,325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Dieta </a:t>
                      </a:r>
                      <a:r>
                        <a:rPr dirty="0" err="1"/>
                        <a:t>polimérica</a:t>
                      </a:r>
                      <a:r>
                        <a:rPr dirty="0"/>
                        <a:t> con </a:t>
                      </a:r>
                      <a:r>
                        <a:rPr dirty="0" err="1"/>
                        <a:t>fibra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suspensión</a:t>
                      </a:r>
                      <a:r>
                        <a:rPr dirty="0"/>
                        <a:t> oral o enteral  (</a:t>
                      </a:r>
                      <a:r>
                        <a:rPr dirty="0" err="1"/>
                        <a:t>nutrición</a:t>
                      </a:r>
                      <a:r>
                        <a:rPr dirty="0"/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190,796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Metformina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hipoglucemiante</a:t>
                      </a:r>
                      <a:r>
                        <a:rPr dirty="0"/>
                        <a:t>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171,804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8991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Gabapentina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cápsula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antiepiléptico</a:t>
                      </a:r>
                      <a:r>
                        <a:rPr dirty="0"/>
                        <a:t>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171,328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Atorvastatina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reducir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colesterol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triglicéridos</a:t>
                      </a:r>
                      <a:r>
                        <a:rPr dirty="0"/>
                        <a:t>)                          </a:t>
                      </a:r>
                    </a:p>
                  </a:txBody>
                  <a:tcPr marL="18000" marR="1800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69,863</a:t>
                      </a:r>
                      <a:endParaRPr dirty="0"/>
                    </a:p>
                  </a:txBody>
                  <a:tcPr marL="18000" marR="1800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6">
            <a:extLst>
              <a:ext uri="{FF2B5EF4-FFF2-40B4-BE49-F238E27FC236}">
                <a16:creationId xmlns:a16="http://schemas.microsoft.com/office/drawing/2014/main" id="{D5238623-3CB4-5AAA-1166-096E58E0951E}"/>
              </a:ext>
            </a:extLst>
          </p:cNvPr>
          <p:cNvSpPr txBox="1"/>
          <p:nvPr/>
        </p:nvSpPr>
        <p:spPr>
          <a:xfrm>
            <a:off x="115200" y="9639176"/>
            <a:ext cx="655019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bg1"/>
                </a:solidFill>
              </a:rPr>
              <a:t>Fuente: Portal de Control de Abasto. En 2026, se </a:t>
            </a:r>
            <a:r>
              <a:rPr err="1">
                <a:solidFill>
                  <a:schemeClr val="bg1"/>
                </a:solidFill>
              </a:rPr>
              <a:t>muestra</a:t>
            </a:r>
            <a:r>
              <a:rPr>
                <a:solidFill>
                  <a:schemeClr val="bg1"/>
                </a:solidFill>
              </a:rPr>
              <a:t> lo </a:t>
            </a:r>
            <a:r>
              <a:rPr err="1">
                <a:solidFill>
                  <a:schemeClr val="bg1"/>
                </a:solidFill>
              </a:rPr>
              <a:t>correspondiente</a:t>
            </a:r>
            <a:r>
              <a:rPr>
                <a:solidFill>
                  <a:schemeClr val="bg1"/>
                </a:solidFill>
              </a:rPr>
              <a:t> al </a:t>
            </a:r>
            <a:r>
              <a:rPr err="1">
                <a:solidFill>
                  <a:schemeClr val="bg1"/>
                </a:solidFill>
              </a:rPr>
              <a:t>periodo</a:t>
            </a:r>
            <a:r>
              <a:rPr>
                <a:solidFill>
                  <a:schemeClr val="bg1"/>
                </a:solidFill>
              </a:rPr>
              <a:t> del 1 de </a:t>
            </a:r>
            <a:r>
              <a:rPr err="1">
                <a:solidFill>
                  <a:schemeClr val="bg1"/>
                </a:solidFill>
              </a:rPr>
              <a:t>enero</a:t>
            </a:r>
            <a:r>
              <a:rPr>
                <a:solidFill>
                  <a:schemeClr val="bg1"/>
                </a:solidFill>
              </a:rPr>
              <a:t> al 31 de mayo de 2026.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55DDC951-9336-9D0B-B4BC-45238B3393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3" t="5564" r="9203" b="31429"/>
          <a:stretch>
            <a:fillRect/>
          </a:stretch>
        </p:blipFill>
        <p:spPr>
          <a:xfrm>
            <a:off x="50308" y="1938613"/>
            <a:ext cx="7671784" cy="189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60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2" name="Imagen 11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97001" y="2987553"/>
            <a:ext cx="875508" cy="85490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01679" y="3015411"/>
            <a:ext cx="38862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Unidad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err="1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53288B5-B8D0-EC78-DB89-D4E8E2B4815F}"/>
              </a:ext>
            </a:extLst>
          </p:cNvPr>
          <p:cNvSpPr txBox="1"/>
          <p:nvPr/>
        </p:nvSpPr>
        <p:spPr>
          <a:xfrm>
            <a:off x="-1004037" y="4308045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7" name="Imagen 16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B72D96B9-510E-70DC-91C0-8C9FFA3D52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2522" y="2029832"/>
            <a:ext cx="875508" cy="854908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AA4AD06-6D0C-9D1B-41F2-6AC307BA4C2A}"/>
              </a:ext>
            </a:extLst>
          </p:cNvPr>
          <p:cNvSpPr txBox="1"/>
          <p:nvPr/>
        </p:nvSpPr>
        <p:spPr>
          <a:xfrm>
            <a:off x="-1177513" y="2170232"/>
            <a:ext cx="38862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UMF</a:t>
            </a:r>
            <a:endParaRPr lang="en-US"/>
          </a:p>
        </p:txBody>
      </p:sp>
      <p:pic>
        <p:nvPicPr>
          <p:cNvPr id="7" name="Imagen 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61E85F73-EE1A-55C2-43F6-7883175FE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07320" y="6009171"/>
            <a:ext cx="5099307" cy="1009681"/>
          </a:xfrm>
          <a:prstGeom prst="rect">
            <a:avLst/>
          </a:prstGeom>
        </p:spPr>
      </p:pic>
      <p:pic>
        <p:nvPicPr>
          <p:cNvPr id="8" name="Imagen 7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D49953C2-2A08-D302-89A7-DDA457348F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78967" y="4866096"/>
            <a:ext cx="4642600" cy="7519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E770913-8D9C-DEEA-D97C-EEB25BB5D7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496" y="4766914"/>
            <a:ext cx="1201673" cy="115255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A7CC9B7-B63A-2B0A-A878-563D1EAA13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494" y="6009171"/>
            <a:ext cx="1201675" cy="12057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112035"/>
              </p:ext>
            </p:extLst>
          </p:nvPr>
        </p:nvGraphicFramePr>
        <p:xfrm>
          <a:off x="1785600" y="1584000"/>
          <a:ext cx="5295600" cy="1132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51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5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Unidad de Hemodiálisis (94 máquinas de hemodiálisis)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$499.2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5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de la UMF No. 6 Jesús María, Aguascalientes.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$77.1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5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$576.3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656279"/>
              </p:ext>
            </p:extLst>
          </p:nvPr>
        </p:nvGraphicFramePr>
        <p:xfrm>
          <a:off x="1785600" y="3024000"/>
          <a:ext cx="5295600" cy="2648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5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$156.6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5 unidades (UMF No.7, 8, 9, 10,11,  Aguascalientes)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$78.6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3 unidades (HGZ No.2 , HGZ No.3, Aguascalientes; UMAA Jesús María)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</a:t>
                      </a:r>
                      <a:r>
                        <a:rPr lang="es-MX" sz="1000" dirty="0">
                          <a:latin typeface="Montserrat"/>
                        </a:rPr>
                        <a:t>19.3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15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s-MX" sz="1000">
                          <a:latin typeface="Montserrat"/>
                        </a:rPr>
                        <a:t>Intervención en áreas de residencias médicas en 8 unidades 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$35.2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1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16 unidades, Aguascalientes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$22.7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1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3 unidades (HGZ No. 1, HGZ No.2, Aguascalientes; HGZ No.3 Jesús María)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$19.3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1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salud</a:t>
                      </a:r>
                      <a:r>
                        <a:rPr sz="1000" dirty="0">
                          <a:latin typeface="Montserrat"/>
                        </a:rPr>
                        <a:t> mental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3 </a:t>
                      </a:r>
                      <a:r>
                        <a:rPr sz="1000" dirty="0" err="1">
                          <a:latin typeface="Montserrat"/>
                        </a:rPr>
                        <a:t>unidades</a:t>
                      </a:r>
                      <a:r>
                        <a:rPr sz="1000" dirty="0">
                          <a:latin typeface="Montserrat"/>
                        </a:rPr>
                        <a:t> (HGZ No. 1, HGZ No.2, Aguascalientes; HGZ No.3 Jesús María)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1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5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$3</a:t>
                      </a:r>
                      <a:r>
                        <a:rPr lang="es-MX" sz="1050" dirty="0"/>
                        <a:t>42</a:t>
                      </a:r>
                      <a:endParaRPr sz="1050" dirty="0"/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093683"/>
              </p:ext>
            </p:extLst>
          </p:nvPr>
        </p:nvGraphicFramePr>
        <p:xfrm>
          <a:off x="1785600" y="6041053"/>
          <a:ext cx="5295600" cy="115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Equipo Médico 2025, </a:t>
                      </a:r>
                      <a:r>
                        <a:rPr dirty="0" err="1"/>
                        <a:t>Instalación</a:t>
                      </a:r>
                      <a:r>
                        <a:rPr dirty="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3 piezas de equipo médico: 2 refrigeradores congeladores de 5.4 pies cúbicos para lactancia materna y 1 monitor de signos vitales para el traslado del paciente (con protección antimagnética).</a:t>
                      </a: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$1.9</a:t>
                      </a: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509007"/>
              </p:ext>
            </p:extLst>
          </p:nvPr>
        </p:nvGraphicFramePr>
        <p:xfrm>
          <a:off x="1785600" y="7301053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$21.4</a:t>
                      </a: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101428" y="878400"/>
            <a:ext cx="6527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</a:t>
            </a:r>
            <a:r>
              <a:rPr lang="es-MX"/>
              <a:t>4</a:t>
            </a:r>
            <a:r>
              <a:t>1.</a:t>
            </a:r>
            <a:r>
              <a:rPr lang="es-MX"/>
              <a:t>6</a:t>
            </a:r>
            <a:endParaRPr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err="1"/>
              <a:t>mdp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3017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Rehabilitación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2859" y="2101012"/>
            <a:ext cx="3886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 de </a:t>
            </a:r>
          </a:p>
          <a:p>
            <a:pPr algn="ctr"/>
            <a:r>
              <a:rPr lang="en-US" sz="8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Rescate</a:t>
            </a:r>
            <a:endParaRPr lang="en-US" sz="800" b="1" i="0" u="none" strike="noStrike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732EDB4-939B-C564-D4B2-9497DEB259D4}"/>
              </a:ext>
            </a:extLst>
          </p:cNvPr>
          <p:cNvSpPr txBox="1"/>
          <p:nvPr/>
        </p:nvSpPr>
        <p:spPr>
          <a:xfrm>
            <a:off x="-1175551" y="3858813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8" name="Imagen 1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8A8D8CD2-DBCF-78B9-E5EF-827E13752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69" y="4170734"/>
            <a:ext cx="872667" cy="84994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261D4185-A587-C515-FCC3-DB49EF855C8D}"/>
              </a:ext>
            </a:extLst>
          </p:cNvPr>
          <p:cNvSpPr txBox="1"/>
          <p:nvPr/>
        </p:nvSpPr>
        <p:spPr>
          <a:xfrm>
            <a:off x="-1234310" y="4193699"/>
            <a:ext cx="3886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24</a:t>
            </a:r>
          </a:p>
          <a:p>
            <a:pPr algn="ctr"/>
            <a:r>
              <a:rPr lang="en-US" sz="8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 </a:t>
            </a:r>
          </a:p>
          <a:p>
            <a:pPr algn="ctr"/>
            <a:r>
              <a:rPr lang="en-US" sz="8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canicos</a:t>
            </a:r>
            <a:endParaRPr lang="en-US" sz="800" b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290418"/>
              </p:ext>
            </p:extLst>
          </p:nvPr>
        </p:nvGraphicFramePr>
        <p:xfrm>
          <a:off x="1793400" y="2051826"/>
          <a:ext cx="5396400" cy="1067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Hospital General de Traumatología y Especialidades en Pabellón de Arteaga, Aguascalientes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$1,391.5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$149.7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$1,541.2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225984"/>
              </p:ext>
            </p:extLst>
          </p:nvPr>
        </p:nvGraphicFramePr>
        <p:xfrm>
          <a:off x="1793400" y="3709733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24 Equipos electromecánicos para 2 HGZ; 23 para aires acondicionados y 1 lavadora-extractora para la Planta de lavado, Aguascalientes.</a:t>
                      </a: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$131.2</a:t>
                      </a: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1,672.4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  <p:pic>
        <p:nvPicPr>
          <p:cNvPr id="4" name="Google Shape;551;g3d0ffe769cd_0_0">
            <a:extLst>
              <a:ext uri="{FF2B5EF4-FFF2-40B4-BE49-F238E27FC236}">
                <a16:creationId xmlns:a16="http://schemas.microsoft.com/office/drawing/2014/main" id="{B5B28CAF-4AC6-31CA-44E4-25E342CEB78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82" t="14684" r="1598" b="17771"/>
          <a:stretch/>
        </p:blipFill>
        <p:spPr>
          <a:xfrm>
            <a:off x="191590" y="6026052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Google Shape;559;g3d0ffe769cd_0_0">
            <a:extLst>
              <a:ext uri="{FF2B5EF4-FFF2-40B4-BE49-F238E27FC236}">
                <a16:creationId xmlns:a16="http://schemas.microsoft.com/office/drawing/2014/main" id="{9F2C8EDB-C081-7548-2934-A409928F30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566724"/>
              </p:ext>
            </p:extLst>
          </p:nvPr>
        </p:nvGraphicFramePr>
        <p:xfrm>
          <a:off x="191590" y="5369427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Google Shape;552;g3d0ffe769cd_0_0">
            <a:extLst>
              <a:ext uri="{FF2B5EF4-FFF2-40B4-BE49-F238E27FC236}">
                <a16:creationId xmlns:a16="http://schemas.microsoft.com/office/drawing/2014/main" id="{56CAB406-18B4-6472-9DA1-45BEB37A693F}"/>
              </a:ext>
            </a:extLst>
          </p:cNvPr>
          <p:cNvSpPr/>
          <p:nvPr/>
        </p:nvSpPr>
        <p:spPr>
          <a:xfrm>
            <a:off x="195380" y="6048166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556;g3d0ffe769cd_0_0">
            <a:extLst>
              <a:ext uri="{FF2B5EF4-FFF2-40B4-BE49-F238E27FC236}">
                <a16:creationId xmlns:a16="http://schemas.microsoft.com/office/drawing/2014/main" id="{9ACBDEDB-488B-54F9-BF48-24849FB8661A}"/>
              </a:ext>
            </a:extLst>
          </p:cNvPr>
          <p:cNvSpPr/>
          <p:nvPr/>
        </p:nvSpPr>
        <p:spPr>
          <a:xfrm>
            <a:off x="812772" y="6188463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553;g3d0ffe769cd_0_0">
            <a:extLst>
              <a:ext uri="{FF2B5EF4-FFF2-40B4-BE49-F238E27FC236}">
                <a16:creationId xmlns:a16="http://schemas.microsoft.com/office/drawing/2014/main" id="{14AE07CB-BEF3-7C9E-917D-DD5F66AF82FC}"/>
              </a:ext>
            </a:extLst>
          </p:cNvPr>
          <p:cNvSpPr/>
          <p:nvPr/>
        </p:nvSpPr>
        <p:spPr>
          <a:xfrm>
            <a:off x="251486" y="6955110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Google Shape;554;g3d0ffe769cd_0_0">
            <a:extLst>
              <a:ext uri="{FF2B5EF4-FFF2-40B4-BE49-F238E27FC236}">
                <a16:creationId xmlns:a16="http://schemas.microsoft.com/office/drawing/2014/main" id="{1B307DBA-2811-3899-D44F-2C035698FD7D}"/>
              </a:ext>
            </a:extLst>
          </p:cNvPr>
          <p:cNvSpPr txBox="1"/>
          <p:nvPr/>
        </p:nvSpPr>
        <p:spPr>
          <a:xfrm>
            <a:off x="237389" y="7546097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Google Shape;562;g3d0ffe769cd_0_0">
            <a:extLst>
              <a:ext uri="{FF2B5EF4-FFF2-40B4-BE49-F238E27FC236}">
                <a16:creationId xmlns:a16="http://schemas.microsoft.com/office/drawing/2014/main" id="{6D1CF1D4-59FC-937C-3776-353B9FB68118}"/>
              </a:ext>
            </a:extLst>
          </p:cNvPr>
          <p:cNvSpPr txBox="1"/>
          <p:nvPr/>
        </p:nvSpPr>
        <p:spPr>
          <a:xfrm rot="16200000">
            <a:off x="1919538" y="7334532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0" name="Table 19">
            <a:extLst>
              <a:ext uri="{FF2B5EF4-FFF2-40B4-BE49-F238E27FC236}">
                <a16:creationId xmlns:a16="http://schemas.microsoft.com/office/drawing/2014/main" id="{F65187B4-E019-710A-63F8-792775093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046745"/>
              </p:ext>
            </p:extLst>
          </p:nvPr>
        </p:nvGraphicFramePr>
        <p:xfrm>
          <a:off x="2513088" y="6189732"/>
          <a:ext cx="4928400" cy="221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Predios en ruta y 0 CECI en Construción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Rincón de los Romos, Pabellón de Arteaga, Aguascalientes (3), San Francisco de los Romos, Jesús María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Oval 20">
            <a:extLst>
              <a:ext uri="{FF2B5EF4-FFF2-40B4-BE49-F238E27FC236}">
                <a16:creationId xmlns:a16="http://schemas.microsoft.com/office/drawing/2014/main" id="{A2F8BE51-3670-E7EB-7C6B-9298ACED4AC6}"/>
              </a:ext>
            </a:extLst>
          </p:cNvPr>
          <p:cNvSpPr/>
          <p:nvPr/>
        </p:nvSpPr>
        <p:spPr>
          <a:xfrm>
            <a:off x="846288" y="6211332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7</a:t>
            </a:r>
          </a:p>
        </p:txBody>
      </p:sp>
      <p:sp>
        <p:nvSpPr>
          <p:cNvPr id="34" name="Rectangle 21">
            <a:extLst>
              <a:ext uri="{FF2B5EF4-FFF2-40B4-BE49-F238E27FC236}">
                <a16:creationId xmlns:a16="http://schemas.microsoft.com/office/drawing/2014/main" id="{1E41FC49-F733-6DC6-2798-6E0AF8648CFA}"/>
              </a:ext>
            </a:extLst>
          </p:cNvPr>
          <p:cNvSpPr/>
          <p:nvPr/>
        </p:nvSpPr>
        <p:spPr>
          <a:xfrm>
            <a:off x="324288" y="6996132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CECI IMSS</a:t>
            </a: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9E30BA78-ECF7-4D62-F11F-D46500E3B507}"/>
              </a:ext>
            </a:extLst>
          </p:cNvPr>
          <p:cNvSpPr txBox="1"/>
          <p:nvPr/>
        </p:nvSpPr>
        <p:spPr>
          <a:xfrm>
            <a:off x="77330" y="9587610"/>
            <a:ext cx="75744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Montserrat"/>
              </a:defRPr>
            </a:pPr>
            <a:r>
              <a:rPr dirty="0"/>
              <a:t>¹ </a:t>
            </a:r>
            <a:r>
              <a:rPr lang="es-MX" sz="900" dirty="0"/>
              <a:t>Terrenos donados y escriturados a favor del Instituto. 7 CECI para entrega a </a:t>
            </a:r>
            <a:r>
              <a:rPr lang="es-MX" sz="900" dirty="0" err="1"/>
              <a:t>SICT</a:t>
            </a:r>
            <a:r>
              <a:rPr lang="es-MX" sz="900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33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32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4,803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343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Aguascalientes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Aguascalientes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70" name="Picture 469" descr="map_tipo2_01_a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6310" y="5134708"/>
            <a:ext cx="4021154" cy="3517452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33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894565"/>
              </p:ext>
            </p:extLst>
          </p:nvPr>
        </p:nvGraphicFramePr>
        <p:xfrm>
          <a:off x="284400" y="1087200"/>
          <a:ext cx="6984000" cy="2181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8,881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8,866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Nissan Mexicana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13,954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Ayuntamiento del Municipio de Aguascalientes Ags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7,734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Flextronics Manufacturing Aguascalientes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5,226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Estado Libre y Soberano de Aguascalientes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6,073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5,980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-1.5%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Sensata Technologies De México S. de R.L. de C.V.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4,683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4,695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-3.89%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-2.69%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-2.11%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+0.14%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+1.40%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+2.46%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+3.67%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+3.81%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+8.82%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376656"/>
              </p:ext>
            </p:extLst>
          </p:nvPr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331,083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366,400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328,948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8,148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24,544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363,342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+5.3%</a:t>
                      </a:r>
                    </a:p>
                  </a:txBody>
                  <a:tcPr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-4.7%</a:t>
                      </a:r>
                    </a:p>
                  </a:txBody>
                  <a:tcPr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-6.4%</a:t>
                      </a:r>
                    </a:p>
                  </a:txBody>
                  <a:tcPr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lang="es-MX"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75692A6-C7A7-7249-DAC6-B482C362D631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$642.61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$334.06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$642.61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$19,278.3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235873"/>
              </p:ext>
            </p:extLst>
          </p:nvPr>
        </p:nvGraphicFramePr>
        <p:xfrm>
          <a:off x="320400" y="6649200"/>
          <a:ext cx="7038000" cy="183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1050"/>
                        <a:t>Principal </a:t>
                      </a:r>
                      <a:r>
                        <a:rPr sz="1050" err="1"/>
                        <a:t>deudor</a:t>
                      </a:r>
                      <a:r>
                        <a:rPr sz="1050"/>
                        <a:t> </a:t>
                      </a:r>
                      <a:r>
                        <a:rPr sz="1050" err="1"/>
                        <a:t>público</a:t>
                      </a:r>
                      <a:endParaRPr sz="10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$24.17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Principales deudores privados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Cartwood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$15.12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Moto Diesel Mexicana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GT Refrigerated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$7.53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8" y="2359705"/>
            <a:ext cx="686520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Salario Base de </a:t>
            </a:r>
            <a:r>
              <a:rPr err="1">
                <a:solidFill>
                  <a:schemeClr val="tx1"/>
                </a:solidFill>
              </a:rPr>
              <a:t>Cotización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lang="es-MX">
                <a:solidFill>
                  <a:schemeClr val="tx1"/>
                </a:solidFill>
              </a:rPr>
              <a:t>se utilizó como deflactor del salario el cociente del INPC entre diciembre 2018 (103.02) y  preliminar de mayo  2026 (145.714) de 0.7069998. 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3953</Words>
  <Application>Microsoft Office PowerPoint</Application>
  <PresentationFormat>Personalizado</PresentationFormat>
  <Paragraphs>1319</Paragraphs>
  <Slides>23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Arial</vt:lpstr>
      <vt:lpstr>Montserrat</vt:lpstr>
      <vt:lpstr>Calibri</vt:lpstr>
      <vt:lpstr>Noto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Norma Edith Jimenez Hernandez</cp:lastModifiedBy>
  <cp:revision>1</cp:revision>
  <dcterms:modified xsi:type="dcterms:W3CDTF">2026-07-03T21:38:44Z</dcterms:modified>
</cp:coreProperties>
</file>