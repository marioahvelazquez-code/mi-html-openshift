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281" r:id="rId14"/>
    <p:sldId id="288" r:id="rId15"/>
    <p:sldId id="270" r:id="rId16"/>
    <p:sldId id="271" r:id="rId17"/>
    <p:sldId id="272" r:id="rId18"/>
    <p:sldId id="299" r:id="rId19"/>
    <p:sldId id="297" r:id="rId20"/>
    <p:sldId id="277" r:id="rId21"/>
    <p:sldId id="278" r:id="rId22"/>
    <p:sldId id="279" r:id="rId23"/>
  </p:sldIdLst>
  <p:sldSz cx="7772400" cy="10058400"/>
  <p:notesSz cx="6858000" cy="9144000"/>
  <p:embeddedFontLst>
    <p:embeddedFont>
      <p:font typeface="Montserrat" panose="00000500000000000000" pitchFamily="2" charset="0"/>
      <p:regular r:id="rId25"/>
      <p:bold r:id="rId26"/>
      <p:italic r:id="rId27"/>
      <p:boldItalic r:id="rId28"/>
    </p:embeddedFont>
    <p:embeddedFont>
      <p:font typeface="Noto Sans" panose="020B0502040504020204" pitchFamily="34" charset="0"/>
      <p:regular r:id="rId29"/>
      <p:bold r:id="rId30"/>
      <p:italic r:id="rId31"/>
      <p:boldItalic r:id="rId32"/>
    </p:embeddedFont>
    <p:embeddedFont>
      <p:font typeface="Noto Sans Black" panose="020B0604020202020204" charset="0"/>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17E89-5165-47CB-B369-3C5BEA5D231F}" v="66" dt="2026-06-29T19:36:08.872"/>
    <p1510:client id="{7BE61D6F-D6F1-4FA1-9CAC-2E034EEC0AB7}" v="43" dt="2026-06-29T19:38:20.24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680" y="66"/>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Miriam Ylizaliturri Gomez" userId="c054c78c-207c-4278-ae44-884dbebca744" providerId="ADAL" clId="{9B871E66-1A30-42FF-AF18-83FDFD9111C9}"/>
    <pc:docChg chg="undo custSel delSld modSld">
      <pc:chgData name="Adriana Miriam Ylizaliturri Gomez" userId="c054c78c-207c-4278-ae44-884dbebca744" providerId="ADAL" clId="{9B871E66-1A30-42FF-AF18-83FDFD9111C9}" dt="2026-06-29T19:36:08.872" v="2299" actId="1036"/>
      <pc:docMkLst>
        <pc:docMk/>
      </pc:docMkLst>
      <pc:sldChg chg="modSp mod">
        <pc:chgData name="Adriana Miriam Ylizaliturri Gomez" userId="c054c78c-207c-4278-ae44-884dbebca744" providerId="ADAL" clId="{9B871E66-1A30-42FF-AF18-83FDFD9111C9}" dt="2026-06-26T22:57:45.459" v="1" actId="20577"/>
        <pc:sldMkLst>
          <pc:docMk/>
          <pc:sldMk cId="0" sldId="256"/>
        </pc:sldMkLst>
        <pc:spChg chg="mod">
          <ac:chgData name="Adriana Miriam Ylizaliturri Gomez" userId="c054c78c-207c-4278-ae44-884dbebca744" providerId="ADAL" clId="{9B871E66-1A30-42FF-AF18-83FDFD9111C9}" dt="2026-06-26T22:57:45.459" v="1" actId="20577"/>
          <ac:spMkLst>
            <pc:docMk/>
            <pc:sldMk cId="0" sldId="256"/>
            <ac:spMk id="70" creationId="{00000000-0000-0000-0000-000000000000}"/>
          </ac:spMkLst>
        </pc:spChg>
      </pc:sldChg>
      <pc:sldChg chg="addSp delSp modSp mod">
        <pc:chgData name="Adriana Miriam Ylizaliturri Gomez" userId="c054c78c-207c-4278-ae44-884dbebca744" providerId="ADAL" clId="{9B871E66-1A30-42FF-AF18-83FDFD9111C9}" dt="2026-06-29T18:59:46.333" v="1557" actId="14100"/>
        <pc:sldMkLst>
          <pc:docMk/>
          <pc:sldMk cId="0" sldId="258"/>
        </pc:sldMkLst>
        <pc:spChg chg="add del mod">
          <ac:chgData name="Adriana Miriam Ylizaliturri Gomez" userId="c054c78c-207c-4278-ae44-884dbebca744" providerId="ADAL" clId="{9B871E66-1A30-42FF-AF18-83FDFD9111C9}" dt="2026-06-29T18:58:03.516" v="1517" actId="478"/>
          <ac:spMkLst>
            <pc:docMk/>
            <pc:sldMk cId="0" sldId="258"/>
            <ac:spMk id="3" creationId="{20BDE6EA-9096-048C-05B6-AA665F4D055C}"/>
          </ac:spMkLst>
        </pc:spChg>
        <pc:spChg chg="mod">
          <ac:chgData name="Adriana Miriam Ylizaliturri Gomez" userId="c054c78c-207c-4278-ae44-884dbebca744" providerId="ADAL" clId="{9B871E66-1A30-42FF-AF18-83FDFD9111C9}" dt="2026-06-29T18:57:44.849" v="1480" actId="1035"/>
          <ac:spMkLst>
            <pc:docMk/>
            <pc:sldMk cId="0" sldId="258"/>
            <ac:spMk id="113" creationId="{00000000-0000-0000-0000-000000000000}"/>
          </ac:spMkLst>
        </pc:spChg>
        <pc:spChg chg="mod">
          <ac:chgData name="Adriana Miriam Ylizaliturri Gomez" userId="c054c78c-207c-4278-ae44-884dbebca744" providerId="ADAL" clId="{9B871E66-1A30-42FF-AF18-83FDFD9111C9}" dt="2026-06-29T18:58:56.600" v="1552" actId="1076"/>
          <ac:spMkLst>
            <pc:docMk/>
            <pc:sldMk cId="0" sldId="258"/>
            <ac:spMk id="116" creationId="{00000000-0000-0000-0000-000000000000}"/>
          </ac:spMkLst>
        </pc:spChg>
        <pc:spChg chg="mod">
          <ac:chgData name="Adriana Miriam Ylizaliturri Gomez" userId="c054c78c-207c-4278-ae44-884dbebca744" providerId="ADAL" clId="{9B871E66-1A30-42FF-AF18-83FDFD9111C9}" dt="2026-06-29T18:58:25.008" v="1547" actId="1076"/>
          <ac:spMkLst>
            <pc:docMk/>
            <pc:sldMk cId="0" sldId="258"/>
            <ac:spMk id="118" creationId="{00000000-0000-0000-0000-000000000000}"/>
          </ac:spMkLst>
        </pc:spChg>
        <pc:spChg chg="mod">
          <ac:chgData name="Adriana Miriam Ylizaliturri Gomez" userId="c054c78c-207c-4278-ae44-884dbebca744" providerId="ADAL" clId="{9B871E66-1A30-42FF-AF18-83FDFD9111C9}" dt="2026-06-29T18:58:25.008" v="1547" actId="1076"/>
          <ac:spMkLst>
            <pc:docMk/>
            <pc:sldMk cId="0" sldId="258"/>
            <ac:spMk id="120" creationId="{00000000-0000-0000-0000-000000000000}"/>
          </ac:spMkLst>
        </pc:spChg>
        <pc:spChg chg="mod">
          <ac:chgData name="Adriana Miriam Ylizaliturri Gomez" userId="c054c78c-207c-4278-ae44-884dbebca744" providerId="ADAL" clId="{9B871E66-1A30-42FF-AF18-83FDFD9111C9}" dt="2026-06-29T18:58:31.224" v="1548" actId="1076"/>
          <ac:spMkLst>
            <pc:docMk/>
            <pc:sldMk cId="0" sldId="258"/>
            <ac:spMk id="121" creationId="{00000000-0000-0000-0000-000000000000}"/>
          </ac:spMkLst>
        </pc:spChg>
        <pc:spChg chg="mod">
          <ac:chgData name="Adriana Miriam Ylizaliturri Gomez" userId="c054c78c-207c-4278-ae44-884dbebca744" providerId="ADAL" clId="{9B871E66-1A30-42FF-AF18-83FDFD9111C9}" dt="2026-06-29T18:58:31.224" v="1548" actId="1076"/>
          <ac:spMkLst>
            <pc:docMk/>
            <pc:sldMk cId="0" sldId="258"/>
            <ac:spMk id="123" creationId="{00000000-0000-0000-0000-000000000000}"/>
          </ac:spMkLst>
        </pc:spChg>
        <pc:spChg chg="mod">
          <ac:chgData name="Adriana Miriam Ylizaliturri Gomez" userId="c054c78c-207c-4278-ae44-884dbebca744" providerId="ADAL" clId="{9B871E66-1A30-42FF-AF18-83FDFD9111C9}" dt="2026-06-29T18:58:52.472" v="1551" actId="1076"/>
          <ac:spMkLst>
            <pc:docMk/>
            <pc:sldMk cId="0" sldId="258"/>
            <ac:spMk id="124" creationId="{00000000-0000-0000-0000-000000000000}"/>
          </ac:spMkLst>
        </pc:spChg>
        <pc:spChg chg="mod">
          <ac:chgData name="Adriana Miriam Ylizaliturri Gomez" userId="c054c78c-207c-4278-ae44-884dbebca744" providerId="ADAL" clId="{9B871E66-1A30-42FF-AF18-83FDFD9111C9}" dt="2026-06-29T18:58:52.472" v="1551" actId="1076"/>
          <ac:spMkLst>
            <pc:docMk/>
            <pc:sldMk cId="0" sldId="258"/>
            <ac:spMk id="126" creationId="{00000000-0000-0000-0000-000000000000}"/>
          </ac:spMkLst>
        </pc:spChg>
        <pc:spChg chg="mod">
          <ac:chgData name="Adriana Miriam Ylizaliturri Gomez" userId="c054c78c-207c-4278-ae44-884dbebca744" providerId="ADAL" clId="{9B871E66-1A30-42FF-AF18-83FDFD9111C9}" dt="2026-06-29T18:58:20.152" v="1546" actId="1076"/>
          <ac:spMkLst>
            <pc:docMk/>
            <pc:sldMk cId="0" sldId="258"/>
            <ac:spMk id="127" creationId="{00000000-0000-0000-0000-000000000000}"/>
          </ac:spMkLst>
        </pc:spChg>
        <pc:spChg chg="mod">
          <ac:chgData name="Adriana Miriam Ylizaliturri Gomez" userId="c054c78c-207c-4278-ae44-884dbebca744" providerId="ADAL" clId="{9B871E66-1A30-42FF-AF18-83FDFD9111C9}" dt="2026-06-29T18:58:20.152" v="1546" actId="1076"/>
          <ac:spMkLst>
            <pc:docMk/>
            <pc:sldMk cId="0" sldId="258"/>
            <ac:spMk id="129" creationId="{00000000-0000-0000-0000-000000000000}"/>
          </ac:spMkLst>
        </pc:spChg>
        <pc:spChg chg="mod">
          <ac:chgData name="Adriana Miriam Ylizaliturri Gomez" userId="c054c78c-207c-4278-ae44-884dbebca744" providerId="ADAL" clId="{9B871E66-1A30-42FF-AF18-83FDFD9111C9}" dt="2026-06-29T18:59:05.010" v="1554" actId="403"/>
          <ac:spMkLst>
            <pc:docMk/>
            <pc:sldMk cId="0" sldId="258"/>
            <ac:spMk id="130" creationId="{00000000-0000-0000-0000-000000000000}"/>
          </ac:spMkLst>
        </pc:spChg>
        <pc:grpChg chg="mod">
          <ac:chgData name="Adriana Miriam Ylizaliturri Gomez" userId="c054c78c-207c-4278-ae44-884dbebca744" providerId="ADAL" clId="{9B871E66-1A30-42FF-AF18-83FDFD9111C9}" dt="2026-06-29T18:57:44.849" v="1480" actId="1035"/>
          <ac:grpSpMkLst>
            <pc:docMk/>
            <pc:sldMk cId="0" sldId="258"/>
            <ac:grpSpMk id="102" creationId="{00000000-0000-0000-0000-000000000000}"/>
          </ac:grpSpMkLst>
        </pc:grpChg>
        <pc:graphicFrameChg chg="add del mod">
          <ac:chgData name="Adriana Miriam Ylizaliturri Gomez" userId="c054c78c-207c-4278-ae44-884dbebca744" providerId="ADAL" clId="{9B871E66-1A30-42FF-AF18-83FDFD9111C9}" dt="2026-06-29T18:58:03.516" v="1517" actId="478"/>
          <ac:graphicFrameMkLst>
            <pc:docMk/>
            <pc:sldMk cId="0" sldId="258"/>
            <ac:graphicFrameMk id="2" creationId="{4600623B-F27B-7108-A8ED-AF27FDE3990A}"/>
          </ac:graphicFrameMkLst>
        </pc:graphicFrameChg>
        <pc:graphicFrameChg chg="mod">
          <ac:chgData name="Adriana Miriam Ylizaliturri Gomez" userId="c054c78c-207c-4278-ae44-884dbebca744" providerId="ADAL" clId="{9B871E66-1A30-42FF-AF18-83FDFD9111C9}" dt="2026-06-29T18:58:13.610" v="1545" actId="1036"/>
          <ac:graphicFrameMkLst>
            <pc:docMk/>
            <pc:sldMk cId="0" sldId="258"/>
            <ac:graphicFrameMk id="117" creationId="{00000000-0000-0000-0000-000000000000}"/>
          </ac:graphicFrameMkLst>
        </pc:graphicFrameChg>
        <pc:graphicFrameChg chg="mod">
          <ac:chgData name="Adriana Miriam Ylizaliturri Gomez" userId="c054c78c-207c-4278-ae44-884dbebca744" providerId="ADAL" clId="{9B871E66-1A30-42FF-AF18-83FDFD9111C9}" dt="2026-06-29T18:57:44.849" v="1480" actId="1035"/>
          <ac:graphicFrameMkLst>
            <pc:docMk/>
            <pc:sldMk cId="0" sldId="258"/>
            <ac:graphicFrameMk id="134" creationId="{00000000-0000-0000-0000-000000000000}"/>
          </ac:graphicFrameMkLst>
        </pc:graphicFrameChg>
        <pc:graphicFrameChg chg="mod">
          <ac:chgData name="Adriana Miriam Ylizaliturri Gomez" userId="c054c78c-207c-4278-ae44-884dbebca744" providerId="ADAL" clId="{9B871E66-1A30-42FF-AF18-83FDFD9111C9}" dt="2026-06-29T18:57:44.849" v="1480" actId="1035"/>
          <ac:graphicFrameMkLst>
            <pc:docMk/>
            <pc:sldMk cId="0" sldId="258"/>
            <ac:graphicFrameMk id="135" creationId="{00000000-0000-0000-0000-000000000000}"/>
          </ac:graphicFrameMkLst>
        </pc:graphicFrameChg>
        <pc:graphicFrameChg chg="mod">
          <ac:chgData name="Adriana Miriam Ylizaliturri Gomez" userId="c054c78c-207c-4278-ae44-884dbebca744" providerId="ADAL" clId="{9B871E66-1A30-42FF-AF18-83FDFD9111C9}" dt="2026-06-29T18:57:44.849" v="1480" actId="1035"/>
          <ac:graphicFrameMkLst>
            <pc:docMk/>
            <pc:sldMk cId="0" sldId="258"/>
            <ac:graphicFrameMk id="136" creationId="{00000000-0000-0000-0000-000000000000}"/>
          </ac:graphicFrameMkLst>
        </pc:graphicFrameChg>
        <pc:picChg chg="mod">
          <ac:chgData name="Adriana Miriam Ylizaliturri Gomez" userId="c054c78c-207c-4278-ae44-884dbebca744" providerId="ADAL" clId="{9B871E66-1A30-42FF-AF18-83FDFD9111C9}" dt="2026-06-29T18:57:44.849" v="1480" actId="1035"/>
          <ac:picMkLst>
            <pc:docMk/>
            <pc:sldMk cId="0" sldId="258"/>
            <ac:picMk id="110" creationId="{00000000-0000-0000-0000-000000000000}"/>
          </ac:picMkLst>
        </pc:picChg>
        <pc:picChg chg="mod">
          <ac:chgData name="Adriana Miriam Ylizaliturri Gomez" userId="c054c78c-207c-4278-ae44-884dbebca744" providerId="ADAL" clId="{9B871E66-1A30-42FF-AF18-83FDFD9111C9}" dt="2026-06-29T18:58:25.008" v="1547" actId="1076"/>
          <ac:picMkLst>
            <pc:docMk/>
            <pc:sldMk cId="0" sldId="258"/>
            <ac:picMk id="119" creationId="{00000000-0000-0000-0000-000000000000}"/>
          </ac:picMkLst>
        </pc:picChg>
        <pc:picChg chg="mod">
          <ac:chgData name="Adriana Miriam Ylizaliturri Gomez" userId="c054c78c-207c-4278-ae44-884dbebca744" providerId="ADAL" clId="{9B871E66-1A30-42FF-AF18-83FDFD9111C9}" dt="2026-06-29T18:58:31.224" v="1548" actId="1076"/>
          <ac:picMkLst>
            <pc:docMk/>
            <pc:sldMk cId="0" sldId="258"/>
            <ac:picMk id="122" creationId="{00000000-0000-0000-0000-000000000000}"/>
          </ac:picMkLst>
        </pc:picChg>
        <pc:picChg chg="mod">
          <ac:chgData name="Adriana Miriam Ylizaliturri Gomez" userId="c054c78c-207c-4278-ae44-884dbebca744" providerId="ADAL" clId="{9B871E66-1A30-42FF-AF18-83FDFD9111C9}" dt="2026-06-29T18:58:46.424" v="1550" actId="1076"/>
          <ac:picMkLst>
            <pc:docMk/>
            <pc:sldMk cId="0" sldId="258"/>
            <ac:picMk id="125" creationId="{00000000-0000-0000-0000-000000000000}"/>
          </ac:picMkLst>
        </pc:picChg>
        <pc:picChg chg="mod">
          <ac:chgData name="Adriana Miriam Ylizaliturri Gomez" userId="c054c78c-207c-4278-ae44-884dbebca744" providerId="ADAL" clId="{9B871E66-1A30-42FF-AF18-83FDFD9111C9}" dt="2026-06-29T18:58:20.152" v="1546" actId="1076"/>
          <ac:picMkLst>
            <pc:docMk/>
            <pc:sldMk cId="0" sldId="258"/>
            <ac:picMk id="128" creationId="{00000000-0000-0000-0000-000000000000}"/>
          </ac:picMkLst>
        </pc:picChg>
        <pc:cxnChg chg="add mod">
          <ac:chgData name="Adriana Miriam Ylizaliturri Gomez" userId="c054c78c-207c-4278-ae44-884dbebca744" providerId="ADAL" clId="{9B871E66-1A30-42FF-AF18-83FDFD9111C9}" dt="2026-06-29T18:59:46.333" v="1557" actId="14100"/>
          <ac:cxnSpMkLst>
            <pc:docMk/>
            <pc:sldMk cId="0" sldId="258"/>
            <ac:cxnSpMk id="4" creationId="{4E7951BF-30D5-C88A-BAF5-70DB2A65E862}"/>
          </ac:cxnSpMkLst>
        </pc:cxnChg>
      </pc:sldChg>
      <pc:sldChg chg="addSp delSp modSp mod">
        <pc:chgData name="Adriana Miriam Ylizaliturri Gomez" userId="c054c78c-207c-4278-ae44-884dbebca744" providerId="ADAL" clId="{9B871E66-1A30-42FF-AF18-83FDFD9111C9}" dt="2026-06-29T19:10:21.279" v="1596" actId="1076"/>
        <pc:sldMkLst>
          <pc:docMk/>
          <pc:sldMk cId="0" sldId="259"/>
        </pc:sldMkLst>
        <pc:spChg chg="mod">
          <ac:chgData name="Adriana Miriam Ylizaliturri Gomez" userId="c054c78c-207c-4278-ae44-884dbebca744" providerId="ADAL" clId="{9B871E66-1A30-42FF-AF18-83FDFD9111C9}" dt="2026-06-29T17:12:22.874" v="617" actId="403"/>
          <ac:spMkLst>
            <pc:docMk/>
            <pc:sldMk cId="0" sldId="259"/>
            <ac:spMk id="137" creationId="{00000000-0000-0000-0000-000000000000}"/>
          </ac:spMkLst>
        </pc:spChg>
        <pc:spChg chg="mod">
          <ac:chgData name="Adriana Miriam Ylizaliturri Gomez" userId="c054c78c-207c-4278-ae44-884dbebca744" providerId="ADAL" clId="{9B871E66-1A30-42FF-AF18-83FDFD9111C9}" dt="2026-06-29T17:12:31.200" v="644" actId="1038"/>
          <ac:spMkLst>
            <pc:docMk/>
            <pc:sldMk cId="0" sldId="259"/>
            <ac:spMk id="138" creationId="{00000000-0000-0000-0000-000000000000}"/>
          </ac:spMkLst>
        </pc:spChg>
        <pc:graphicFrameChg chg="mod modGraphic">
          <ac:chgData name="Adriana Miriam Ylizaliturri Gomez" userId="c054c78c-207c-4278-ae44-884dbebca744" providerId="ADAL" clId="{9B871E66-1A30-42FF-AF18-83FDFD9111C9}" dt="2026-06-29T19:09:35.149" v="1583" actId="1036"/>
          <ac:graphicFrameMkLst>
            <pc:docMk/>
            <pc:sldMk cId="0" sldId="259"/>
            <ac:graphicFrameMk id="135" creationId="{00000000-0000-0000-0000-000000000000}"/>
          </ac:graphicFrameMkLst>
        </pc:graphicFrameChg>
        <pc:graphicFrameChg chg="mod">
          <ac:chgData name="Adriana Miriam Ylizaliturri Gomez" userId="c054c78c-207c-4278-ae44-884dbebca744" providerId="ADAL" clId="{9B871E66-1A30-42FF-AF18-83FDFD9111C9}" dt="2026-06-29T19:10:21.279" v="1596" actId="1076"/>
          <ac:graphicFrameMkLst>
            <pc:docMk/>
            <pc:sldMk cId="0" sldId="259"/>
            <ac:graphicFrameMk id="136" creationId="{00000000-0000-0000-0000-000000000000}"/>
          </ac:graphicFrameMkLst>
        </pc:graphicFrameChg>
        <pc:picChg chg="add del">
          <ac:chgData name="Adriana Miriam Ylizaliturri Gomez" userId="c054c78c-207c-4278-ae44-884dbebca744" providerId="ADAL" clId="{9B871E66-1A30-42FF-AF18-83FDFD9111C9}" dt="2026-06-29T18:04:53.349" v="808" actId="22"/>
          <ac:picMkLst>
            <pc:docMk/>
            <pc:sldMk cId="0" sldId="259"/>
            <ac:picMk id="3" creationId="{27D95EAB-0BFA-0772-6669-3B2F5C9FBB3B}"/>
          </ac:picMkLst>
        </pc:picChg>
        <pc:picChg chg="mod">
          <ac:chgData name="Adriana Miriam Ylizaliturri Gomez" userId="c054c78c-207c-4278-ae44-884dbebca744" providerId="ADAL" clId="{9B871E66-1A30-42FF-AF18-83FDFD9111C9}" dt="2026-06-29T19:10:14.533" v="1595" actId="1035"/>
          <ac:picMkLst>
            <pc:docMk/>
            <pc:sldMk cId="0" sldId="259"/>
            <ac:picMk id="134" creationId="{00000000-0000-0000-0000-000000000000}"/>
          </ac:picMkLst>
        </pc:picChg>
      </pc:sldChg>
      <pc:sldChg chg="modSp mod">
        <pc:chgData name="Adriana Miriam Ylizaliturri Gomez" userId="c054c78c-207c-4278-ae44-884dbebca744" providerId="ADAL" clId="{9B871E66-1A30-42FF-AF18-83FDFD9111C9}" dt="2026-06-29T18:11:35.652" v="835" actId="14734"/>
        <pc:sldMkLst>
          <pc:docMk/>
          <pc:sldMk cId="0" sldId="260"/>
        </pc:sldMkLst>
        <pc:spChg chg="mod">
          <ac:chgData name="Adriana Miriam Ylizaliturri Gomez" userId="c054c78c-207c-4278-ae44-884dbebca744" providerId="ADAL" clId="{9B871E66-1A30-42FF-AF18-83FDFD9111C9}" dt="2026-06-29T16:52:50.716" v="174" actId="20577"/>
          <ac:spMkLst>
            <pc:docMk/>
            <pc:sldMk cId="0" sldId="260"/>
            <ac:spMk id="13" creationId="{00000000-0000-0000-0000-000000000000}"/>
          </ac:spMkLst>
        </pc:spChg>
        <pc:graphicFrameChg chg="mod modGraphic">
          <ac:chgData name="Adriana Miriam Ylizaliturri Gomez" userId="c054c78c-207c-4278-ae44-884dbebca744" providerId="ADAL" clId="{9B871E66-1A30-42FF-AF18-83FDFD9111C9}" dt="2026-06-29T18:11:35.652" v="835" actId="14734"/>
          <ac:graphicFrameMkLst>
            <pc:docMk/>
            <pc:sldMk cId="0" sldId="260"/>
            <ac:graphicFrameMk id="12" creationId="{00000000-0000-0000-0000-000000000000}"/>
          </ac:graphicFrameMkLst>
        </pc:graphicFrameChg>
      </pc:sldChg>
      <pc:sldChg chg="modSp mod">
        <pc:chgData name="Adriana Miriam Ylizaliturri Gomez" userId="c054c78c-207c-4278-ae44-884dbebca744" providerId="ADAL" clId="{9B871E66-1A30-42FF-AF18-83FDFD9111C9}" dt="2026-06-29T18:16:47.099" v="888" actId="1038"/>
        <pc:sldMkLst>
          <pc:docMk/>
          <pc:sldMk cId="0" sldId="261"/>
        </pc:sldMkLst>
        <pc:spChg chg="mod">
          <ac:chgData name="Adriana Miriam Ylizaliturri Gomez" userId="c054c78c-207c-4278-ae44-884dbebca744" providerId="ADAL" clId="{9B871E66-1A30-42FF-AF18-83FDFD9111C9}" dt="2026-06-29T18:15:29.768" v="853" actId="1038"/>
          <ac:spMkLst>
            <pc:docMk/>
            <pc:sldMk cId="0" sldId="261"/>
            <ac:spMk id="9" creationId="{3C669F50-C3C6-EC9A-F1F1-13F25B518983}"/>
          </ac:spMkLst>
        </pc:spChg>
        <pc:spChg chg="mod">
          <ac:chgData name="Adriana Miriam Ylizaliturri Gomez" userId="c054c78c-207c-4278-ae44-884dbebca744" providerId="ADAL" clId="{9B871E66-1A30-42FF-AF18-83FDFD9111C9}" dt="2026-06-29T18:15:29.768" v="853" actId="1038"/>
          <ac:spMkLst>
            <pc:docMk/>
            <pc:sldMk cId="0" sldId="261"/>
            <ac:spMk id="10" creationId="{6E2FE7E4-A6E0-9655-EEA1-FC88CE7E59FF}"/>
          </ac:spMkLst>
        </pc:spChg>
        <pc:spChg chg="mod">
          <ac:chgData name="Adriana Miriam Ylizaliturri Gomez" userId="c054c78c-207c-4278-ae44-884dbebca744" providerId="ADAL" clId="{9B871E66-1A30-42FF-AF18-83FDFD9111C9}" dt="2026-06-29T18:15:11.833" v="848" actId="1035"/>
          <ac:spMkLst>
            <pc:docMk/>
            <pc:sldMk cId="0" sldId="261"/>
            <ac:spMk id="11" creationId="{D62D0266-764E-4466-C6EF-896185DF8DE2}"/>
          </ac:spMkLst>
        </pc:spChg>
        <pc:spChg chg="mod">
          <ac:chgData name="Adriana Miriam Ylizaliturri Gomez" userId="c054c78c-207c-4278-ae44-884dbebca744" providerId="ADAL" clId="{9B871E66-1A30-42FF-AF18-83FDFD9111C9}" dt="2026-06-29T18:15:50.312" v="860" actId="1035"/>
          <ac:spMkLst>
            <pc:docMk/>
            <pc:sldMk cId="0" sldId="261"/>
            <ac:spMk id="156" creationId="{00000000-0000-0000-0000-000000000000}"/>
          </ac:spMkLst>
        </pc:spChg>
        <pc:grpChg chg="mod">
          <ac:chgData name="Adriana Miriam Ylizaliturri Gomez" userId="c054c78c-207c-4278-ae44-884dbebca744" providerId="ADAL" clId="{9B871E66-1A30-42FF-AF18-83FDFD9111C9}" dt="2026-06-29T16:53:20.257" v="218" actId="1035"/>
          <ac:grpSpMkLst>
            <pc:docMk/>
            <pc:sldMk cId="0" sldId="261"/>
            <ac:grpSpMk id="2" creationId="{62A73CB6-5B90-103D-5529-67074CBF1AD5}"/>
          </ac:grpSpMkLst>
        </pc:grpChg>
        <pc:graphicFrameChg chg="mod">
          <ac:chgData name="Adriana Miriam Ylizaliturri Gomez" userId="c054c78c-207c-4278-ae44-884dbebca744" providerId="ADAL" clId="{9B871E66-1A30-42FF-AF18-83FDFD9111C9}" dt="2026-06-29T16:53:17.262" v="197" actId="1036"/>
          <ac:graphicFrameMkLst>
            <pc:docMk/>
            <pc:sldMk cId="0" sldId="261"/>
            <ac:graphicFrameMk id="152" creationId="{00000000-0000-0000-0000-000000000000}"/>
          </ac:graphicFrameMkLst>
        </pc:graphicFrameChg>
        <pc:graphicFrameChg chg="mod modGraphic">
          <ac:chgData name="Adriana Miriam Ylizaliturri Gomez" userId="c054c78c-207c-4278-ae44-884dbebca744" providerId="ADAL" clId="{9B871E66-1A30-42FF-AF18-83FDFD9111C9}" dt="2026-06-29T18:16:47.099" v="888" actId="1038"/>
          <ac:graphicFrameMkLst>
            <pc:docMk/>
            <pc:sldMk cId="0" sldId="261"/>
            <ac:graphicFrameMk id="154" creationId="{00000000-0000-0000-0000-000000000000}"/>
          </ac:graphicFrameMkLst>
        </pc:graphicFrameChg>
        <pc:picChg chg="mod">
          <ac:chgData name="Adriana Miriam Ylizaliturri Gomez" userId="c054c78c-207c-4278-ae44-884dbebca744" providerId="ADAL" clId="{9B871E66-1A30-42FF-AF18-83FDFD9111C9}" dt="2026-06-29T18:15:42.192" v="855" actId="14100"/>
          <ac:picMkLst>
            <pc:docMk/>
            <pc:sldMk cId="0" sldId="261"/>
            <ac:picMk id="8" creationId="{0A30315B-80AB-A0A5-CA91-6F2D6040C881}"/>
          </ac:picMkLst>
        </pc:picChg>
      </pc:sldChg>
      <pc:sldChg chg="modSp mod">
        <pc:chgData name="Adriana Miriam Ylizaliturri Gomez" userId="c054c78c-207c-4278-ae44-884dbebca744" providerId="ADAL" clId="{9B871E66-1A30-42FF-AF18-83FDFD9111C9}" dt="2026-06-29T19:36:00.431" v="2290" actId="1036"/>
        <pc:sldMkLst>
          <pc:docMk/>
          <pc:sldMk cId="0" sldId="262"/>
        </pc:sldMkLst>
        <pc:spChg chg="mod">
          <ac:chgData name="Adriana Miriam Ylizaliturri Gomez" userId="c054c78c-207c-4278-ae44-884dbebca744" providerId="ADAL" clId="{9B871E66-1A30-42FF-AF18-83FDFD9111C9}" dt="2026-06-29T18:18:05.546" v="903" actId="1036"/>
          <ac:spMkLst>
            <pc:docMk/>
            <pc:sldMk cId="0" sldId="262"/>
            <ac:spMk id="4" creationId="{00000000-0000-0000-0000-000000000000}"/>
          </ac:spMkLst>
        </pc:spChg>
        <pc:spChg chg="mod">
          <ac:chgData name="Adriana Miriam Ylizaliturri Gomez" userId="c054c78c-207c-4278-ae44-884dbebca744" providerId="ADAL" clId="{9B871E66-1A30-42FF-AF18-83FDFD9111C9}" dt="2026-06-29T18:18:11.547" v="919" actId="1036"/>
          <ac:spMkLst>
            <pc:docMk/>
            <pc:sldMk cId="0" sldId="262"/>
            <ac:spMk id="5" creationId="{00000000-0000-0000-0000-000000000000}"/>
          </ac:spMkLst>
        </pc:spChg>
        <pc:spChg chg="mod">
          <ac:chgData name="Adriana Miriam Ylizaliturri Gomez" userId="c054c78c-207c-4278-ae44-884dbebca744" providerId="ADAL" clId="{9B871E66-1A30-42FF-AF18-83FDFD9111C9}" dt="2026-06-29T19:36:00.431" v="2290" actId="1036"/>
          <ac:spMkLst>
            <pc:docMk/>
            <pc:sldMk cId="0" sldId="262"/>
            <ac:spMk id="10" creationId="{00000000-0000-0000-0000-000000000000}"/>
          </ac:spMkLst>
        </pc:spChg>
        <pc:spChg chg="mod">
          <ac:chgData name="Adriana Miriam Ylizaliturri Gomez" userId="c054c78c-207c-4278-ae44-884dbebca744" providerId="ADAL" clId="{9B871E66-1A30-42FF-AF18-83FDFD9111C9}" dt="2026-06-29T19:36:00.431" v="2290" actId="1036"/>
          <ac:spMkLst>
            <pc:docMk/>
            <pc:sldMk cId="0" sldId="262"/>
            <ac:spMk id="11" creationId="{00000000-0000-0000-0000-000000000000}"/>
          </ac:spMkLst>
        </pc:spChg>
        <pc:spChg chg="mod">
          <ac:chgData name="Adriana Miriam Ylizaliturri Gomez" userId="c054c78c-207c-4278-ae44-884dbebca744" providerId="ADAL" clId="{9B871E66-1A30-42FF-AF18-83FDFD9111C9}" dt="2026-06-29T19:36:00.431" v="2290" actId="1036"/>
          <ac:spMkLst>
            <pc:docMk/>
            <pc:sldMk cId="0" sldId="262"/>
            <ac:spMk id="12" creationId="{00000000-0000-0000-0000-000000000000}"/>
          </ac:spMkLst>
        </pc:spChg>
        <pc:graphicFrameChg chg="mod modGraphic">
          <ac:chgData name="Adriana Miriam Ylizaliturri Gomez" userId="c054c78c-207c-4278-ae44-884dbebca744" providerId="ADAL" clId="{9B871E66-1A30-42FF-AF18-83FDFD9111C9}" dt="2026-06-29T19:25:45.892" v="2256" actId="14734"/>
          <ac:graphicFrameMkLst>
            <pc:docMk/>
            <pc:sldMk cId="0" sldId="262"/>
            <ac:graphicFrameMk id="8" creationId="{00000000-0000-0000-0000-000000000000}"/>
          </ac:graphicFrameMkLst>
        </pc:graphicFrameChg>
        <pc:graphicFrameChg chg="mod">
          <ac:chgData name="Adriana Miriam Ylizaliturri Gomez" userId="c054c78c-207c-4278-ae44-884dbebca744" providerId="ADAL" clId="{9B871E66-1A30-42FF-AF18-83FDFD9111C9}" dt="2026-06-29T19:36:00.431" v="2290" actId="1036"/>
          <ac:graphicFrameMkLst>
            <pc:docMk/>
            <pc:sldMk cId="0" sldId="262"/>
            <ac:graphicFrameMk id="9" creationId="{00000000-0000-0000-0000-000000000000}"/>
          </ac:graphicFrameMkLst>
        </pc:graphicFrameChg>
        <pc:cxnChg chg="mod">
          <ac:chgData name="Adriana Miriam Ylizaliturri Gomez" userId="c054c78c-207c-4278-ae44-884dbebca744" providerId="ADAL" clId="{9B871E66-1A30-42FF-AF18-83FDFD9111C9}" dt="2026-06-29T18:18:05.546" v="903" actId="1036"/>
          <ac:cxnSpMkLst>
            <pc:docMk/>
            <pc:sldMk cId="0" sldId="262"/>
            <ac:cxnSpMk id="7" creationId="{00000000-0000-0000-0000-000000000000}"/>
          </ac:cxnSpMkLst>
        </pc:cxnChg>
      </pc:sldChg>
      <pc:sldChg chg="modSp mod">
        <pc:chgData name="Adriana Miriam Ylizaliturri Gomez" userId="c054c78c-207c-4278-ae44-884dbebca744" providerId="ADAL" clId="{9B871E66-1A30-42FF-AF18-83FDFD9111C9}" dt="2026-06-29T18:20:07.891" v="975" actId="403"/>
        <pc:sldMkLst>
          <pc:docMk/>
          <pc:sldMk cId="0" sldId="263"/>
        </pc:sldMkLst>
        <pc:spChg chg="mod">
          <ac:chgData name="Adriana Miriam Ylizaliturri Gomez" userId="c054c78c-207c-4278-ae44-884dbebca744" providerId="ADAL" clId="{9B871E66-1A30-42FF-AF18-83FDFD9111C9}" dt="2026-06-29T18:18:23.963" v="928" actId="1036"/>
          <ac:spMkLst>
            <pc:docMk/>
            <pc:sldMk cId="0" sldId="263"/>
            <ac:spMk id="9" creationId="{A13E7CBA-1C58-8DCE-F283-E4734033525E}"/>
          </ac:spMkLst>
        </pc:spChg>
        <pc:spChg chg="mod">
          <ac:chgData name="Adriana Miriam Ylizaliturri Gomez" userId="c054c78c-207c-4278-ae44-884dbebca744" providerId="ADAL" clId="{9B871E66-1A30-42FF-AF18-83FDFD9111C9}" dt="2026-06-29T18:19:12.586" v="941" actId="1076"/>
          <ac:spMkLst>
            <pc:docMk/>
            <pc:sldMk cId="0" sldId="263"/>
            <ac:spMk id="10" creationId="{E113D526-D62C-4603-D371-B5EF06E5A80E}"/>
          </ac:spMkLst>
        </pc:spChg>
        <pc:spChg chg="mod">
          <ac:chgData name="Adriana Miriam Ylizaliturri Gomez" userId="c054c78c-207c-4278-ae44-884dbebca744" providerId="ADAL" clId="{9B871E66-1A30-42FF-AF18-83FDFD9111C9}" dt="2026-06-29T18:18:23.963" v="928" actId="1036"/>
          <ac:spMkLst>
            <pc:docMk/>
            <pc:sldMk cId="0" sldId="263"/>
            <ac:spMk id="13" creationId="{00000000-0000-0000-0000-000000000000}"/>
          </ac:spMkLst>
        </pc:spChg>
        <pc:spChg chg="mod">
          <ac:chgData name="Adriana Miriam Ylizaliturri Gomez" userId="c054c78c-207c-4278-ae44-884dbebca744" providerId="ADAL" clId="{9B871E66-1A30-42FF-AF18-83FDFD9111C9}" dt="2026-06-29T18:18:28.730" v="936" actId="1036"/>
          <ac:spMkLst>
            <pc:docMk/>
            <pc:sldMk cId="0" sldId="263"/>
            <ac:spMk id="14" creationId="{00000000-0000-0000-0000-000000000000}"/>
          </ac:spMkLst>
        </pc:spChg>
        <pc:spChg chg="mod">
          <ac:chgData name="Adriana Miriam Ylizaliturri Gomez" userId="c054c78c-207c-4278-ae44-884dbebca744" providerId="ADAL" clId="{9B871E66-1A30-42FF-AF18-83FDFD9111C9}" dt="2026-06-29T18:19:45.355" v="957" actId="1038"/>
          <ac:spMkLst>
            <pc:docMk/>
            <pc:sldMk cId="0" sldId="263"/>
            <ac:spMk id="17" creationId="{00000000-0000-0000-0000-000000000000}"/>
          </ac:spMkLst>
        </pc:spChg>
        <pc:spChg chg="mod">
          <ac:chgData name="Adriana Miriam Ylizaliturri Gomez" userId="c054c78c-207c-4278-ae44-884dbebca744" providerId="ADAL" clId="{9B871E66-1A30-42FF-AF18-83FDFD9111C9}" dt="2026-06-29T18:20:07.891" v="975" actId="403"/>
          <ac:spMkLst>
            <pc:docMk/>
            <pc:sldMk cId="0" sldId="263"/>
            <ac:spMk id="20" creationId="{00000000-0000-0000-0000-000000000000}"/>
          </ac:spMkLst>
        </pc:spChg>
        <pc:graphicFrameChg chg="mod modGraphic">
          <ac:chgData name="Adriana Miriam Ylizaliturri Gomez" userId="c054c78c-207c-4278-ae44-884dbebca744" providerId="ADAL" clId="{9B871E66-1A30-42FF-AF18-83FDFD9111C9}" dt="2026-06-29T18:18:53.680" v="938" actId="122"/>
          <ac:graphicFrameMkLst>
            <pc:docMk/>
            <pc:sldMk cId="0" sldId="263"/>
            <ac:graphicFrameMk id="18" creationId="{00000000-0000-0000-0000-000000000000}"/>
          </ac:graphicFrameMkLst>
        </pc:graphicFrameChg>
        <pc:graphicFrameChg chg="mod">
          <ac:chgData name="Adriana Miriam Ylizaliturri Gomez" userId="c054c78c-207c-4278-ae44-884dbebca744" providerId="ADAL" clId="{9B871E66-1A30-42FF-AF18-83FDFD9111C9}" dt="2026-06-29T18:19:49.546" v="958" actId="14100"/>
          <ac:graphicFrameMkLst>
            <pc:docMk/>
            <pc:sldMk cId="0" sldId="263"/>
            <ac:graphicFrameMk id="19" creationId="{00000000-0000-0000-0000-000000000000}"/>
          </ac:graphicFrameMkLst>
        </pc:graphicFrameChg>
        <pc:cxnChg chg="mod">
          <ac:chgData name="Adriana Miriam Ylizaliturri Gomez" userId="c054c78c-207c-4278-ae44-884dbebca744" providerId="ADAL" clId="{9B871E66-1A30-42FF-AF18-83FDFD9111C9}" dt="2026-06-29T18:18:23.963" v="928" actId="1036"/>
          <ac:cxnSpMkLst>
            <pc:docMk/>
            <pc:sldMk cId="0" sldId="263"/>
            <ac:cxnSpMk id="15" creationId="{00000000-0000-0000-0000-000000000000}"/>
          </ac:cxnSpMkLst>
        </pc:cxnChg>
      </pc:sldChg>
      <pc:sldChg chg="modSp mod">
        <pc:chgData name="Adriana Miriam Ylizaliturri Gomez" userId="c054c78c-207c-4278-ae44-884dbebca744" providerId="ADAL" clId="{9B871E66-1A30-42FF-AF18-83FDFD9111C9}" dt="2026-06-29T19:36:08.872" v="2299" actId="1036"/>
        <pc:sldMkLst>
          <pc:docMk/>
          <pc:sldMk cId="0" sldId="267"/>
        </pc:sldMkLst>
        <pc:spChg chg="mod">
          <ac:chgData name="Adriana Miriam Ylizaliturri Gomez" userId="c054c78c-207c-4278-ae44-884dbebca744" providerId="ADAL" clId="{9B871E66-1A30-42FF-AF18-83FDFD9111C9}" dt="2026-06-29T19:36:08.872" v="2299" actId="1036"/>
          <ac:spMkLst>
            <pc:docMk/>
            <pc:sldMk cId="0" sldId="267"/>
            <ac:spMk id="235" creationId="{00000000-0000-0000-0000-000000000000}"/>
          </ac:spMkLst>
        </pc:spChg>
        <pc:spChg chg="mod">
          <ac:chgData name="Adriana Miriam Ylizaliturri Gomez" userId="c054c78c-207c-4278-ae44-884dbebca744" providerId="ADAL" clId="{9B871E66-1A30-42FF-AF18-83FDFD9111C9}" dt="2026-06-29T19:36:08.872" v="2299" actId="1036"/>
          <ac:spMkLst>
            <pc:docMk/>
            <pc:sldMk cId="0" sldId="267"/>
            <ac:spMk id="236" creationId="{00000000-0000-0000-0000-000000000000}"/>
          </ac:spMkLst>
        </pc:spChg>
        <pc:spChg chg="mod">
          <ac:chgData name="Adriana Miriam Ylizaliturri Gomez" userId="c054c78c-207c-4278-ae44-884dbebca744" providerId="ADAL" clId="{9B871E66-1A30-42FF-AF18-83FDFD9111C9}" dt="2026-06-29T19:36:08.872" v="2299" actId="1036"/>
          <ac:spMkLst>
            <pc:docMk/>
            <pc:sldMk cId="0" sldId="267"/>
            <ac:spMk id="237" creationId="{00000000-0000-0000-0000-000000000000}"/>
          </ac:spMkLst>
        </pc:spChg>
        <pc:graphicFrameChg chg="mod">
          <ac:chgData name="Adriana Miriam Ylizaliturri Gomez" userId="c054c78c-207c-4278-ae44-884dbebca744" providerId="ADAL" clId="{9B871E66-1A30-42FF-AF18-83FDFD9111C9}" dt="2026-06-29T18:21:10.427" v="1009" actId="1036"/>
          <ac:graphicFrameMkLst>
            <pc:docMk/>
            <pc:sldMk cId="0" sldId="267"/>
            <ac:graphicFrameMk id="230" creationId="{00000000-0000-0000-0000-000000000000}"/>
          </ac:graphicFrameMkLst>
        </pc:graphicFrameChg>
        <pc:graphicFrameChg chg="mod modGraphic">
          <ac:chgData name="Adriana Miriam Ylizaliturri Gomez" userId="c054c78c-207c-4278-ae44-884dbebca744" providerId="ADAL" clId="{9B871E66-1A30-42FF-AF18-83FDFD9111C9}" dt="2026-06-29T19:15:43.808" v="1599" actId="3064"/>
          <ac:graphicFrameMkLst>
            <pc:docMk/>
            <pc:sldMk cId="0" sldId="267"/>
            <ac:graphicFrameMk id="233" creationId="{00000000-0000-0000-0000-000000000000}"/>
          </ac:graphicFrameMkLst>
        </pc:graphicFrameChg>
        <pc:graphicFrameChg chg="mod">
          <ac:chgData name="Adriana Miriam Ylizaliturri Gomez" userId="c054c78c-207c-4278-ae44-884dbebca744" providerId="ADAL" clId="{9B871E66-1A30-42FF-AF18-83FDFD9111C9}" dt="2026-06-29T19:36:08.872" v="2299" actId="1036"/>
          <ac:graphicFrameMkLst>
            <pc:docMk/>
            <pc:sldMk cId="0" sldId="267"/>
            <ac:graphicFrameMk id="234" creationId="{00000000-0000-0000-0000-000000000000}"/>
          </ac:graphicFrameMkLst>
        </pc:graphicFrameChg>
      </pc:sldChg>
      <pc:sldChg chg="modSp mod">
        <pc:chgData name="Adriana Miriam Ylizaliturri Gomez" userId="c054c78c-207c-4278-ae44-884dbebca744" providerId="ADAL" clId="{9B871E66-1A30-42FF-AF18-83FDFD9111C9}" dt="2026-06-29T19:18:24.495" v="1783" actId="1076"/>
        <pc:sldMkLst>
          <pc:docMk/>
          <pc:sldMk cId="0" sldId="270"/>
        </pc:sldMkLst>
        <pc:spChg chg="mod">
          <ac:chgData name="Adriana Miriam Ylizaliturri Gomez" userId="c054c78c-207c-4278-ae44-884dbebca744" providerId="ADAL" clId="{9B871E66-1A30-42FF-AF18-83FDFD9111C9}" dt="2026-06-29T19:16:13.767" v="1608" actId="1035"/>
          <ac:spMkLst>
            <pc:docMk/>
            <pc:sldMk cId="0" sldId="270"/>
            <ac:spMk id="299"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2"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3"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5"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6"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8"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09"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11"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12" creationId="{00000000-0000-0000-0000-000000000000}"/>
          </ac:spMkLst>
        </pc:spChg>
        <pc:spChg chg="mod">
          <ac:chgData name="Adriana Miriam Ylizaliturri Gomez" userId="c054c78c-207c-4278-ae44-884dbebca744" providerId="ADAL" clId="{9B871E66-1A30-42FF-AF18-83FDFD9111C9}" dt="2026-06-29T19:16:13.767" v="1608" actId="1035"/>
          <ac:spMkLst>
            <pc:docMk/>
            <pc:sldMk cId="0" sldId="270"/>
            <ac:spMk id="315" creationId="{00000000-0000-0000-0000-000000000000}"/>
          </ac:spMkLst>
        </pc:spChg>
        <pc:spChg chg="mod">
          <ac:chgData name="Adriana Miriam Ylizaliturri Gomez" userId="c054c78c-207c-4278-ae44-884dbebca744" providerId="ADAL" clId="{9B871E66-1A30-42FF-AF18-83FDFD9111C9}" dt="2026-06-29T19:16:19.188" v="1625" actId="1035"/>
          <ac:spMkLst>
            <pc:docMk/>
            <pc:sldMk cId="0" sldId="270"/>
            <ac:spMk id="321" creationId="{00000000-0000-0000-0000-000000000000}"/>
          </ac:spMkLst>
        </pc:spChg>
        <pc:spChg chg="mod">
          <ac:chgData name="Adriana Miriam Ylizaliturri Gomez" userId="c054c78c-207c-4278-ae44-884dbebca744" providerId="ADAL" clId="{9B871E66-1A30-42FF-AF18-83FDFD9111C9}" dt="2026-06-29T19:17:41.015" v="1743" actId="1035"/>
          <ac:spMkLst>
            <pc:docMk/>
            <pc:sldMk cId="0" sldId="270"/>
            <ac:spMk id="322" creationId="{00000000-0000-0000-0000-000000000000}"/>
          </ac:spMkLst>
        </pc:spChg>
        <pc:spChg chg="mod">
          <ac:chgData name="Adriana Miriam Ylizaliturri Gomez" userId="c054c78c-207c-4278-ae44-884dbebca744" providerId="ADAL" clId="{9B871E66-1A30-42FF-AF18-83FDFD9111C9}" dt="2026-06-29T19:18:24.495" v="1783" actId="1076"/>
          <ac:spMkLst>
            <pc:docMk/>
            <pc:sldMk cId="0" sldId="270"/>
            <ac:spMk id="323" creationId="{00000000-0000-0000-0000-000000000000}"/>
          </ac:spMkLst>
        </pc:spChg>
        <pc:graphicFrameChg chg="mod">
          <ac:chgData name="Adriana Miriam Ylizaliturri Gomez" userId="c054c78c-207c-4278-ae44-884dbebca744" providerId="ADAL" clId="{9B871E66-1A30-42FF-AF18-83FDFD9111C9}" dt="2026-06-29T19:17:52.920" v="1756" actId="1035"/>
          <ac:graphicFrameMkLst>
            <pc:docMk/>
            <pc:sldMk cId="0" sldId="270"/>
            <ac:graphicFrameMk id="258" creationId="{00000000-0000-0000-0000-000000000000}"/>
          </ac:graphicFrameMkLst>
        </pc:graphicFrameChg>
        <pc:graphicFrameChg chg="mod">
          <ac:chgData name="Adriana Miriam Ylizaliturri Gomez" userId="c054c78c-207c-4278-ae44-884dbebca744" providerId="ADAL" clId="{9B871E66-1A30-42FF-AF18-83FDFD9111C9}" dt="2026-06-29T19:16:25.866" v="1638" actId="1035"/>
          <ac:graphicFrameMkLst>
            <pc:docMk/>
            <pc:sldMk cId="0" sldId="270"/>
            <ac:graphicFrameMk id="295" creationId="{00000000-0000-0000-0000-000000000000}"/>
          </ac:graphicFrameMkLst>
        </pc:graphicFrameChg>
        <pc:graphicFrameChg chg="mod">
          <ac:chgData name="Adriana Miriam Ylizaliturri Gomez" userId="c054c78c-207c-4278-ae44-884dbebca744" providerId="ADAL" clId="{9B871E66-1A30-42FF-AF18-83FDFD9111C9}" dt="2026-06-29T19:16:53.156" v="1689" actId="14861"/>
          <ac:graphicFrameMkLst>
            <pc:docMk/>
            <pc:sldMk cId="0" sldId="270"/>
            <ac:graphicFrameMk id="317" creationId="{00000000-0000-0000-0000-000000000000}"/>
          </ac:graphicFrameMkLst>
        </pc:graphicFrameChg>
        <pc:graphicFrameChg chg="mod">
          <ac:chgData name="Adriana Miriam Ylizaliturri Gomez" userId="c054c78c-207c-4278-ae44-884dbebca744" providerId="ADAL" clId="{9B871E66-1A30-42FF-AF18-83FDFD9111C9}" dt="2026-06-29T19:16:48.869" v="1688" actId="14861"/>
          <ac:graphicFrameMkLst>
            <pc:docMk/>
            <pc:sldMk cId="0" sldId="270"/>
            <ac:graphicFrameMk id="318" creationId="{00000000-0000-0000-0000-000000000000}"/>
          </ac:graphicFrameMkLst>
        </pc:graphicFrameChg>
        <pc:graphicFrameChg chg="mod">
          <ac:chgData name="Adriana Miriam Ylizaliturri Gomez" userId="c054c78c-207c-4278-ae44-884dbebca744" providerId="ADAL" clId="{9B871E66-1A30-42FF-AF18-83FDFD9111C9}" dt="2026-06-29T19:18:19.525" v="1782" actId="1076"/>
          <ac:graphicFrameMkLst>
            <pc:docMk/>
            <pc:sldMk cId="0" sldId="270"/>
            <ac:graphicFrameMk id="319" creationId="{00000000-0000-0000-0000-000000000000}"/>
          </ac:graphicFrameMkLst>
        </pc:graphicFrameChg>
        <pc:graphicFrameChg chg="mod">
          <ac:chgData name="Adriana Miriam Ylizaliturri Gomez" userId="c054c78c-207c-4278-ae44-884dbebca744" providerId="ADAL" clId="{9B871E66-1A30-42FF-AF18-83FDFD9111C9}" dt="2026-06-29T19:17:36.537" v="1727" actId="1035"/>
          <ac:graphicFrameMkLst>
            <pc:docMk/>
            <pc:sldMk cId="0" sldId="270"/>
            <ac:graphicFrameMk id="320" creationId="{00000000-0000-0000-0000-000000000000}"/>
          </ac:graphicFrameMkLst>
        </pc:graphicFrameChg>
      </pc:sldChg>
      <pc:sldChg chg="modSp mod">
        <pc:chgData name="Adriana Miriam Ylizaliturri Gomez" userId="c054c78c-207c-4278-ae44-884dbebca744" providerId="ADAL" clId="{9B871E66-1A30-42FF-AF18-83FDFD9111C9}" dt="2026-06-29T19:18:50.747" v="1797" actId="14100"/>
        <pc:sldMkLst>
          <pc:docMk/>
          <pc:sldMk cId="0" sldId="271"/>
        </pc:sldMkLst>
        <pc:spChg chg="mod">
          <ac:chgData name="Adriana Miriam Ylizaliturri Gomez" userId="c054c78c-207c-4278-ae44-884dbebca744" providerId="ADAL" clId="{9B871E66-1A30-42FF-AF18-83FDFD9111C9}" dt="2026-06-29T19:18:50.747" v="1797" actId="14100"/>
          <ac:spMkLst>
            <pc:docMk/>
            <pc:sldMk cId="0" sldId="271"/>
            <ac:spMk id="310"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14"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16"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31"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36"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38"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39"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40" creationId="{00000000-0000-0000-0000-000000000000}"/>
          </ac:spMkLst>
        </pc:spChg>
        <pc:spChg chg="mod">
          <ac:chgData name="Adriana Miriam Ylizaliturri Gomez" userId="c054c78c-207c-4278-ae44-884dbebca744" providerId="ADAL" clId="{9B871E66-1A30-42FF-AF18-83FDFD9111C9}" dt="2026-06-29T18:21:58.988" v="1056" actId="1035"/>
          <ac:spMkLst>
            <pc:docMk/>
            <pc:sldMk cId="0" sldId="271"/>
            <ac:spMk id="341" creationId="{00000000-0000-0000-0000-000000000000}"/>
          </ac:spMkLst>
        </pc:spChg>
        <pc:spChg chg="mod">
          <ac:chgData name="Adriana Miriam Ylizaliturri Gomez" userId="c054c78c-207c-4278-ae44-884dbebca744" providerId="ADAL" clId="{9B871E66-1A30-42FF-AF18-83FDFD9111C9}" dt="2026-06-29T19:18:46.316" v="1796" actId="1035"/>
          <ac:spMkLst>
            <pc:docMk/>
            <pc:sldMk cId="0" sldId="271"/>
            <ac:spMk id="343" creationId="{00000000-0000-0000-0000-000000000000}"/>
          </ac:spMkLst>
        </pc:spChg>
        <pc:spChg chg="mod">
          <ac:chgData name="Adriana Miriam Ylizaliturri Gomez" userId="c054c78c-207c-4278-ae44-884dbebca744" providerId="ADAL" clId="{9B871E66-1A30-42FF-AF18-83FDFD9111C9}" dt="2026-06-29T18:22:18.509" v="1081" actId="255"/>
          <ac:spMkLst>
            <pc:docMk/>
            <pc:sldMk cId="0" sldId="271"/>
            <ac:spMk id="345" creationId="{00000000-0000-0000-0000-000000000000}"/>
          </ac:spMkLst>
        </pc:spChg>
        <pc:spChg chg="mod">
          <ac:chgData name="Adriana Miriam Ylizaliturri Gomez" userId="c054c78c-207c-4278-ae44-884dbebca744" providerId="ADAL" clId="{9B871E66-1A30-42FF-AF18-83FDFD9111C9}" dt="2026-06-29T18:22:12.555" v="1080" actId="403"/>
          <ac:spMkLst>
            <pc:docMk/>
            <pc:sldMk cId="0" sldId="271"/>
            <ac:spMk id="346" creationId="{00000000-0000-0000-0000-000000000000}"/>
          </ac:spMkLst>
        </pc:spChg>
        <pc:graphicFrameChg chg="mod modGraphic">
          <ac:chgData name="Adriana Miriam Ylizaliturri Gomez" userId="c054c78c-207c-4278-ae44-884dbebca744" providerId="ADAL" clId="{9B871E66-1A30-42FF-AF18-83FDFD9111C9}" dt="2026-06-29T18:22:29.778" v="1082" actId="14100"/>
          <ac:graphicFrameMkLst>
            <pc:docMk/>
            <pc:sldMk cId="0" sldId="271"/>
            <ac:graphicFrameMk id="344" creationId="{00000000-0000-0000-0000-000000000000}"/>
          </ac:graphicFrameMkLst>
        </pc:graphicFrameChg>
      </pc:sldChg>
      <pc:sldChg chg="modSp mod">
        <pc:chgData name="Adriana Miriam Ylizaliturri Gomez" userId="c054c78c-207c-4278-ae44-884dbebca744" providerId="ADAL" clId="{9B871E66-1A30-42FF-AF18-83FDFD9111C9}" dt="2026-06-29T19:19:06.091" v="1812" actId="1035"/>
        <pc:sldMkLst>
          <pc:docMk/>
          <pc:sldMk cId="0" sldId="272"/>
        </pc:sldMkLst>
        <pc:spChg chg="mod">
          <ac:chgData name="Adriana Miriam Ylizaliturri Gomez" userId="c054c78c-207c-4278-ae44-884dbebca744" providerId="ADAL" clId="{9B871E66-1A30-42FF-AF18-83FDFD9111C9}" dt="2026-06-29T18:22:47.958" v="1083" actId="207"/>
          <ac:spMkLst>
            <pc:docMk/>
            <pc:sldMk cId="0" sldId="272"/>
            <ac:spMk id="7" creationId="{00000000-0000-0000-0000-000000000000}"/>
          </ac:spMkLst>
        </pc:spChg>
        <pc:spChg chg="mod">
          <ac:chgData name="Adriana Miriam Ylizaliturri Gomez" userId="c054c78c-207c-4278-ae44-884dbebca744" providerId="ADAL" clId="{9B871E66-1A30-42FF-AF18-83FDFD9111C9}" dt="2026-06-29T18:22:59.311" v="1102" actId="1036"/>
          <ac:spMkLst>
            <pc:docMk/>
            <pc:sldMk cId="0" sldId="272"/>
            <ac:spMk id="8" creationId="{00000000-0000-0000-0000-000000000000}"/>
          </ac:spMkLst>
        </pc:spChg>
        <pc:spChg chg="mod">
          <ac:chgData name="Adriana Miriam Ylizaliturri Gomez" userId="c054c78c-207c-4278-ae44-884dbebca744" providerId="ADAL" clId="{9B871E66-1A30-42FF-AF18-83FDFD9111C9}" dt="2026-06-29T19:19:06.091" v="1812" actId="1035"/>
          <ac:spMkLst>
            <pc:docMk/>
            <pc:sldMk cId="0" sldId="272"/>
            <ac:spMk id="11" creationId="{00000000-0000-0000-0000-000000000000}"/>
          </ac:spMkLst>
        </pc:spChg>
        <pc:graphicFrameChg chg="mod">
          <ac:chgData name="Adriana Miriam Ylizaliturri Gomez" userId="c054c78c-207c-4278-ae44-884dbebca744" providerId="ADAL" clId="{9B871E66-1A30-42FF-AF18-83FDFD9111C9}" dt="2026-06-29T18:22:59.311" v="1102" actId="1036"/>
          <ac:graphicFrameMkLst>
            <pc:docMk/>
            <pc:sldMk cId="0" sldId="272"/>
            <ac:graphicFrameMk id="10" creationId="{00000000-0000-0000-0000-000000000000}"/>
          </ac:graphicFrameMkLst>
        </pc:graphicFrameChg>
        <pc:cxnChg chg="mod">
          <ac:chgData name="Adriana Miriam Ylizaliturri Gomez" userId="c054c78c-207c-4278-ae44-884dbebca744" providerId="ADAL" clId="{9B871E66-1A30-42FF-AF18-83FDFD9111C9}" dt="2026-06-29T18:22:59.311" v="1102" actId="1036"/>
          <ac:cxnSpMkLst>
            <pc:docMk/>
            <pc:sldMk cId="0" sldId="272"/>
            <ac:cxnSpMk id="9" creationId="{00000000-0000-0000-0000-000000000000}"/>
          </ac:cxnSpMkLst>
        </pc:cxnChg>
      </pc:sldChg>
      <pc:sldChg chg="modSp mod">
        <pc:chgData name="Adriana Miriam Ylizaliturri Gomez" userId="c054c78c-207c-4278-ae44-884dbebca744" providerId="ADAL" clId="{9B871E66-1A30-42FF-AF18-83FDFD9111C9}" dt="2026-06-29T18:56:08.365" v="1447" actId="1035"/>
        <pc:sldMkLst>
          <pc:docMk/>
          <pc:sldMk cId="0" sldId="277"/>
        </pc:sldMkLst>
        <pc:spChg chg="mod">
          <ac:chgData name="Adriana Miriam Ylizaliturri Gomez" userId="c054c78c-207c-4278-ae44-884dbebca744" providerId="ADAL" clId="{9B871E66-1A30-42FF-AF18-83FDFD9111C9}" dt="2026-06-29T18:55:59.513" v="1422" actId="1035"/>
          <ac:spMkLst>
            <pc:docMk/>
            <pc:sldMk cId="0" sldId="277"/>
            <ac:spMk id="465" creationId="{00000000-0000-0000-0000-000000000000}"/>
          </ac:spMkLst>
        </pc:spChg>
        <pc:spChg chg="mod">
          <ac:chgData name="Adriana Miriam Ylizaliturri Gomez" userId="c054c78c-207c-4278-ae44-884dbebca744" providerId="ADAL" clId="{9B871E66-1A30-42FF-AF18-83FDFD9111C9}" dt="2026-06-29T18:55:59.513" v="1422" actId="1035"/>
          <ac:spMkLst>
            <pc:docMk/>
            <pc:sldMk cId="0" sldId="277"/>
            <ac:spMk id="471" creationId="{00000000-0000-0000-0000-000000000000}"/>
          </ac:spMkLst>
        </pc:spChg>
        <pc:spChg chg="mod">
          <ac:chgData name="Adriana Miriam Ylizaliturri Gomez" userId="c054c78c-207c-4278-ae44-884dbebca744" providerId="ADAL" clId="{9B871E66-1A30-42FF-AF18-83FDFD9111C9}" dt="2026-06-29T18:56:08.365" v="1447" actId="1035"/>
          <ac:spMkLst>
            <pc:docMk/>
            <pc:sldMk cId="0" sldId="277"/>
            <ac:spMk id="472" creationId="{00000000-0000-0000-0000-000000000000}"/>
          </ac:spMkLst>
        </pc:spChg>
        <pc:graphicFrameChg chg="mod">
          <ac:chgData name="Adriana Miriam Ylizaliturri Gomez" userId="c054c78c-207c-4278-ae44-884dbebca744" providerId="ADAL" clId="{9B871E66-1A30-42FF-AF18-83FDFD9111C9}" dt="2026-06-29T18:54:54.626" v="1357" actId="14861"/>
          <ac:graphicFrameMkLst>
            <pc:docMk/>
            <pc:sldMk cId="0" sldId="277"/>
            <ac:graphicFrameMk id="467" creationId="{00000000-0000-0000-0000-000000000000}"/>
          </ac:graphicFrameMkLst>
        </pc:graphicFrameChg>
        <pc:graphicFrameChg chg="mod modGraphic">
          <ac:chgData name="Adriana Miriam Ylizaliturri Gomez" userId="c054c78c-207c-4278-ae44-884dbebca744" providerId="ADAL" clId="{9B871E66-1A30-42FF-AF18-83FDFD9111C9}" dt="2026-06-29T18:55:22.064" v="1363" actId="14734"/>
          <ac:graphicFrameMkLst>
            <pc:docMk/>
            <pc:sldMk cId="0" sldId="277"/>
            <ac:graphicFrameMk id="468" creationId="{00000000-0000-0000-0000-000000000000}"/>
          </ac:graphicFrameMkLst>
        </pc:graphicFrameChg>
        <pc:graphicFrameChg chg="mod modGraphic">
          <ac:chgData name="Adriana Miriam Ylizaliturri Gomez" userId="c054c78c-207c-4278-ae44-884dbebca744" providerId="ADAL" clId="{9B871E66-1A30-42FF-AF18-83FDFD9111C9}" dt="2026-06-29T18:55:33.657" v="1373" actId="1035"/>
          <ac:graphicFrameMkLst>
            <pc:docMk/>
            <pc:sldMk cId="0" sldId="277"/>
            <ac:graphicFrameMk id="469" creationId="{00000000-0000-0000-0000-000000000000}"/>
          </ac:graphicFrameMkLst>
        </pc:graphicFrameChg>
        <pc:picChg chg="mod">
          <ac:chgData name="Adriana Miriam Ylizaliturri Gomez" userId="c054c78c-207c-4278-ae44-884dbebca744" providerId="ADAL" clId="{9B871E66-1A30-42FF-AF18-83FDFD9111C9}" dt="2026-06-29T18:55:39.370" v="1391" actId="1035"/>
          <ac:picMkLst>
            <pc:docMk/>
            <pc:sldMk cId="0" sldId="277"/>
            <ac:picMk id="458" creationId="{00000000-0000-0000-0000-000000000000}"/>
          </ac:picMkLst>
        </pc:picChg>
        <pc:picChg chg="mod">
          <ac:chgData name="Adriana Miriam Ylizaliturri Gomez" userId="c054c78c-207c-4278-ae44-884dbebca744" providerId="ADAL" clId="{9B871E66-1A30-42FF-AF18-83FDFD9111C9}" dt="2026-06-29T18:55:37.913" v="1386" actId="1035"/>
          <ac:picMkLst>
            <pc:docMk/>
            <pc:sldMk cId="0" sldId="277"/>
            <ac:picMk id="459" creationId="{00000000-0000-0000-0000-000000000000}"/>
          </ac:picMkLst>
        </pc:picChg>
        <pc:picChg chg="mod">
          <ac:chgData name="Adriana Miriam Ylizaliturri Gomez" userId="c054c78c-207c-4278-ae44-884dbebca744" providerId="ADAL" clId="{9B871E66-1A30-42FF-AF18-83FDFD9111C9}" dt="2026-06-29T18:55:51.313" v="1394" actId="1076"/>
          <ac:picMkLst>
            <pc:docMk/>
            <pc:sldMk cId="0" sldId="277"/>
            <ac:picMk id="470" creationId="{00000000-0000-0000-0000-000000000000}"/>
          </ac:picMkLst>
        </pc:picChg>
      </pc:sldChg>
      <pc:sldChg chg="addSp delSp modSp mod">
        <pc:chgData name="Adriana Miriam Ylizaliturri Gomez" userId="c054c78c-207c-4278-ae44-884dbebca744" providerId="ADAL" clId="{9B871E66-1A30-42FF-AF18-83FDFD9111C9}" dt="2026-06-29T19:25:18.929" v="2255" actId="3064"/>
        <pc:sldMkLst>
          <pc:docMk/>
          <pc:sldMk cId="0" sldId="279"/>
        </pc:sldMkLst>
        <pc:spChg chg="add">
          <ac:chgData name="Adriana Miriam Ylizaliturri Gomez" userId="c054c78c-207c-4278-ae44-884dbebca744" providerId="ADAL" clId="{9B871E66-1A30-42FF-AF18-83FDFD9111C9}" dt="2026-06-26T22:59:02.224" v="3" actId="22"/>
          <ac:spMkLst>
            <pc:docMk/>
            <pc:sldMk cId="0" sldId="279"/>
            <ac:spMk id="4" creationId="{A825D9EE-C362-8C9C-313E-4B2BB9EFBDAF}"/>
          </ac:spMkLst>
        </pc:spChg>
        <pc:spChg chg="mod">
          <ac:chgData name="Adriana Miriam Ylizaliturri Gomez" userId="c054c78c-207c-4278-ae44-884dbebca744" providerId="ADAL" clId="{9B871E66-1A30-42FF-AF18-83FDFD9111C9}" dt="2026-06-29T19:25:05.252" v="2254" actId="122"/>
          <ac:spMkLst>
            <pc:docMk/>
            <pc:sldMk cId="0" sldId="279"/>
            <ac:spMk id="500"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2"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5"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6"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7"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8"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09"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10" creationId="{00000000-0000-0000-0000-000000000000}"/>
          </ac:spMkLst>
        </pc:spChg>
        <pc:spChg chg="mod">
          <ac:chgData name="Adriana Miriam Ylizaliturri Gomez" userId="c054c78c-207c-4278-ae44-884dbebca744" providerId="ADAL" clId="{9B871E66-1A30-42FF-AF18-83FDFD9111C9}" dt="2026-06-29T18:00:14.863" v="761" actId="1037"/>
          <ac:spMkLst>
            <pc:docMk/>
            <pc:sldMk cId="0" sldId="279"/>
            <ac:spMk id="511"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12" creationId="{00000000-0000-0000-0000-000000000000}"/>
          </ac:spMkLst>
        </pc:spChg>
        <pc:spChg chg="mod">
          <ac:chgData name="Adriana Miriam Ylizaliturri Gomez" userId="c054c78c-207c-4278-ae44-884dbebca744" providerId="ADAL" clId="{9B871E66-1A30-42FF-AF18-83FDFD9111C9}" dt="2026-06-29T19:24:43.051" v="2250" actId="1036"/>
          <ac:spMkLst>
            <pc:docMk/>
            <pc:sldMk cId="0" sldId="279"/>
            <ac:spMk id="513" creationId="{00000000-0000-0000-0000-000000000000}"/>
          </ac:spMkLst>
        </pc:spChg>
        <pc:graphicFrameChg chg="mod">
          <ac:chgData name="Adriana Miriam Ylizaliturri Gomez" userId="c054c78c-207c-4278-ae44-884dbebca744" providerId="ADAL" clId="{9B871E66-1A30-42FF-AF18-83FDFD9111C9}" dt="2026-06-29T18:00:14.863" v="761" actId="1037"/>
          <ac:graphicFrameMkLst>
            <pc:docMk/>
            <pc:sldMk cId="0" sldId="279"/>
            <ac:graphicFrameMk id="504" creationId="{00000000-0000-0000-0000-000000000000}"/>
          </ac:graphicFrameMkLst>
        </pc:graphicFrameChg>
        <pc:graphicFrameChg chg="mod modGraphic">
          <ac:chgData name="Adriana Miriam Ylizaliturri Gomez" userId="c054c78c-207c-4278-ae44-884dbebca744" providerId="ADAL" clId="{9B871E66-1A30-42FF-AF18-83FDFD9111C9}" dt="2026-06-29T19:25:18.929" v="2255" actId="3064"/>
          <ac:graphicFrameMkLst>
            <pc:docMk/>
            <pc:sldMk cId="0" sldId="279"/>
            <ac:graphicFrameMk id="514" creationId="{00000000-0000-0000-0000-000000000000}"/>
          </ac:graphicFrameMkLst>
        </pc:graphicFrameChg>
        <pc:picChg chg="mod">
          <ac:chgData name="Adriana Miriam Ylizaliturri Gomez" userId="c054c78c-207c-4278-ae44-884dbebca744" providerId="ADAL" clId="{9B871E66-1A30-42FF-AF18-83FDFD9111C9}" dt="2026-06-29T18:01:36.093" v="805" actId="1036"/>
          <ac:picMkLst>
            <pc:docMk/>
            <pc:sldMk cId="0" sldId="279"/>
            <ac:picMk id="493" creationId="{00000000-0000-0000-0000-000000000000}"/>
          </ac:picMkLst>
        </pc:picChg>
      </pc:sldChg>
      <pc:sldChg chg="modSp mod">
        <pc:chgData name="Adriana Miriam Ylizaliturri Gomez" userId="c054c78c-207c-4278-ae44-884dbebca744" providerId="ADAL" clId="{9B871E66-1A30-42FF-AF18-83FDFD9111C9}" dt="2026-06-29T18:48:30.154" v="1204" actId="1038"/>
        <pc:sldMkLst>
          <pc:docMk/>
          <pc:sldMk cId="540716406" sldId="280"/>
        </pc:sldMkLst>
        <pc:spChg chg="mod">
          <ac:chgData name="Adriana Miriam Ylizaliturri Gomez" userId="c054c78c-207c-4278-ae44-884dbebca744" providerId="ADAL" clId="{9B871E66-1A30-42FF-AF18-83FDFD9111C9}" dt="2026-06-29T18:48:24.305" v="1198" actId="14100"/>
          <ac:spMkLst>
            <pc:docMk/>
            <pc:sldMk cId="540716406" sldId="280"/>
            <ac:spMk id="238" creationId="{00000000-0000-0000-0000-000000000000}"/>
          </ac:spMkLst>
        </pc:spChg>
        <pc:spChg chg="mod">
          <ac:chgData name="Adriana Miriam Ylizaliturri Gomez" userId="c054c78c-207c-4278-ae44-884dbebca744" providerId="ADAL" clId="{9B871E66-1A30-42FF-AF18-83FDFD9111C9}" dt="2026-06-29T18:48:30.154" v="1204" actId="1038"/>
          <ac:spMkLst>
            <pc:docMk/>
            <pc:sldMk cId="540716406" sldId="280"/>
            <ac:spMk id="239" creationId="{00000000-0000-0000-0000-000000000000}"/>
          </ac:spMkLst>
        </pc:spChg>
        <pc:graphicFrameChg chg="mod modGraphic">
          <ac:chgData name="Adriana Miriam Ylizaliturri Gomez" userId="c054c78c-207c-4278-ae44-884dbebca744" providerId="ADAL" clId="{9B871E66-1A30-42FF-AF18-83FDFD9111C9}" dt="2026-06-29T18:48:10.105" v="1191" actId="14734"/>
          <ac:graphicFrameMkLst>
            <pc:docMk/>
            <pc:sldMk cId="540716406" sldId="280"/>
            <ac:graphicFrameMk id="236" creationId="{00000000-0000-0000-0000-000000000000}"/>
          </ac:graphicFrameMkLst>
        </pc:graphicFrameChg>
      </pc:sldChg>
      <pc:sldChg chg="modSp mod">
        <pc:chgData name="Adriana Miriam Ylizaliturri Gomez" userId="c054c78c-207c-4278-ae44-884dbebca744" providerId="ADAL" clId="{9B871E66-1A30-42FF-AF18-83FDFD9111C9}" dt="2026-06-29T18:49:52.529" v="1254" actId="14734"/>
        <pc:sldMkLst>
          <pc:docMk/>
          <pc:sldMk cId="3828482411" sldId="281"/>
        </pc:sldMkLst>
        <pc:graphicFrameChg chg="mod modGraphic">
          <ac:chgData name="Adriana Miriam Ylizaliturri Gomez" userId="c054c78c-207c-4278-ae44-884dbebca744" providerId="ADAL" clId="{9B871E66-1A30-42FF-AF18-83FDFD9111C9}" dt="2026-06-29T18:49:52.529" v="1254" actId="14734"/>
          <ac:graphicFrameMkLst>
            <pc:docMk/>
            <pc:sldMk cId="3828482411" sldId="281"/>
            <ac:graphicFrameMk id="5" creationId="{00000000-0000-0000-0000-000000000000}"/>
          </ac:graphicFrameMkLst>
        </pc:graphicFrameChg>
        <pc:cxnChg chg="mod">
          <ac:chgData name="Adriana Miriam Ylizaliturri Gomez" userId="c054c78c-207c-4278-ae44-884dbebca744" providerId="ADAL" clId="{9B871E66-1A30-42FF-AF18-83FDFD9111C9}" dt="2026-06-29T17:07:35.952" v="485" actId="1035"/>
          <ac:cxnSpMkLst>
            <pc:docMk/>
            <pc:sldMk cId="3828482411" sldId="281"/>
            <ac:cxnSpMk id="4" creationId="{00000000-0000-0000-0000-000000000000}"/>
          </ac:cxnSpMkLst>
        </pc:cxnChg>
      </pc:sldChg>
      <pc:sldChg chg="addSp delSp modSp del mod">
        <pc:chgData name="Adriana Miriam Ylizaliturri Gomez" userId="c054c78c-207c-4278-ae44-884dbebca744" providerId="ADAL" clId="{9B871E66-1A30-42FF-AF18-83FDFD9111C9}" dt="2026-06-29T19:23:58.579" v="2214" actId="47"/>
        <pc:sldMkLst>
          <pc:docMk/>
          <pc:sldMk cId="364733940" sldId="284"/>
        </pc:sldMkLst>
        <pc:spChg chg="del">
          <ac:chgData name="Adriana Miriam Ylizaliturri Gomez" userId="c054c78c-207c-4278-ae44-884dbebca744" providerId="ADAL" clId="{9B871E66-1A30-42FF-AF18-83FDFD9111C9}" dt="2026-06-29T19:21:58.147" v="1995" actId="21"/>
          <ac:spMkLst>
            <pc:docMk/>
            <pc:sldMk cId="364733940" sldId="284"/>
            <ac:spMk id="7" creationId="{8E24F6E5-E3CB-0C93-0587-E21A33C953B7}"/>
          </ac:spMkLst>
        </pc:spChg>
        <pc:spChg chg="del mod">
          <ac:chgData name="Adriana Miriam Ylizaliturri Gomez" userId="c054c78c-207c-4278-ae44-884dbebca744" providerId="ADAL" clId="{9B871E66-1A30-42FF-AF18-83FDFD9111C9}" dt="2026-06-29T19:21:58.147" v="1995" actId="21"/>
          <ac:spMkLst>
            <pc:docMk/>
            <pc:sldMk cId="364733940" sldId="284"/>
            <ac:spMk id="15" creationId="{00000000-0000-0000-0000-000000000000}"/>
          </ac:spMkLst>
        </pc:spChg>
        <pc:spChg chg="add del mod">
          <ac:chgData name="Adriana Miriam Ylizaliturri Gomez" userId="c054c78c-207c-4278-ae44-884dbebca744" providerId="ADAL" clId="{9B871E66-1A30-42FF-AF18-83FDFD9111C9}" dt="2026-06-29T19:21:58.147" v="1995" actId="21"/>
          <ac:spMkLst>
            <pc:docMk/>
            <pc:sldMk cId="364733940" sldId="284"/>
            <ac:spMk id="17" creationId="{E88BB0FA-E531-65E5-BCFF-E42AF55A4FE5}"/>
          </ac:spMkLst>
        </pc:spChg>
        <pc:spChg chg="add del mod">
          <ac:chgData name="Adriana Miriam Ylizaliturri Gomez" userId="c054c78c-207c-4278-ae44-884dbebca744" providerId="ADAL" clId="{9B871E66-1A30-42FF-AF18-83FDFD9111C9}" dt="2026-06-29T19:23:31.065" v="2197" actId="21"/>
          <ac:spMkLst>
            <pc:docMk/>
            <pc:sldMk cId="364733940" sldId="284"/>
            <ac:spMk id="23" creationId="{2FB6AB72-C61A-DAD0-5727-47E59A7F8B79}"/>
          </ac:spMkLst>
        </pc:spChg>
        <pc:spChg chg="add del mod">
          <ac:chgData name="Adriana Miriam Ylizaliturri Gomez" userId="c054c78c-207c-4278-ae44-884dbebca744" providerId="ADAL" clId="{9B871E66-1A30-42FF-AF18-83FDFD9111C9}" dt="2026-06-29T19:23:31.065" v="2197" actId="21"/>
          <ac:spMkLst>
            <pc:docMk/>
            <pc:sldMk cId="364733940" sldId="284"/>
            <ac:spMk id="25" creationId="{01558134-4075-2A18-8BE7-7239BD8FEA1B}"/>
          </ac:spMkLst>
        </pc:spChg>
        <pc:spChg chg="add del mod">
          <ac:chgData name="Adriana Miriam Ylizaliturri Gomez" userId="c054c78c-207c-4278-ae44-884dbebca744" providerId="ADAL" clId="{9B871E66-1A30-42FF-AF18-83FDFD9111C9}" dt="2026-06-29T19:23:31.065" v="2197" actId="21"/>
          <ac:spMkLst>
            <pc:docMk/>
            <pc:sldMk cId="364733940" sldId="284"/>
            <ac:spMk id="27" creationId="{AA97836E-1414-5FD4-24D0-7E94E9EE142A}"/>
          </ac:spMkLst>
        </pc:spChg>
        <pc:spChg chg="add del mod">
          <ac:chgData name="Adriana Miriam Ylizaliturri Gomez" userId="c054c78c-207c-4278-ae44-884dbebca744" providerId="ADAL" clId="{9B871E66-1A30-42FF-AF18-83FDFD9111C9}" dt="2026-06-29T19:23:31.065" v="2197" actId="21"/>
          <ac:spMkLst>
            <pc:docMk/>
            <pc:sldMk cId="364733940" sldId="284"/>
            <ac:spMk id="29" creationId="{55F5283D-B18E-BF8A-C82A-33FBCD7D4ECE}"/>
          </ac:spMkLst>
        </pc:spChg>
        <pc:spChg chg="add del mod">
          <ac:chgData name="Adriana Miriam Ylizaliturri Gomez" userId="c054c78c-207c-4278-ae44-884dbebca744" providerId="ADAL" clId="{9B871E66-1A30-42FF-AF18-83FDFD9111C9}" dt="2026-06-29T19:23:31.065" v="2197" actId="21"/>
          <ac:spMkLst>
            <pc:docMk/>
            <pc:sldMk cId="364733940" sldId="284"/>
            <ac:spMk id="31" creationId="{DA66C0EA-9456-F032-C2E2-D5241F317C0F}"/>
          </ac:spMkLst>
        </pc:spChg>
        <pc:spChg chg="add del mod">
          <ac:chgData name="Adriana Miriam Ylizaliturri Gomez" userId="c054c78c-207c-4278-ae44-884dbebca744" providerId="ADAL" clId="{9B871E66-1A30-42FF-AF18-83FDFD9111C9}" dt="2026-06-29T19:23:31.065" v="2197" actId="21"/>
          <ac:spMkLst>
            <pc:docMk/>
            <pc:sldMk cId="364733940" sldId="284"/>
            <ac:spMk id="35" creationId="{32B2BFFE-A195-84B6-A142-86C01C3A8CCF}"/>
          </ac:spMkLst>
        </pc:spChg>
        <pc:spChg chg="add del mod">
          <ac:chgData name="Adriana Miriam Ylizaliturri Gomez" userId="c054c78c-207c-4278-ae44-884dbebca744" providerId="ADAL" clId="{9B871E66-1A30-42FF-AF18-83FDFD9111C9}" dt="2026-06-29T19:23:31.065" v="2197" actId="21"/>
          <ac:spMkLst>
            <pc:docMk/>
            <pc:sldMk cId="364733940" sldId="284"/>
            <ac:spMk id="37" creationId="{AD91E325-E192-454F-4EC7-A02FCB2EBD95}"/>
          </ac:spMkLst>
        </pc:spChg>
        <pc:spChg chg="add del mod">
          <ac:chgData name="Adriana Miriam Ylizaliturri Gomez" userId="c054c78c-207c-4278-ae44-884dbebca744" providerId="ADAL" clId="{9B871E66-1A30-42FF-AF18-83FDFD9111C9}" dt="2026-06-29T19:23:31.065" v="2197" actId="21"/>
          <ac:spMkLst>
            <pc:docMk/>
            <pc:sldMk cId="364733940" sldId="284"/>
            <ac:spMk id="39" creationId="{53E33DA5-9C30-7AD8-3464-DC1DD48FB194}"/>
          </ac:spMkLst>
        </pc:spChg>
        <pc:spChg chg="add del mod">
          <ac:chgData name="Adriana Miriam Ylizaliturri Gomez" userId="c054c78c-207c-4278-ae44-884dbebca744" providerId="ADAL" clId="{9B871E66-1A30-42FF-AF18-83FDFD9111C9}" dt="2026-06-29T19:21:58.147" v="1995" actId="21"/>
          <ac:spMkLst>
            <pc:docMk/>
            <pc:sldMk cId="364733940" sldId="284"/>
            <ac:spMk id="41" creationId="{49ADEC3C-9272-8144-4E8B-9B7799FD370F}"/>
          </ac:spMkLst>
        </pc:spChg>
        <pc:grpChg chg="del">
          <ac:chgData name="Adriana Miriam Ylizaliturri Gomez" userId="c054c78c-207c-4278-ae44-884dbebca744" providerId="ADAL" clId="{9B871E66-1A30-42FF-AF18-83FDFD9111C9}" dt="2026-06-29T19:21:58.147" v="1995" actId="21"/>
          <ac:grpSpMkLst>
            <pc:docMk/>
            <pc:sldMk cId="364733940" sldId="284"/>
            <ac:grpSpMk id="11" creationId="{9119A1C4-1E4E-4E9A-6BEB-8D66D32D43BD}"/>
          </ac:grpSpMkLst>
        </pc:grpChg>
        <pc:graphicFrameChg chg="del">
          <ac:chgData name="Adriana Miriam Ylizaliturri Gomez" userId="c054c78c-207c-4278-ae44-884dbebca744" providerId="ADAL" clId="{9B871E66-1A30-42FF-AF18-83FDFD9111C9}" dt="2026-06-29T19:21:58.147" v="1995" actId="21"/>
          <ac:graphicFrameMkLst>
            <pc:docMk/>
            <pc:sldMk cId="364733940" sldId="284"/>
            <ac:graphicFrameMk id="5" creationId="{B762DBC9-2C5F-4219-04BA-4A2BF2F57E2F}"/>
          </ac:graphicFrameMkLst>
        </pc:graphicFrameChg>
        <pc:graphicFrameChg chg="del mod">
          <ac:chgData name="Adriana Miriam Ylizaliturri Gomez" userId="c054c78c-207c-4278-ae44-884dbebca744" providerId="ADAL" clId="{9B871E66-1A30-42FF-AF18-83FDFD9111C9}" dt="2026-06-29T19:21:58.147" v="1995" actId="21"/>
          <ac:graphicFrameMkLst>
            <pc:docMk/>
            <pc:sldMk cId="364733940" sldId="284"/>
            <ac:graphicFrameMk id="13" creationId="{00000000-0000-0000-0000-000000000000}"/>
          </ac:graphicFrameMkLst>
        </pc:graphicFrameChg>
        <pc:graphicFrameChg chg="del mod">
          <ac:chgData name="Adriana Miriam Ylizaliturri Gomez" userId="c054c78c-207c-4278-ae44-884dbebca744" providerId="ADAL" clId="{9B871E66-1A30-42FF-AF18-83FDFD9111C9}" dt="2026-06-29T19:21:58.147" v="1995" actId="21"/>
          <ac:graphicFrameMkLst>
            <pc:docMk/>
            <pc:sldMk cId="364733940" sldId="284"/>
            <ac:graphicFrameMk id="14" creationId="{00000000-0000-0000-0000-000000000000}"/>
          </ac:graphicFrameMkLst>
        </pc:graphicFrameChg>
        <pc:graphicFrameChg chg="mod">
          <ac:chgData name="Adriana Miriam Ylizaliturri Gomez" userId="c054c78c-207c-4278-ae44-884dbebca744" providerId="ADAL" clId="{9B871E66-1A30-42FF-AF18-83FDFD9111C9}" dt="2026-06-29T19:23:22.022" v="2196" actId="1035"/>
          <ac:graphicFrameMkLst>
            <pc:docMk/>
            <pc:sldMk cId="364733940" sldId="284"/>
            <ac:graphicFrameMk id="21" creationId="{783A8830-652C-0B37-76FD-8A0C38CA5507}"/>
          </ac:graphicFrameMkLst>
        </pc:graphicFrameChg>
        <pc:graphicFrameChg chg="add del mod modGraphic">
          <ac:chgData name="Adriana Miriam Ylizaliturri Gomez" userId="c054c78c-207c-4278-ae44-884dbebca744" providerId="ADAL" clId="{9B871E66-1A30-42FF-AF18-83FDFD9111C9}" dt="2026-06-29T19:23:31.065" v="2197" actId="21"/>
          <ac:graphicFrameMkLst>
            <pc:docMk/>
            <pc:sldMk cId="364733940" sldId="284"/>
            <ac:graphicFrameMk id="33" creationId="{58F5E530-7EA7-6253-DA77-1D534CECF310}"/>
          </ac:graphicFrameMkLst>
        </pc:graphicFrameChg>
        <pc:picChg chg="del mod">
          <ac:chgData name="Adriana Miriam Ylizaliturri Gomez" userId="c054c78c-207c-4278-ae44-884dbebca744" providerId="ADAL" clId="{9B871E66-1A30-42FF-AF18-83FDFD9111C9}" dt="2026-06-29T19:21:58.147" v="1995" actId="21"/>
          <ac:picMkLst>
            <pc:docMk/>
            <pc:sldMk cId="364733940" sldId="284"/>
            <ac:picMk id="2" creationId="{19DDCF82-3026-68AC-7A49-50486C99AE68}"/>
          </ac:picMkLst>
        </pc:picChg>
        <pc:picChg chg="del mod">
          <ac:chgData name="Adriana Miriam Ylizaliturri Gomez" userId="c054c78c-207c-4278-ae44-884dbebca744" providerId="ADAL" clId="{9B871E66-1A30-42FF-AF18-83FDFD9111C9}" dt="2026-06-29T18:54:24.762" v="1345" actId="478"/>
          <ac:picMkLst>
            <pc:docMk/>
            <pc:sldMk cId="364733940" sldId="284"/>
            <ac:picMk id="3" creationId="{D9B42B97-2DF1-F7F4-F350-541640C450E1}"/>
          </ac:picMkLst>
        </pc:picChg>
        <pc:picChg chg="del mod">
          <ac:chgData name="Adriana Miriam Ylizaliturri Gomez" userId="c054c78c-207c-4278-ae44-884dbebca744" providerId="ADAL" clId="{9B871E66-1A30-42FF-AF18-83FDFD9111C9}" dt="2026-06-29T18:53:10.235" v="1298" actId="478"/>
          <ac:picMkLst>
            <pc:docMk/>
            <pc:sldMk cId="364733940" sldId="284"/>
            <ac:picMk id="8" creationId="{464BC6C8-4203-0367-92B1-F305DF440895}"/>
          </ac:picMkLst>
        </pc:picChg>
        <pc:picChg chg="add del mod">
          <ac:chgData name="Adriana Miriam Ylizaliturri Gomez" userId="c054c78c-207c-4278-ae44-884dbebca744" providerId="ADAL" clId="{9B871E66-1A30-42FF-AF18-83FDFD9111C9}" dt="2026-06-29T18:52:18.667" v="1271" actId="478"/>
          <ac:picMkLst>
            <pc:docMk/>
            <pc:sldMk cId="364733940" sldId="284"/>
            <ac:picMk id="10" creationId="{30FD94EC-BADD-5D76-B326-8BFAC009BF7E}"/>
          </ac:picMkLst>
        </pc:picChg>
        <pc:picChg chg="add del mod modCrop">
          <ac:chgData name="Adriana Miriam Ylizaliturri Gomez" userId="c054c78c-207c-4278-ae44-884dbebca744" providerId="ADAL" clId="{9B871E66-1A30-42FF-AF18-83FDFD9111C9}" dt="2026-06-29T19:23:31.065" v="2197" actId="21"/>
          <ac:picMkLst>
            <pc:docMk/>
            <pc:sldMk cId="364733940" sldId="284"/>
            <ac:picMk id="19" creationId="{FBC50DA9-A816-84C0-DE4C-79A45D332A20}"/>
          </ac:picMkLst>
        </pc:picChg>
      </pc:sldChg>
      <pc:sldChg chg="modSp mod">
        <pc:chgData name="Adriana Miriam Ylizaliturri Gomez" userId="c054c78c-207c-4278-ae44-884dbebca744" providerId="ADAL" clId="{9B871E66-1A30-42FF-AF18-83FDFD9111C9}" dt="2026-06-29T19:32:42.681" v="2257" actId="122"/>
        <pc:sldMkLst>
          <pc:docMk/>
          <pc:sldMk cId="748044913" sldId="287"/>
        </pc:sldMkLst>
        <pc:graphicFrameChg chg="mod modGraphic">
          <ac:chgData name="Adriana Miriam Ylizaliturri Gomez" userId="c054c78c-207c-4278-ae44-884dbebca744" providerId="ADAL" clId="{9B871E66-1A30-42FF-AF18-83FDFD9111C9}" dt="2026-06-29T19:15:18.538" v="1598" actId="14100"/>
          <ac:graphicFrameMkLst>
            <pc:docMk/>
            <pc:sldMk cId="748044913" sldId="287"/>
            <ac:graphicFrameMk id="2" creationId="{2009593A-4134-D6D5-D72E-ABD5072710C9}"/>
          </ac:graphicFrameMkLst>
        </pc:graphicFrameChg>
        <pc:graphicFrameChg chg="mod">
          <ac:chgData name="Adriana Miriam Ylizaliturri Gomez" userId="c054c78c-207c-4278-ae44-884dbebca744" providerId="ADAL" clId="{9B871E66-1A30-42FF-AF18-83FDFD9111C9}" dt="2026-06-29T18:47:21.737" v="1173" actId="1036"/>
          <ac:graphicFrameMkLst>
            <pc:docMk/>
            <pc:sldMk cId="748044913" sldId="287"/>
            <ac:graphicFrameMk id="230" creationId="{AC3C5A3E-612D-5067-1D46-BCA5AE81D01D}"/>
          </ac:graphicFrameMkLst>
        </pc:graphicFrameChg>
        <pc:graphicFrameChg chg="mod modGraphic">
          <ac:chgData name="Adriana Miriam Ylizaliturri Gomez" userId="c054c78c-207c-4278-ae44-884dbebca744" providerId="ADAL" clId="{9B871E66-1A30-42FF-AF18-83FDFD9111C9}" dt="2026-06-29T19:32:42.681" v="2257" actId="122"/>
          <ac:graphicFrameMkLst>
            <pc:docMk/>
            <pc:sldMk cId="748044913" sldId="287"/>
            <ac:graphicFrameMk id="236" creationId="{00000000-0000-0000-0000-000000000000}"/>
          </ac:graphicFrameMkLst>
        </pc:graphicFrameChg>
      </pc:sldChg>
      <pc:sldChg chg="addSp modSp mod">
        <pc:chgData name="Adriana Miriam Ylizaliturri Gomez" userId="c054c78c-207c-4278-ae44-884dbebca744" providerId="ADAL" clId="{9B871E66-1A30-42FF-AF18-83FDFD9111C9}" dt="2026-06-29T18:50:07.055" v="1256" actId="122"/>
        <pc:sldMkLst>
          <pc:docMk/>
          <pc:sldMk cId="3805655920" sldId="288"/>
        </pc:sldMkLst>
        <pc:spChg chg="mod">
          <ac:chgData name="Adriana Miriam Ylizaliturri Gomez" userId="c054c78c-207c-4278-ae44-884dbebca744" providerId="ADAL" clId="{9B871E66-1A30-42FF-AF18-83FDFD9111C9}" dt="2026-06-29T17:10:49.217" v="581" actId="1038"/>
          <ac:spMkLst>
            <pc:docMk/>
            <pc:sldMk cId="3805655920" sldId="288"/>
            <ac:spMk id="4" creationId="{00000000-0000-0000-0000-000000000000}"/>
          </ac:spMkLst>
        </pc:spChg>
        <pc:spChg chg="add mod">
          <ac:chgData name="Adriana Miriam Ylizaliturri Gomez" userId="c054c78c-207c-4278-ae44-884dbebca744" providerId="ADAL" clId="{9B871E66-1A30-42FF-AF18-83FDFD9111C9}" dt="2026-06-29T17:10:16.576" v="502" actId="1036"/>
          <ac:spMkLst>
            <pc:docMk/>
            <pc:sldMk cId="3805655920" sldId="288"/>
            <ac:spMk id="8" creationId="{1CAAE09C-20F6-D56C-03EA-614BBF4D8687}"/>
          </ac:spMkLst>
        </pc:spChg>
        <pc:spChg chg="add mod">
          <ac:chgData name="Adriana Miriam Ylizaliturri Gomez" userId="c054c78c-207c-4278-ae44-884dbebca744" providerId="ADAL" clId="{9B871E66-1A30-42FF-AF18-83FDFD9111C9}" dt="2026-06-29T17:10:16.576" v="502" actId="1036"/>
          <ac:spMkLst>
            <pc:docMk/>
            <pc:sldMk cId="3805655920" sldId="288"/>
            <ac:spMk id="16" creationId="{B34BDEF7-69D4-1182-E531-988E9FBBF37C}"/>
          </ac:spMkLst>
        </pc:spChg>
        <pc:spChg chg="add mod">
          <ac:chgData name="Adriana Miriam Ylizaliturri Gomez" userId="c054c78c-207c-4278-ae44-884dbebca744" providerId="ADAL" clId="{9B871E66-1A30-42FF-AF18-83FDFD9111C9}" dt="2026-06-29T17:11:05.714" v="603" actId="1035"/>
          <ac:spMkLst>
            <pc:docMk/>
            <pc:sldMk cId="3805655920" sldId="288"/>
            <ac:spMk id="18" creationId="{05D4E997-54E6-E4DE-C66D-C5FBE2A1CF00}"/>
          </ac:spMkLst>
        </pc:spChg>
        <pc:spChg chg="add mod">
          <ac:chgData name="Adriana Miriam Ylizaliturri Gomez" userId="c054c78c-207c-4278-ae44-884dbebca744" providerId="ADAL" clId="{9B871E66-1A30-42FF-AF18-83FDFD9111C9}" dt="2026-06-29T17:11:05.714" v="603" actId="1035"/>
          <ac:spMkLst>
            <pc:docMk/>
            <pc:sldMk cId="3805655920" sldId="288"/>
            <ac:spMk id="20" creationId="{33233470-EB59-EEF9-3BA5-57E7A6A4B769}"/>
          </ac:spMkLst>
        </pc:spChg>
        <pc:spChg chg="add mod">
          <ac:chgData name="Adriana Miriam Ylizaliturri Gomez" userId="c054c78c-207c-4278-ae44-884dbebca744" providerId="ADAL" clId="{9B871E66-1A30-42FF-AF18-83FDFD9111C9}" dt="2026-06-29T17:11:05.714" v="603" actId="1035"/>
          <ac:spMkLst>
            <pc:docMk/>
            <pc:sldMk cId="3805655920" sldId="288"/>
            <ac:spMk id="22" creationId="{3C218B9B-752F-8219-B353-24C485F12CBF}"/>
          </ac:spMkLst>
        </pc:spChg>
        <pc:graphicFrameChg chg="mod">
          <ac:chgData name="Adriana Miriam Ylizaliturri Gomez" userId="c054c78c-207c-4278-ae44-884dbebca744" providerId="ADAL" clId="{9B871E66-1A30-42FF-AF18-83FDFD9111C9}" dt="2026-06-26T23:05:08.990" v="14" actId="1035"/>
          <ac:graphicFrameMkLst>
            <pc:docMk/>
            <pc:sldMk cId="3805655920" sldId="288"/>
            <ac:graphicFrameMk id="2" creationId="{65AAF74A-D151-811B-0A9C-2ACDA58925C1}"/>
          </ac:graphicFrameMkLst>
        </pc:graphicFrameChg>
        <pc:graphicFrameChg chg="mod modGraphic">
          <ac:chgData name="Adriana Miriam Ylizaliturri Gomez" userId="c054c78c-207c-4278-ae44-884dbebca744" providerId="ADAL" clId="{9B871E66-1A30-42FF-AF18-83FDFD9111C9}" dt="2026-06-29T18:50:07.055" v="1256" actId="122"/>
          <ac:graphicFrameMkLst>
            <pc:docMk/>
            <pc:sldMk cId="3805655920" sldId="288"/>
            <ac:graphicFrameMk id="5" creationId="{00000000-0000-0000-0000-000000000000}"/>
          </ac:graphicFrameMkLst>
        </pc:graphicFrameChg>
        <pc:graphicFrameChg chg="mod modGraphic">
          <ac:chgData name="Adriana Miriam Ylizaliturri Gomez" userId="c054c78c-207c-4278-ae44-884dbebca744" providerId="ADAL" clId="{9B871E66-1A30-42FF-AF18-83FDFD9111C9}" dt="2026-06-29T18:50:02.872" v="1255" actId="122"/>
          <ac:graphicFrameMkLst>
            <pc:docMk/>
            <pc:sldMk cId="3805655920" sldId="288"/>
            <ac:graphicFrameMk id="6" creationId="{00000000-0000-0000-0000-000000000000}"/>
          </ac:graphicFrameMkLst>
        </pc:graphicFrameChg>
        <pc:graphicFrameChg chg="add mod">
          <ac:chgData name="Adriana Miriam Ylizaliturri Gomez" userId="c054c78c-207c-4278-ae44-884dbebca744" providerId="ADAL" clId="{9B871E66-1A30-42FF-AF18-83FDFD9111C9}" dt="2026-06-29T17:10:16.576" v="502" actId="1036"/>
          <ac:graphicFrameMkLst>
            <pc:docMk/>
            <pc:sldMk cId="3805655920" sldId="288"/>
            <ac:graphicFrameMk id="10" creationId="{8C40227E-DECE-5262-139B-5C6E24CDEB3A}"/>
          </ac:graphicFrameMkLst>
        </pc:graphicFrameChg>
        <pc:graphicFrameChg chg="mod">
          <ac:chgData name="Adriana Miriam Ylizaliturri Gomez" userId="c054c78c-207c-4278-ae44-884dbebca744" providerId="ADAL" clId="{9B871E66-1A30-42FF-AF18-83FDFD9111C9}" dt="2026-06-29T17:10:16.576" v="502" actId="1036"/>
          <ac:graphicFrameMkLst>
            <pc:docMk/>
            <pc:sldMk cId="3805655920" sldId="288"/>
            <ac:graphicFrameMk id="12" creationId="{6920ED55-BAA2-041A-28D6-CF4AECE1DE9D}"/>
          </ac:graphicFrameMkLst>
        </pc:graphicFrameChg>
        <pc:graphicFrameChg chg="add">
          <ac:chgData name="Adriana Miriam Ylizaliturri Gomez" userId="c054c78c-207c-4278-ae44-884dbebca744" providerId="ADAL" clId="{9B871E66-1A30-42FF-AF18-83FDFD9111C9}" dt="2026-06-26T23:05:54.544" v="63" actId="22"/>
          <ac:graphicFrameMkLst>
            <pc:docMk/>
            <pc:sldMk cId="3805655920" sldId="288"/>
            <ac:graphicFrameMk id="14" creationId="{028AD6D1-493C-BEC8-484F-2E8A6B4CCC9A}"/>
          </ac:graphicFrameMkLst>
        </pc:graphicFrameChg>
        <pc:picChg chg="add mod">
          <ac:chgData name="Adriana Miriam Ylizaliturri Gomez" userId="c054c78c-207c-4278-ae44-884dbebca744" providerId="ADAL" clId="{9B871E66-1A30-42FF-AF18-83FDFD9111C9}" dt="2026-06-29T17:11:10.576" v="614" actId="1035"/>
          <ac:picMkLst>
            <pc:docMk/>
            <pc:sldMk cId="3805655920" sldId="288"/>
            <ac:picMk id="24" creationId="{8A506224-1FB2-14EC-0FF5-37E888F6E5B4}"/>
          </ac:picMkLst>
        </pc:picChg>
        <pc:picChg chg="add mod">
          <ac:chgData name="Adriana Miriam Ylizaliturri Gomez" userId="c054c78c-207c-4278-ae44-884dbebca744" providerId="ADAL" clId="{9B871E66-1A30-42FF-AF18-83FDFD9111C9}" dt="2026-06-29T17:11:05.714" v="603" actId="1035"/>
          <ac:picMkLst>
            <pc:docMk/>
            <pc:sldMk cId="3805655920" sldId="288"/>
            <ac:picMk id="26" creationId="{0D313CFF-BC94-1439-7531-3D1854135886}"/>
          </ac:picMkLst>
        </pc:picChg>
        <pc:picChg chg="add mod">
          <ac:chgData name="Adriana Miriam Ylizaliturri Gomez" userId="c054c78c-207c-4278-ae44-884dbebca744" providerId="ADAL" clId="{9B871E66-1A30-42FF-AF18-83FDFD9111C9}" dt="2026-06-29T17:11:10.576" v="614" actId="1035"/>
          <ac:picMkLst>
            <pc:docMk/>
            <pc:sldMk cId="3805655920" sldId="288"/>
            <ac:picMk id="28" creationId="{0A6A93C3-F723-BAF4-662F-04E45528D1FD}"/>
          </ac:picMkLst>
        </pc:picChg>
      </pc:sldChg>
      <pc:sldChg chg="addSp delSp modSp mod">
        <pc:chgData name="Adriana Miriam Ylizaliturri Gomez" userId="c054c78c-207c-4278-ae44-884dbebca744" providerId="ADAL" clId="{9B871E66-1A30-42FF-AF18-83FDFD9111C9}" dt="2026-06-29T16:51:03.066" v="168" actId="20577"/>
        <pc:sldMkLst>
          <pc:docMk/>
          <pc:sldMk cId="3763779569" sldId="289"/>
        </pc:sldMkLst>
        <pc:spChg chg="add">
          <ac:chgData name="Adriana Miriam Ylizaliturri Gomez" userId="c054c78c-207c-4278-ae44-884dbebca744" providerId="ADAL" clId="{9B871E66-1A30-42FF-AF18-83FDFD9111C9}" dt="2026-06-29T16:38:24.449" v="133" actId="22"/>
          <ac:spMkLst>
            <pc:docMk/>
            <pc:sldMk cId="3763779569" sldId="289"/>
            <ac:spMk id="5" creationId="{DE23C07B-F251-E562-049F-85453BFF7A88}"/>
          </ac:spMkLst>
        </pc:spChg>
        <pc:spChg chg="add">
          <ac:chgData name="Adriana Miriam Ylizaliturri Gomez" userId="c054c78c-207c-4278-ae44-884dbebca744" providerId="ADAL" clId="{9B871E66-1A30-42FF-AF18-83FDFD9111C9}" dt="2026-06-29T16:38:24.449" v="133" actId="22"/>
          <ac:spMkLst>
            <pc:docMk/>
            <pc:sldMk cId="3763779569" sldId="289"/>
            <ac:spMk id="25" creationId="{6D3FA3F5-A011-AF5F-25A9-1E4762970AD6}"/>
          </ac:spMkLst>
        </pc:spChg>
        <pc:graphicFrameChg chg="mod modGraphic">
          <ac:chgData name="Adriana Miriam Ylizaliturri Gomez" userId="c054c78c-207c-4278-ae44-884dbebca744" providerId="ADAL" clId="{9B871E66-1A30-42FF-AF18-83FDFD9111C9}" dt="2026-06-29T16:51:03.066" v="168" actId="20577"/>
          <ac:graphicFrameMkLst>
            <pc:docMk/>
            <pc:sldMk cId="3763779569" sldId="289"/>
            <ac:graphicFrameMk id="7" creationId="{71F1AB74-DCCE-A690-1EAD-0ED1D7B27070}"/>
          </ac:graphicFrameMkLst>
        </pc:graphicFrameChg>
        <pc:picChg chg="del">
          <ac:chgData name="Adriana Miriam Ylizaliturri Gomez" userId="c054c78c-207c-4278-ae44-884dbebca744" providerId="ADAL" clId="{9B871E66-1A30-42FF-AF18-83FDFD9111C9}" dt="2026-06-29T16:37:56.044" v="132" actId="478"/>
          <ac:picMkLst>
            <pc:docMk/>
            <pc:sldMk cId="3763779569" sldId="289"/>
            <ac:picMk id="2" creationId="{00000000-0000-0000-0000-000000000000}"/>
          </ac:picMkLst>
        </pc:picChg>
        <pc:picChg chg="add">
          <ac:chgData name="Adriana Miriam Ylizaliturri Gomez" userId="c054c78c-207c-4278-ae44-884dbebca744" providerId="ADAL" clId="{9B871E66-1A30-42FF-AF18-83FDFD9111C9}" dt="2026-06-29T16:38:24.449" v="133" actId="22"/>
          <ac:picMkLst>
            <pc:docMk/>
            <pc:sldMk cId="3763779569" sldId="289"/>
            <ac:picMk id="9" creationId="{340B17F1-703C-67D7-E1F0-6839777F8D89}"/>
          </ac:picMkLst>
        </pc:picChg>
        <pc:picChg chg="add">
          <ac:chgData name="Adriana Miriam Ylizaliturri Gomez" userId="c054c78c-207c-4278-ae44-884dbebca744" providerId="ADAL" clId="{9B871E66-1A30-42FF-AF18-83FDFD9111C9}" dt="2026-06-29T16:38:24.449" v="133" actId="22"/>
          <ac:picMkLst>
            <pc:docMk/>
            <pc:sldMk cId="3763779569" sldId="289"/>
            <ac:picMk id="11" creationId="{8C6DE6AD-145B-D17E-7AE8-597487E051A8}"/>
          </ac:picMkLst>
        </pc:picChg>
        <pc:picChg chg="add">
          <ac:chgData name="Adriana Miriam Ylizaliturri Gomez" userId="c054c78c-207c-4278-ae44-884dbebca744" providerId="ADAL" clId="{9B871E66-1A30-42FF-AF18-83FDFD9111C9}" dt="2026-06-29T16:38:24.449" v="133" actId="22"/>
          <ac:picMkLst>
            <pc:docMk/>
            <pc:sldMk cId="3763779569" sldId="289"/>
            <ac:picMk id="13" creationId="{C5776781-9A45-0F9F-4B1C-6BC64F2447AB}"/>
          </ac:picMkLst>
        </pc:picChg>
        <pc:picChg chg="add">
          <ac:chgData name="Adriana Miriam Ylizaliturri Gomez" userId="c054c78c-207c-4278-ae44-884dbebca744" providerId="ADAL" clId="{9B871E66-1A30-42FF-AF18-83FDFD9111C9}" dt="2026-06-29T16:38:24.449" v="133" actId="22"/>
          <ac:picMkLst>
            <pc:docMk/>
            <pc:sldMk cId="3763779569" sldId="289"/>
            <ac:picMk id="15" creationId="{96266457-4BFB-0649-E4D3-5DF53B2BEB5E}"/>
          </ac:picMkLst>
        </pc:picChg>
        <pc:picChg chg="add">
          <ac:chgData name="Adriana Miriam Ylizaliturri Gomez" userId="c054c78c-207c-4278-ae44-884dbebca744" providerId="ADAL" clId="{9B871E66-1A30-42FF-AF18-83FDFD9111C9}" dt="2026-06-29T16:38:24.449" v="133" actId="22"/>
          <ac:picMkLst>
            <pc:docMk/>
            <pc:sldMk cId="3763779569" sldId="289"/>
            <ac:picMk id="17" creationId="{C37103CB-1300-A284-01A9-251FBE8EDAF4}"/>
          </ac:picMkLst>
        </pc:picChg>
        <pc:picChg chg="add">
          <ac:chgData name="Adriana Miriam Ylizaliturri Gomez" userId="c054c78c-207c-4278-ae44-884dbebca744" providerId="ADAL" clId="{9B871E66-1A30-42FF-AF18-83FDFD9111C9}" dt="2026-06-29T16:38:24.449" v="133" actId="22"/>
          <ac:picMkLst>
            <pc:docMk/>
            <pc:sldMk cId="3763779569" sldId="289"/>
            <ac:picMk id="19" creationId="{B32A290B-366D-B00F-7B6A-E62D056F2871}"/>
          </ac:picMkLst>
        </pc:picChg>
        <pc:picChg chg="add mod">
          <ac:chgData name="Adriana Miriam Ylizaliturri Gomez" userId="c054c78c-207c-4278-ae44-884dbebca744" providerId="ADAL" clId="{9B871E66-1A30-42FF-AF18-83FDFD9111C9}" dt="2026-06-29T16:44:38.156" v="155" actId="1036"/>
          <ac:picMkLst>
            <pc:docMk/>
            <pc:sldMk cId="3763779569" sldId="289"/>
            <ac:picMk id="21" creationId="{F65A6429-D099-0B52-A0F8-CD9522E1041D}"/>
          </ac:picMkLst>
        </pc:picChg>
        <pc:picChg chg="add">
          <ac:chgData name="Adriana Miriam Ylizaliturri Gomez" userId="c054c78c-207c-4278-ae44-884dbebca744" providerId="ADAL" clId="{9B871E66-1A30-42FF-AF18-83FDFD9111C9}" dt="2026-06-29T16:38:24.449" v="133" actId="22"/>
          <ac:picMkLst>
            <pc:docMk/>
            <pc:sldMk cId="3763779569" sldId="289"/>
            <ac:picMk id="23" creationId="{D31CF3EF-175D-72A2-E4CD-89CB34311FBD}"/>
          </ac:picMkLst>
        </pc:picChg>
        <pc:picChg chg="add mod">
          <ac:chgData name="Adriana Miriam Ylizaliturri Gomez" userId="c054c78c-207c-4278-ae44-884dbebca744" providerId="ADAL" clId="{9B871E66-1A30-42FF-AF18-83FDFD9111C9}" dt="2026-06-29T16:44:58.865" v="158" actId="1076"/>
          <ac:picMkLst>
            <pc:docMk/>
            <pc:sldMk cId="3763779569" sldId="289"/>
            <ac:picMk id="26" creationId="{9DBA1C9B-1755-FE88-F017-C98887FCE937}"/>
          </ac:picMkLst>
        </pc:picChg>
      </pc:sldChg>
      <pc:sldChg chg="delSp del mod">
        <pc:chgData name="Adriana Miriam Ylizaliturri Gomez" userId="c054c78c-207c-4278-ae44-884dbebca744" providerId="ADAL" clId="{9B871E66-1A30-42FF-AF18-83FDFD9111C9}" dt="2026-06-29T18:54:35.256" v="1346" actId="47"/>
        <pc:sldMkLst>
          <pc:docMk/>
          <pc:sldMk cId="30077326" sldId="290"/>
        </pc:sldMkLst>
        <pc:spChg chg="del">
          <ac:chgData name="Adriana Miriam Ylizaliturri Gomez" userId="c054c78c-207c-4278-ae44-884dbebca744" providerId="ADAL" clId="{9B871E66-1A30-42FF-AF18-83FDFD9111C9}" dt="2026-06-29T18:53:25.246" v="1300" actId="21"/>
          <ac:spMkLst>
            <pc:docMk/>
            <pc:sldMk cId="30077326" sldId="290"/>
            <ac:spMk id="6" creationId="{1CFCE444-12DD-D109-A796-7924C33A5D14}"/>
          </ac:spMkLst>
        </pc:spChg>
        <pc:spChg chg="del">
          <ac:chgData name="Adriana Miriam Ylizaliturri Gomez" userId="c054c78c-207c-4278-ae44-884dbebca744" providerId="ADAL" clId="{9B871E66-1A30-42FF-AF18-83FDFD9111C9}" dt="2026-06-29T18:53:25.246" v="1300" actId="21"/>
          <ac:spMkLst>
            <pc:docMk/>
            <pc:sldMk cId="30077326" sldId="290"/>
            <ac:spMk id="9" creationId="{7A6658D4-29D8-8663-D2C5-74863CD96596}"/>
          </ac:spMkLst>
        </pc:spChg>
        <pc:spChg chg="del">
          <ac:chgData name="Adriana Miriam Ylizaliturri Gomez" userId="c054c78c-207c-4278-ae44-884dbebca744" providerId="ADAL" clId="{9B871E66-1A30-42FF-AF18-83FDFD9111C9}" dt="2026-06-29T18:53:25.246" v="1300" actId="21"/>
          <ac:spMkLst>
            <pc:docMk/>
            <pc:sldMk cId="30077326" sldId="290"/>
            <ac:spMk id="11" creationId="{C2E1F9A0-4911-B1FF-D485-66518A66B9A6}"/>
          </ac:spMkLst>
        </pc:spChg>
        <pc:spChg chg="del">
          <ac:chgData name="Adriana Miriam Ylizaliturri Gomez" userId="c054c78c-207c-4278-ae44-884dbebca744" providerId="ADAL" clId="{9B871E66-1A30-42FF-AF18-83FDFD9111C9}" dt="2026-06-29T18:53:25.246" v="1300" actId="21"/>
          <ac:spMkLst>
            <pc:docMk/>
            <pc:sldMk cId="30077326" sldId="290"/>
            <ac:spMk id="12" creationId="{6C0AF4EA-FBE1-4238-8146-A4C96C7D760B}"/>
          </ac:spMkLst>
        </pc:spChg>
        <pc:spChg chg="del">
          <ac:chgData name="Adriana Miriam Ylizaliturri Gomez" userId="c054c78c-207c-4278-ae44-884dbebca744" providerId="ADAL" clId="{9B871E66-1A30-42FF-AF18-83FDFD9111C9}" dt="2026-06-29T18:53:25.246" v="1300" actId="21"/>
          <ac:spMkLst>
            <pc:docMk/>
            <pc:sldMk cId="30077326" sldId="290"/>
            <ac:spMk id="18" creationId="{D407F8E2-D0BB-FA42-30DC-AD7126C10878}"/>
          </ac:spMkLst>
        </pc:spChg>
        <pc:spChg chg="del">
          <ac:chgData name="Adriana Miriam Ylizaliturri Gomez" userId="c054c78c-207c-4278-ae44-884dbebca744" providerId="ADAL" clId="{9B871E66-1A30-42FF-AF18-83FDFD9111C9}" dt="2026-06-29T18:53:25.246" v="1300" actId="21"/>
          <ac:spMkLst>
            <pc:docMk/>
            <pc:sldMk cId="30077326" sldId="290"/>
            <ac:spMk id="21" creationId="{00000000-0000-0000-0000-000000000000}"/>
          </ac:spMkLst>
        </pc:spChg>
        <pc:spChg chg="del">
          <ac:chgData name="Adriana Miriam Ylizaliturri Gomez" userId="c054c78c-207c-4278-ae44-884dbebca744" providerId="ADAL" clId="{9B871E66-1A30-42FF-AF18-83FDFD9111C9}" dt="2026-06-29T18:53:25.246" v="1300" actId="21"/>
          <ac:spMkLst>
            <pc:docMk/>
            <pc:sldMk cId="30077326" sldId="290"/>
            <ac:spMk id="22" creationId="{00000000-0000-0000-0000-000000000000}"/>
          </ac:spMkLst>
        </pc:spChg>
        <pc:spChg chg="del">
          <ac:chgData name="Adriana Miriam Ylizaliturri Gomez" userId="c054c78c-207c-4278-ae44-884dbebca744" providerId="ADAL" clId="{9B871E66-1A30-42FF-AF18-83FDFD9111C9}" dt="2026-06-29T18:53:25.246" v="1300" actId="21"/>
          <ac:spMkLst>
            <pc:docMk/>
            <pc:sldMk cId="30077326" sldId="290"/>
            <ac:spMk id="23" creationId="{00000000-0000-0000-0000-000000000000}"/>
          </ac:spMkLst>
        </pc:spChg>
        <pc:graphicFrameChg chg="del">
          <ac:chgData name="Adriana Miriam Ylizaliturri Gomez" userId="c054c78c-207c-4278-ae44-884dbebca744" providerId="ADAL" clId="{9B871E66-1A30-42FF-AF18-83FDFD9111C9}" dt="2026-06-29T18:53:25.246" v="1300" actId="21"/>
          <ac:graphicFrameMkLst>
            <pc:docMk/>
            <pc:sldMk cId="30077326" sldId="290"/>
            <ac:graphicFrameMk id="4" creationId="{74EA239F-AD11-6BB6-2B07-15FDA93930A1}"/>
          </ac:graphicFrameMkLst>
        </pc:graphicFrameChg>
        <pc:picChg chg="del">
          <ac:chgData name="Adriana Miriam Ylizaliturri Gomez" userId="c054c78c-207c-4278-ae44-884dbebca744" providerId="ADAL" clId="{9B871E66-1A30-42FF-AF18-83FDFD9111C9}" dt="2026-06-29T18:53:25.246" v="1300" actId="21"/>
          <ac:picMkLst>
            <pc:docMk/>
            <pc:sldMk cId="30077326" sldId="290"/>
            <ac:picMk id="7" creationId="{5BD5C9B2-AB8A-FA14-D2D6-EBEB470169FF}"/>
          </ac:picMkLst>
        </pc:picChg>
      </pc:sldChg>
      <pc:sldChg chg="addSp modSp mod">
        <pc:chgData name="Adriana Miriam Ylizaliturri Gomez" userId="c054c78c-207c-4278-ae44-884dbebca744" providerId="ADAL" clId="{9B871E66-1A30-42FF-AF18-83FDFD9111C9}" dt="2026-06-29T19:23:52.902" v="2213" actId="1035"/>
        <pc:sldMkLst>
          <pc:docMk/>
          <pc:sldMk cId="3240565764" sldId="297"/>
        </pc:sldMkLst>
        <pc:spChg chg="mod">
          <ac:chgData name="Adriana Miriam Ylizaliturri Gomez" userId="c054c78c-207c-4278-ae44-884dbebca744" providerId="ADAL" clId="{9B871E66-1A30-42FF-AF18-83FDFD9111C9}" dt="2026-06-29T19:23:52.902" v="2213" actId="1035"/>
          <ac:spMkLst>
            <pc:docMk/>
            <pc:sldMk cId="3240565764" sldId="297"/>
            <ac:spMk id="3" creationId="{21AE8FA6-CA77-F761-93C9-BF2570CBBE30}"/>
          </ac:spMkLst>
        </pc:spChg>
        <pc:spChg chg="mod">
          <ac:chgData name="Adriana Miriam Ylizaliturri Gomez" userId="c054c78c-207c-4278-ae44-884dbebca744" providerId="ADAL" clId="{9B871E66-1A30-42FF-AF18-83FDFD9111C9}" dt="2026-06-29T19:19:38.194" v="1839" actId="1035"/>
          <ac:spMkLst>
            <pc:docMk/>
            <pc:sldMk cId="3240565764" sldId="297"/>
            <ac:spMk id="6" creationId="{3C879FA3-8153-8C4E-8B9C-4DF691C41AD2}"/>
          </ac:spMkLst>
        </pc:spChg>
        <pc:spChg chg="mod">
          <ac:chgData name="Adriana Miriam Ylizaliturri Gomez" userId="c054c78c-207c-4278-ae44-884dbebca744" providerId="ADAL" clId="{9B871E66-1A30-42FF-AF18-83FDFD9111C9}" dt="2026-06-29T19:23:52.902" v="2213" actId="1035"/>
          <ac:spMkLst>
            <pc:docMk/>
            <pc:sldMk cId="3240565764" sldId="297"/>
            <ac:spMk id="7" creationId="{FD4175D4-66CF-7FBC-B843-C149C5339DF1}"/>
          </ac:spMkLst>
        </pc:spChg>
        <pc:spChg chg="mod">
          <ac:chgData name="Adriana Miriam Ylizaliturri Gomez" userId="c054c78c-207c-4278-ae44-884dbebca744" providerId="ADAL" clId="{9B871E66-1A30-42FF-AF18-83FDFD9111C9}" dt="2026-06-29T19:23:52.902" v="2213" actId="1035"/>
          <ac:spMkLst>
            <pc:docMk/>
            <pc:sldMk cId="3240565764" sldId="297"/>
            <ac:spMk id="9" creationId="{50F1217E-09B0-81A3-6E99-CB1DE729ADDF}"/>
          </ac:spMkLst>
        </pc:spChg>
        <pc:spChg chg="mod">
          <ac:chgData name="Adriana Miriam Ylizaliturri Gomez" userId="c054c78c-207c-4278-ae44-884dbebca744" providerId="ADAL" clId="{9B871E66-1A30-42FF-AF18-83FDFD9111C9}" dt="2026-06-29T19:23:52.902" v="2213" actId="1035"/>
          <ac:spMkLst>
            <pc:docMk/>
            <pc:sldMk cId="3240565764" sldId="297"/>
            <ac:spMk id="10" creationId="{991C7EE4-1170-AC4C-597D-3383D8E8A8F9}"/>
          </ac:spMkLst>
        </pc:spChg>
        <pc:spChg chg="mod">
          <ac:chgData name="Adriana Miriam Ylizaliturri Gomez" userId="c054c78c-207c-4278-ae44-884dbebca744" providerId="ADAL" clId="{9B871E66-1A30-42FF-AF18-83FDFD9111C9}" dt="2026-06-29T19:23:52.902" v="2213" actId="1035"/>
          <ac:spMkLst>
            <pc:docMk/>
            <pc:sldMk cId="3240565764" sldId="297"/>
            <ac:spMk id="12" creationId="{CA535D92-E281-11D7-D7CB-F8BAB9F176B8}"/>
          </ac:spMkLst>
        </pc:spChg>
        <pc:spChg chg="mod">
          <ac:chgData name="Adriana Miriam Ylizaliturri Gomez" userId="c054c78c-207c-4278-ae44-884dbebca744" providerId="ADAL" clId="{9B871E66-1A30-42FF-AF18-83FDFD9111C9}" dt="2026-06-29T19:19:38.194" v="1839" actId="1035"/>
          <ac:spMkLst>
            <pc:docMk/>
            <pc:sldMk cId="3240565764" sldId="297"/>
            <ac:spMk id="16" creationId="{00000000-0000-0000-0000-000000000000}"/>
          </ac:spMkLst>
        </pc:spChg>
        <pc:spChg chg="add mod">
          <ac:chgData name="Adriana Miriam Ylizaliturri Gomez" userId="c054c78c-207c-4278-ae44-884dbebca744" providerId="ADAL" clId="{9B871E66-1A30-42FF-AF18-83FDFD9111C9}" dt="2026-06-29T19:23:52.902" v="2213" actId="1035"/>
          <ac:spMkLst>
            <pc:docMk/>
            <pc:sldMk cId="3240565764" sldId="297"/>
            <ac:spMk id="18" creationId="{8E24F6E5-E3CB-0C93-0587-E21A33C953B7}"/>
          </ac:spMkLst>
        </pc:spChg>
        <pc:spChg chg="mod">
          <ac:chgData name="Adriana Miriam Ylizaliturri Gomez" userId="c054c78c-207c-4278-ae44-884dbebca744" providerId="ADAL" clId="{9B871E66-1A30-42FF-AF18-83FDFD9111C9}" dt="2026-06-29T19:22:00.458" v="1996"/>
          <ac:spMkLst>
            <pc:docMk/>
            <pc:sldMk cId="3240565764" sldId="297"/>
            <ac:spMk id="20" creationId="{DCFFC811-637E-D768-4117-BFFFD79FFB2F}"/>
          </ac:spMkLst>
        </pc:spChg>
        <pc:spChg chg="mod">
          <ac:chgData name="Adriana Miriam Ylizaliturri Gomez" userId="c054c78c-207c-4278-ae44-884dbebca744" providerId="ADAL" clId="{9B871E66-1A30-42FF-AF18-83FDFD9111C9}" dt="2026-06-29T19:22:00.458" v="1996"/>
          <ac:spMkLst>
            <pc:docMk/>
            <pc:sldMk cId="3240565764" sldId="297"/>
            <ac:spMk id="21" creationId="{78793306-831D-7776-DB4E-229E8976EE8D}"/>
          </ac:spMkLst>
        </pc:spChg>
        <pc:spChg chg="add mod">
          <ac:chgData name="Adriana Miriam Ylizaliturri Gomez" userId="c054c78c-207c-4278-ae44-884dbebca744" providerId="ADAL" clId="{9B871E66-1A30-42FF-AF18-83FDFD9111C9}" dt="2026-06-29T19:23:52.902" v="2213" actId="1035"/>
          <ac:spMkLst>
            <pc:docMk/>
            <pc:sldMk cId="3240565764" sldId="297"/>
            <ac:spMk id="25" creationId="{00000000-0000-0000-0000-000000000000}"/>
          </ac:spMkLst>
        </pc:spChg>
        <pc:spChg chg="add mod">
          <ac:chgData name="Adriana Miriam Ylizaliturri Gomez" userId="c054c78c-207c-4278-ae44-884dbebca744" providerId="ADAL" clId="{9B871E66-1A30-42FF-AF18-83FDFD9111C9}" dt="2026-06-29T19:23:52.902" v="2213" actId="1035"/>
          <ac:spMkLst>
            <pc:docMk/>
            <pc:sldMk cId="3240565764" sldId="297"/>
            <ac:spMk id="26" creationId="{E88BB0FA-E531-65E5-BCFF-E42AF55A4FE5}"/>
          </ac:spMkLst>
        </pc:spChg>
        <pc:spChg chg="add">
          <ac:chgData name="Adriana Miriam Ylizaliturri Gomez" userId="c054c78c-207c-4278-ae44-884dbebca744" providerId="ADAL" clId="{9B871E66-1A30-42FF-AF18-83FDFD9111C9}" dt="2026-06-29T19:23:33.817" v="2198" actId="22"/>
          <ac:spMkLst>
            <pc:docMk/>
            <pc:sldMk cId="3240565764" sldId="297"/>
            <ac:spMk id="32" creationId="{982AF970-0964-9DF7-436F-FC0D181CAD6F}"/>
          </ac:spMkLst>
        </pc:spChg>
        <pc:spChg chg="add">
          <ac:chgData name="Adriana Miriam Ylizaliturri Gomez" userId="c054c78c-207c-4278-ae44-884dbebca744" providerId="ADAL" clId="{9B871E66-1A30-42FF-AF18-83FDFD9111C9}" dt="2026-06-29T19:23:33.817" v="2198" actId="22"/>
          <ac:spMkLst>
            <pc:docMk/>
            <pc:sldMk cId="3240565764" sldId="297"/>
            <ac:spMk id="34" creationId="{5689D8CD-3759-822B-2DB7-22D8146AA11E}"/>
          </ac:spMkLst>
        </pc:spChg>
        <pc:spChg chg="add">
          <ac:chgData name="Adriana Miriam Ylizaliturri Gomez" userId="c054c78c-207c-4278-ae44-884dbebca744" providerId="ADAL" clId="{9B871E66-1A30-42FF-AF18-83FDFD9111C9}" dt="2026-06-29T19:23:33.817" v="2198" actId="22"/>
          <ac:spMkLst>
            <pc:docMk/>
            <pc:sldMk cId="3240565764" sldId="297"/>
            <ac:spMk id="36" creationId="{5444FFA8-D712-3F41-247F-66DDBE3808C0}"/>
          </ac:spMkLst>
        </pc:spChg>
        <pc:spChg chg="add">
          <ac:chgData name="Adriana Miriam Ylizaliturri Gomez" userId="c054c78c-207c-4278-ae44-884dbebca744" providerId="ADAL" clId="{9B871E66-1A30-42FF-AF18-83FDFD9111C9}" dt="2026-06-29T19:23:33.817" v="2198" actId="22"/>
          <ac:spMkLst>
            <pc:docMk/>
            <pc:sldMk cId="3240565764" sldId="297"/>
            <ac:spMk id="38" creationId="{2AA16494-3EBB-B935-62D5-4F681718989E}"/>
          </ac:spMkLst>
        </pc:spChg>
        <pc:spChg chg="add">
          <ac:chgData name="Adriana Miriam Ylizaliturri Gomez" userId="c054c78c-207c-4278-ae44-884dbebca744" providerId="ADAL" clId="{9B871E66-1A30-42FF-AF18-83FDFD9111C9}" dt="2026-06-29T19:23:33.817" v="2198" actId="22"/>
          <ac:spMkLst>
            <pc:docMk/>
            <pc:sldMk cId="3240565764" sldId="297"/>
            <ac:spMk id="40" creationId="{F9FEF400-14F4-9DA3-C7B4-436E82DEC15F}"/>
          </ac:spMkLst>
        </pc:spChg>
        <pc:spChg chg="add mod">
          <ac:chgData name="Adriana Miriam Ylizaliturri Gomez" userId="c054c78c-207c-4278-ae44-884dbebca744" providerId="ADAL" clId="{9B871E66-1A30-42FF-AF18-83FDFD9111C9}" dt="2026-06-29T19:23:52.902" v="2213" actId="1035"/>
          <ac:spMkLst>
            <pc:docMk/>
            <pc:sldMk cId="3240565764" sldId="297"/>
            <ac:spMk id="41" creationId="{49ADEC3C-9272-8144-4E8B-9B7799FD370F}"/>
          </ac:spMkLst>
        </pc:spChg>
        <pc:spChg chg="add">
          <ac:chgData name="Adriana Miriam Ylizaliturri Gomez" userId="c054c78c-207c-4278-ae44-884dbebca744" providerId="ADAL" clId="{9B871E66-1A30-42FF-AF18-83FDFD9111C9}" dt="2026-06-29T19:23:33.817" v="2198" actId="22"/>
          <ac:spMkLst>
            <pc:docMk/>
            <pc:sldMk cId="3240565764" sldId="297"/>
            <ac:spMk id="45" creationId="{AF69BB52-8285-44CB-043E-9ED9F20187DB}"/>
          </ac:spMkLst>
        </pc:spChg>
        <pc:spChg chg="add">
          <ac:chgData name="Adriana Miriam Ylizaliturri Gomez" userId="c054c78c-207c-4278-ae44-884dbebca744" providerId="ADAL" clId="{9B871E66-1A30-42FF-AF18-83FDFD9111C9}" dt="2026-06-29T19:23:33.817" v="2198" actId="22"/>
          <ac:spMkLst>
            <pc:docMk/>
            <pc:sldMk cId="3240565764" sldId="297"/>
            <ac:spMk id="47" creationId="{584E95A5-16DD-A262-3142-8459390CFAFE}"/>
          </ac:spMkLst>
        </pc:spChg>
        <pc:spChg chg="add">
          <ac:chgData name="Adriana Miriam Ylizaliturri Gomez" userId="c054c78c-207c-4278-ae44-884dbebca744" providerId="ADAL" clId="{9B871E66-1A30-42FF-AF18-83FDFD9111C9}" dt="2026-06-29T19:23:33.817" v="2198" actId="22"/>
          <ac:spMkLst>
            <pc:docMk/>
            <pc:sldMk cId="3240565764" sldId="297"/>
            <ac:spMk id="49" creationId="{B39E15EA-B35C-15FE-5A9F-9BC50AC4AE55}"/>
          </ac:spMkLst>
        </pc:spChg>
        <pc:grpChg chg="mod">
          <ac:chgData name="Adriana Miriam Ylizaliturri Gomez" userId="c054c78c-207c-4278-ae44-884dbebca744" providerId="ADAL" clId="{9B871E66-1A30-42FF-AF18-83FDFD9111C9}" dt="2026-06-29T19:22:07.540" v="2059" actId="1035"/>
          <ac:grpSpMkLst>
            <pc:docMk/>
            <pc:sldMk cId="3240565764" sldId="297"/>
            <ac:grpSpMk id="19" creationId="{9119A1C4-1E4E-4E9A-6BEB-8D66D32D43BD}"/>
          </ac:grpSpMkLst>
        </pc:grpChg>
        <pc:graphicFrameChg chg="mod">
          <ac:chgData name="Adriana Miriam Ylizaliturri Gomez" userId="c054c78c-207c-4278-ae44-884dbebca744" providerId="ADAL" clId="{9B871E66-1A30-42FF-AF18-83FDFD9111C9}" dt="2026-06-29T19:23:44.391" v="2204" actId="1035"/>
          <ac:graphicFrameMkLst>
            <pc:docMk/>
            <pc:sldMk cId="3240565764" sldId="297"/>
            <ac:graphicFrameMk id="2" creationId="{434C3138-4D0E-D6F5-1979-61C724288F50}"/>
          </ac:graphicFrameMkLst>
        </pc:graphicFrameChg>
        <pc:graphicFrameChg chg="mod modGraphic">
          <ac:chgData name="Adriana Miriam Ylizaliturri Gomez" userId="c054c78c-207c-4278-ae44-884dbebca744" providerId="ADAL" clId="{9B871E66-1A30-42FF-AF18-83FDFD9111C9}" dt="2026-06-29T19:19:59.337" v="1844" actId="14734"/>
          <ac:graphicFrameMkLst>
            <pc:docMk/>
            <pc:sldMk cId="3240565764" sldId="297"/>
            <ac:graphicFrameMk id="14" creationId="{00000000-0000-0000-0000-000000000000}"/>
          </ac:graphicFrameMkLst>
        </pc:graphicFrameChg>
        <pc:graphicFrameChg chg="mod modGraphic">
          <ac:chgData name="Adriana Miriam Ylizaliturri Gomez" userId="c054c78c-207c-4278-ae44-884dbebca744" providerId="ADAL" clId="{9B871E66-1A30-42FF-AF18-83FDFD9111C9}" dt="2026-06-29T19:20:06.644" v="1878" actId="1035"/>
          <ac:graphicFrameMkLst>
            <pc:docMk/>
            <pc:sldMk cId="3240565764" sldId="297"/>
            <ac:graphicFrameMk id="15" creationId="{00000000-0000-0000-0000-000000000000}"/>
          </ac:graphicFrameMkLst>
        </pc:graphicFrameChg>
        <pc:graphicFrameChg chg="add mod">
          <ac:chgData name="Adriana Miriam Ylizaliturri Gomez" userId="c054c78c-207c-4278-ae44-884dbebca744" providerId="ADAL" clId="{9B871E66-1A30-42FF-AF18-83FDFD9111C9}" dt="2026-06-29T19:22:07.540" v="2059" actId="1035"/>
          <ac:graphicFrameMkLst>
            <pc:docMk/>
            <pc:sldMk cId="3240565764" sldId="297"/>
            <ac:graphicFrameMk id="17" creationId="{B762DBC9-2C5F-4219-04BA-4A2BF2F57E2F}"/>
          </ac:graphicFrameMkLst>
        </pc:graphicFrameChg>
        <pc:graphicFrameChg chg="add mod">
          <ac:chgData name="Adriana Miriam Ylizaliturri Gomez" userId="c054c78c-207c-4278-ae44-884dbebca744" providerId="ADAL" clId="{9B871E66-1A30-42FF-AF18-83FDFD9111C9}" dt="2026-06-29T19:22:16.613" v="2077" actId="1035"/>
          <ac:graphicFrameMkLst>
            <pc:docMk/>
            <pc:sldMk cId="3240565764" sldId="297"/>
            <ac:graphicFrameMk id="23" creationId="{00000000-0000-0000-0000-000000000000}"/>
          </ac:graphicFrameMkLst>
        </pc:graphicFrameChg>
        <pc:graphicFrameChg chg="add mod">
          <ac:chgData name="Adriana Miriam Ylizaliturri Gomez" userId="c054c78c-207c-4278-ae44-884dbebca744" providerId="ADAL" clId="{9B871E66-1A30-42FF-AF18-83FDFD9111C9}" dt="2026-06-29T19:22:16.613" v="2077" actId="1035"/>
          <ac:graphicFrameMkLst>
            <pc:docMk/>
            <pc:sldMk cId="3240565764" sldId="297"/>
            <ac:graphicFrameMk id="24" creationId="{00000000-0000-0000-0000-000000000000}"/>
          </ac:graphicFrameMkLst>
        </pc:graphicFrameChg>
        <pc:graphicFrameChg chg="add">
          <ac:chgData name="Adriana Miriam Ylizaliturri Gomez" userId="c054c78c-207c-4278-ae44-884dbebca744" providerId="ADAL" clId="{9B871E66-1A30-42FF-AF18-83FDFD9111C9}" dt="2026-06-29T19:23:33.817" v="2198" actId="22"/>
          <ac:graphicFrameMkLst>
            <pc:docMk/>
            <pc:sldMk cId="3240565764" sldId="297"/>
            <ac:graphicFrameMk id="43" creationId="{87E6198A-EFF8-4EF7-E26A-058030550015}"/>
          </ac:graphicFrameMkLst>
        </pc:graphicFrameChg>
        <pc:picChg chg="mod">
          <ac:chgData name="Adriana Miriam Ylizaliturri Gomez" userId="c054c78c-207c-4278-ae44-884dbebca744" providerId="ADAL" clId="{9B871E66-1A30-42FF-AF18-83FDFD9111C9}" dt="2026-06-29T19:23:52.902" v="2213" actId="1035"/>
          <ac:picMkLst>
            <pc:docMk/>
            <pc:sldMk cId="3240565764" sldId="297"/>
            <ac:picMk id="4" creationId="{AE9FD96F-084C-5DEE-6966-05F8D1633A42}"/>
          </ac:picMkLst>
        </pc:picChg>
        <pc:picChg chg="mod">
          <ac:chgData name="Adriana Miriam Ylizaliturri Gomez" userId="c054c78c-207c-4278-ae44-884dbebca744" providerId="ADAL" clId="{9B871E66-1A30-42FF-AF18-83FDFD9111C9}" dt="2026-06-29T19:19:38.194" v="1839" actId="1035"/>
          <ac:picMkLst>
            <pc:docMk/>
            <pc:sldMk cId="3240565764" sldId="297"/>
            <ac:picMk id="5" creationId="{4689FF38-8CFA-FB37-4E7B-B5603B7FC116}"/>
          </ac:picMkLst>
        </pc:picChg>
        <pc:picChg chg="mod">
          <ac:chgData name="Adriana Miriam Ylizaliturri Gomez" userId="c054c78c-207c-4278-ae44-884dbebca744" providerId="ADAL" clId="{9B871E66-1A30-42FF-AF18-83FDFD9111C9}" dt="2026-06-29T19:20:37.912" v="1935" actId="1038"/>
          <ac:picMkLst>
            <pc:docMk/>
            <pc:sldMk cId="3240565764" sldId="297"/>
            <ac:picMk id="8" creationId="{170CBE01-E044-2F44-556A-69D0B561DC01}"/>
          </ac:picMkLst>
        </pc:picChg>
        <pc:picChg chg="mod">
          <ac:chgData name="Adriana Miriam Ylizaliturri Gomez" userId="c054c78c-207c-4278-ae44-884dbebca744" providerId="ADAL" clId="{9B871E66-1A30-42FF-AF18-83FDFD9111C9}" dt="2026-06-29T19:21:03.975" v="1957" actId="1076"/>
          <ac:picMkLst>
            <pc:docMk/>
            <pc:sldMk cId="3240565764" sldId="297"/>
            <ac:picMk id="11" creationId="{F7B31A16-FD1A-331A-6F76-259EB810FD76}"/>
          </ac:picMkLst>
        </pc:picChg>
        <pc:picChg chg="add mod">
          <ac:chgData name="Adriana Miriam Ylizaliturri Gomez" userId="c054c78c-207c-4278-ae44-884dbebca744" providerId="ADAL" clId="{9B871E66-1A30-42FF-AF18-83FDFD9111C9}" dt="2026-06-29T19:22:16.613" v="2077" actId="1035"/>
          <ac:picMkLst>
            <pc:docMk/>
            <pc:sldMk cId="3240565764" sldId="297"/>
            <ac:picMk id="22" creationId="{19DDCF82-3026-68AC-7A49-50486C99AE68}"/>
          </ac:picMkLst>
        </pc:picChg>
        <pc:picChg chg="add">
          <ac:chgData name="Adriana Miriam Ylizaliturri Gomez" userId="c054c78c-207c-4278-ae44-884dbebca744" providerId="ADAL" clId="{9B871E66-1A30-42FF-AF18-83FDFD9111C9}" dt="2026-06-29T19:23:33.817" v="2198" actId="22"/>
          <ac:picMkLst>
            <pc:docMk/>
            <pc:sldMk cId="3240565764" sldId="297"/>
            <ac:picMk id="28" creationId="{14149C8F-F642-4461-A96D-25A7C72C7DF1}"/>
          </ac:picMkLst>
        </pc:picChg>
      </pc:sldChg>
      <pc:sldChg chg="addSp modSp mod">
        <pc:chgData name="Adriana Miriam Ylizaliturri Gomez" userId="c054c78c-207c-4278-ae44-884dbebca744" providerId="ADAL" clId="{9B871E66-1A30-42FF-AF18-83FDFD9111C9}" dt="2026-06-29T18:49:21.210" v="1250" actId="1036"/>
        <pc:sldMkLst>
          <pc:docMk/>
          <pc:sldMk cId="3657164732" sldId="298"/>
        </pc:sldMkLst>
        <pc:spChg chg="mod">
          <ac:chgData name="Adriana Miriam Ylizaliturri Gomez" userId="c054c78c-207c-4278-ae44-884dbebca744" providerId="ADAL" clId="{9B871E66-1A30-42FF-AF18-83FDFD9111C9}" dt="2026-06-29T17:04:44.385" v="235" actId="6549"/>
          <ac:spMkLst>
            <pc:docMk/>
            <pc:sldMk cId="3657164732" sldId="298"/>
            <ac:spMk id="4" creationId="{00000000-0000-0000-0000-000000000000}"/>
          </ac:spMkLst>
        </pc:spChg>
        <pc:spChg chg="mod">
          <ac:chgData name="Adriana Miriam Ylizaliturri Gomez" userId="c054c78c-207c-4278-ae44-884dbebca744" providerId="ADAL" clId="{9B871E66-1A30-42FF-AF18-83FDFD9111C9}" dt="2026-06-29T17:04:50.883" v="246" actId="1035"/>
          <ac:spMkLst>
            <pc:docMk/>
            <pc:sldMk cId="3657164732" sldId="298"/>
            <ac:spMk id="5" creationId="{00000000-0000-0000-0000-000000000000}"/>
          </ac:spMkLst>
        </pc:spChg>
        <pc:spChg chg="mod">
          <ac:chgData name="Adriana Miriam Ylizaliturri Gomez" userId="c054c78c-207c-4278-ae44-884dbebca744" providerId="ADAL" clId="{9B871E66-1A30-42FF-AF18-83FDFD9111C9}" dt="2026-06-29T18:49:15.225" v="1240" actId="1036"/>
          <ac:spMkLst>
            <pc:docMk/>
            <pc:sldMk cId="3657164732" sldId="298"/>
            <ac:spMk id="9" creationId="{00000000-0000-0000-0000-000000000000}"/>
          </ac:spMkLst>
        </pc:spChg>
        <pc:spChg chg="mod">
          <ac:chgData name="Adriana Miriam Ylizaliturri Gomez" userId="c054c78c-207c-4278-ae44-884dbebca744" providerId="ADAL" clId="{9B871E66-1A30-42FF-AF18-83FDFD9111C9}" dt="2026-06-29T18:49:21.210" v="1250" actId="1036"/>
          <ac:spMkLst>
            <pc:docMk/>
            <pc:sldMk cId="3657164732" sldId="298"/>
            <ac:spMk id="12" creationId="{00000000-0000-0000-0000-000000000000}"/>
          </ac:spMkLst>
        </pc:spChg>
        <pc:spChg chg="add mod">
          <ac:chgData name="Adriana Miriam Ylizaliturri Gomez" userId="c054c78c-207c-4278-ae44-884dbebca744" providerId="ADAL" clId="{9B871E66-1A30-42FF-AF18-83FDFD9111C9}" dt="2026-06-29T18:49:03.442" v="1226" actId="207"/>
          <ac:spMkLst>
            <pc:docMk/>
            <pc:sldMk cId="3657164732" sldId="298"/>
            <ac:spMk id="17" creationId="{BB06E8D2-E9A5-238A-A8BF-F9EEC394917E}"/>
          </ac:spMkLst>
        </pc:spChg>
        <pc:graphicFrameChg chg="mod">
          <ac:chgData name="Adriana Miriam Ylizaliturri Gomez" userId="c054c78c-207c-4278-ae44-884dbebca744" providerId="ADAL" clId="{9B871E66-1A30-42FF-AF18-83FDFD9111C9}" dt="2026-06-29T17:06:22.358" v="412" actId="14861"/>
          <ac:graphicFrameMkLst>
            <pc:docMk/>
            <pc:sldMk cId="3657164732" sldId="298"/>
            <ac:graphicFrameMk id="7" creationId="{00000000-0000-0000-0000-000000000000}"/>
          </ac:graphicFrameMkLst>
        </pc:graphicFrameChg>
        <pc:graphicFrameChg chg="mod">
          <ac:chgData name="Adriana Miriam Ylizaliturri Gomez" userId="c054c78c-207c-4278-ae44-884dbebca744" providerId="ADAL" clId="{9B871E66-1A30-42FF-AF18-83FDFD9111C9}" dt="2026-06-29T17:06:26.318" v="413" actId="14861"/>
          <ac:graphicFrameMkLst>
            <pc:docMk/>
            <pc:sldMk cId="3657164732" sldId="298"/>
            <ac:graphicFrameMk id="8" creationId="{00000000-0000-0000-0000-000000000000}"/>
          </ac:graphicFrameMkLst>
        </pc:graphicFrameChg>
        <pc:graphicFrameChg chg="mod">
          <ac:chgData name="Adriana Miriam Ylizaliturri Gomez" userId="c054c78c-207c-4278-ae44-884dbebca744" providerId="ADAL" clId="{9B871E66-1A30-42FF-AF18-83FDFD9111C9}" dt="2026-06-29T18:49:15.225" v="1240" actId="1036"/>
          <ac:graphicFrameMkLst>
            <pc:docMk/>
            <pc:sldMk cId="3657164732" sldId="298"/>
            <ac:graphicFrameMk id="11" creationId="{00000000-0000-0000-0000-000000000000}"/>
          </ac:graphicFrameMkLst>
        </pc:graphicFrameChg>
        <pc:graphicFrameChg chg="add mod modGraphic">
          <ac:chgData name="Adriana Miriam Ylizaliturri Gomez" userId="c054c78c-207c-4278-ae44-884dbebca744" providerId="ADAL" clId="{9B871E66-1A30-42FF-AF18-83FDFD9111C9}" dt="2026-06-29T18:49:21.210" v="1250" actId="1036"/>
          <ac:graphicFrameMkLst>
            <pc:docMk/>
            <pc:sldMk cId="3657164732" sldId="298"/>
            <ac:graphicFrameMk id="15" creationId="{7823704E-D9AA-B881-D2DD-66C5EE2FDE73}"/>
          </ac:graphicFrameMkLst>
        </pc:graphicFrameChg>
        <pc:cxnChg chg="mod">
          <ac:chgData name="Adriana Miriam Ylizaliturri Gomez" userId="c054c78c-207c-4278-ae44-884dbebca744" providerId="ADAL" clId="{9B871E66-1A30-42FF-AF18-83FDFD9111C9}" dt="2026-06-29T17:05:33.616" v="363" actId="1035"/>
          <ac:cxnSpMkLst>
            <pc:docMk/>
            <pc:sldMk cId="3657164732" sldId="298"/>
            <ac:cxnSpMk id="6" creationId="{00000000-0000-0000-0000-000000000000}"/>
          </ac:cxnSpMkLst>
        </pc:cxnChg>
        <pc:cxnChg chg="mod">
          <ac:chgData name="Adriana Miriam Ylizaliturri Gomez" userId="c054c78c-207c-4278-ae44-884dbebca744" providerId="ADAL" clId="{9B871E66-1A30-42FF-AF18-83FDFD9111C9}" dt="2026-06-29T18:49:15.225" v="1240" actId="1036"/>
          <ac:cxnSpMkLst>
            <pc:docMk/>
            <pc:sldMk cId="3657164732" sldId="298"/>
            <ac:cxnSpMk id="10" creationId="{00000000-0000-0000-0000-000000000000}"/>
          </ac:cxnSpMkLst>
        </pc:cxnChg>
        <pc:cxnChg chg="mod">
          <ac:chgData name="Adriana Miriam Ylizaliturri Gomez" userId="c054c78c-207c-4278-ae44-884dbebca744" providerId="ADAL" clId="{9B871E66-1A30-42FF-AF18-83FDFD9111C9}" dt="2026-06-29T18:49:21.210" v="1250" actId="1036"/>
          <ac:cxnSpMkLst>
            <pc:docMk/>
            <pc:sldMk cId="3657164732" sldId="298"/>
            <ac:cxnSpMk id="13" creationId="{00000000-0000-0000-0000-000000000000}"/>
          </ac:cxnSpMkLst>
        </pc:cxnChg>
      </pc:sldChg>
      <pc:sldChg chg="addSp modSp mod">
        <pc:chgData name="Adriana Miriam Ylizaliturri Gomez" userId="c054c78c-207c-4278-ae44-884dbebca744" providerId="ADAL" clId="{9B871E66-1A30-42FF-AF18-83FDFD9111C9}" dt="2026-06-29T19:19:17.197" v="1830" actId="1035"/>
        <pc:sldMkLst>
          <pc:docMk/>
          <pc:sldMk cId="4129938528" sldId="299"/>
        </pc:sldMkLst>
        <pc:spChg chg="mod">
          <ac:chgData name="Adriana Miriam Ylizaliturri Gomez" userId="c054c78c-207c-4278-ae44-884dbebca744" providerId="ADAL" clId="{9B871E66-1A30-42FF-AF18-83FDFD9111C9}" dt="2026-06-29T18:24:10.899" v="1146" actId="1036"/>
          <ac:spMkLst>
            <pc:docMk/>
            <pc:sldMk cId="4129938528" sldId="299"/>
            <ac:spMk id="3" creationId="{00000000-0000-0000-0000-000000000000}"/>
          </ac:spMkLst>
        </pc:spChg>
        <pc:spChg chg="mod">
          <ac:chgData name="Adriana Miriam Ylizaliturri Gomez" userId="c054c78c-207c-4278-ae44-884dbebca744" providerId="ADAL" clId="{9B871E66-1A30-42FF-AF18-83FDFD9111C9}" dt="2026-06-29T18:24:10.899" v="1146" actId="1036"/>
          <ac:spMkLst>
            <pc:docMk/>
            <pc:sldMk cId="4129938528" sldId="299"/>
            <ac:spMk id="4" creationId="{00000000-0000-0000-0000-000000000000}"/>
          </ac:spMkLst>
        </pc:spChg>
        <pc:spChg chg="mod">
          <ac:chgData name="Adriana Miriam Ylizaliturri Gomez" userId="c054c78c-207c-4278-ae44-884dbebca744" providerId="ADAL" clId="{9B871E66-1A30-42FF-AF18-83FDFD9111C9}" dt="2026-06-29T18:23:21.932" v="1131" actId="1036"/>
          <ac:spMkLst>
            <pc:docMk/>
            <pc:sldMk cId="4129938528" sldId="299"/>
            <ac:spMk id="7" creationId="{00000000-0000-0000-0000-000000000000}"/>
          </ac:spMkLst>
        </pc:spChg>
        <pc:spChg chg="mod">
          <ac:chgData name="Adriana Miriam Ylizaliturri Gomez" userId="c054c78c-207c-4278-ae44-884dbebca744" providerId="ADAL" clId="{9B871E66-1A30-42FF-AF18-83FDFD9111C9}" dt="2026-06-29T19:19:17.197" v="1830" actId="1035"/>
          <ac:spMkLst>
            <pc:docMk/>
            <pc:sldMk cId="4129938528" sldId="299"/>
            <ac:spMk id="10" creationId="{00000000-0000-0000-0000-000000000000}"/>
          </ac:spMkLst>
        </pc:spChg>
        <pc:spChg chg="add mod">
          <ac:chgData name="Adriana Miriam Ylizaliturri Gomez" userId="c054c78c-207c-4278-ae44-884dbebca744" providerId="ADAL" clId="{9B871E66-1A30-42FF-AF18-83FDFD9111C9}" dt="2026-06-29T18:24:10.899" v="1146" actId="1036"/>
          <ac:spMkLst>
            <pc:docMk/>
            <pc:sldMk cId="4129938528" sldId="299"/>
            <ac:spMk id="12" creationId="{809CCA06-5B9F-7BDA-249E-D4824569BF9C}"/>
          </ac:spMkLst>
        </pc:spChg>
        <pc:graphicFrameChg chg="mod modGraphic">
          <ac:chgData name="Adriana Miriam Ylizaliturri Gomez" userId="c054c78c-207c-4278-ae44-884dbebca744" providerId="ADAL" clId="{9B871E66-1A30-42FF-AF18-83FDFD9111C9}" dt="2026-06-29T18:24:33.650" v="1153" actId="14734"/>
          <ac:graphicFrameMkLst>
            <pc:docMk/>
            <pc:sldMk cId="4129938528" sldId="299"/>
            <ac:graphicFrameMk id="9" creationId="{00000000-0000-0000-0000-000000000000}"/>
          </ac:graphicFrameMkLst>
        </pc:graphicFrameChg>
        <pc:picChg chg="mod">
          <ac:chgData name="Adriana Miriam Ylizaliturri Gomez" userId="c054c78c-207c-4278-ae44-884dbebca744" providerId="ADAL" clId="{9B871E66-1A30-42FF-AF18-83FDFD9111C9}" dt="2026-06-29T18:24:10.899" v="1146" actId="1036"/>
          <ac:picMkLst>
            <pc:docMk/>
            <pc:sldMk cId="4129938528" sldId="299"/>
            <ac:picMk id="6" creationId="{00000000-0000-0000-0000-000000000000}"/>
          </ac:picMkLst>
        </pc:picChg>
        <pc:cxnChg chg="mod">
          <ac:chgData name="Adriana Miriam Ylizaliturri Gomez" userId="c054c78c-207c-4278-ae44-884dbebca744" providerId="ADAL" clId="{9B871E66-1A30-42FF-AF18-83FDFD9111C9}" dt="2026-06-29T18:24:10.899" v="1146" actId="1036"/>
          <ac:cxnSpMkLst>
            <pc:docMk/>
            <pc:sldMk cId="4129938528" sldId="299"/>
            <ac:cxnSpMk id="5" creationId="{00000000-0000-0000-0000-000000000000}"/>
          </ac:cxnSpMkLst>
        </pc:cxnChg>
        <pc:cxnChg chg="mod">
          <ac:chgData name="Adriana Miriam Ylizaliturri Gomez" userId="c054c78c-207c-4278-ae44-884dbebca744" providerId="ADAL" clId="{9B871E66-1A30-42FF-AF18-83FDFD9111C9}" dt="2026-06-29T18:23:21.932" v="1131" actId="1036"/>
          <ac:cxnSpMkLst>
            <pc:docMk/>
            <pc:sldMk cId="4129938528" sldId="299"/>
            <ac:cxnSpMk id="8" creationId="{00000000-0000-0000-0000-000000000000}"/>
          </ac:cxnSpMkLst>
        </pc:cxnChg>
      </pc:sldChg>
      <pc:sldChg chg="delSp del mod">
        <pc:chgData name="Adriana Miriam Ylizaliturri Gomez" userId="c054c78c-207c-4278-ae44-884dbebca744" providerId="ADAL" clId="{9B871E66-1A30-42FF-AF18-83FDFD9111C9}" dt="2026-06-29T17:07:06.184" v="468" actId="47"/>
        <pc:sldMkLst>
          <pc:docMk/>
          <pc:sldMk cId="0" sldId="300"/>
        </pc:sldMkLst>
        <pc:spChg chg="del">
          <ac:chgData name="Adriana Miriam Ylizaliturri Gomez" userId="c054c78c-207c-4278-ae44-884dbebca744" providerId="ADAL" clId="{9B871E66-1A30-42FF-AF18-83FDFD9111C9}" dt="2026-06-29T17:06:34.787" v="414" actId="21"/>
          <ac:spMkLst>
            <pc:docMk/>
            <pc:sldMk cId="0" sldId="300"/>
            <ac:spMk id="8" creationId="{00000000-0000-0000-0000-000000000000}"/>
          </ac:spMkLst>
        </pc:spChg>
        <pc:graphicFrameChg chg="del">
          <ac:chgData name="Adriana Miriam Ylizaliturri Gomez" userId="c054c78c-207c-4278-ae44-884dbebca744" providerId="ADAL" clId="{9B871E66-1A30-42FF-AF18-83FDFD9111C9}" dt="2026-06-29T17:05:44.157" v="364" actId="21"/>
          <ac:graphicFrameMkLst>
            <pc:docMk/>
            <pc:sldMk cId="0" sldId="300"/>
            <ac:graphicFrameMk id="7" creationId="{00000000-0000-0000-0000-000000000000}"/>
          </ac:graphicFrameMkLst>
        </pc:graphicFrameChg>
      </pc:sldChg>
    </pc:docChg>
  </pc:docChgLst>
  <pc:docChgLst>
    <pc:chgData name="Laura Patricia Galvan Chavez" userId="S::laura.galvan@imss.gob.mx::6b13af50-ce8b-483e-8fc4-f994efaf3289" providerId="AD" clId="Web-{5F5FFF39-84D2-FAE8-3D08-477C9FA82409}"/>
    <pc:docChg chg="modSld">
      <pc:chgData name="Laura Patricia Galvan Chavez" userId="S::laura.galvan@imss.gob.mx::6b13af50-ce8b-483e-8fc4-f994efaf3289" providerId="AD" clId="Web-{5F5FFF39-84D2-FAE8-3D08-477C9FA82409}" dt="2026-06-23T20:41:42.320" v="21" actId="20577"/>
      <pc:docMkLst>
        <pc:docMk/>
      </pc:docMkLst>
      <pc:sldChg chg="modSp">
        <pc:chgData name="Laura Patricia Galvan Chavez" userId="S::laura.galvan@imss.gob.mx::6b13af50-ce8b-483e-8fc4-f994efaf3289" providerId="AD" clId="Web-{5F5FFF39-84D2-FAE8-3D08-477C9FA82409}" dt="2026-06-23T20:41:42.320" v="21" actId="20577"/>
        <pc:sldMkLst>
          <pc:docMk/>
          <pc:sldMk cId="0" sldId="260"/>
        </pc:sldMkLst>
        <pc:spChg chg="mod">
          <ac:chgData name="Laura Patricia Galvan Chavez" userId="S::laura.galvan@imss.gob.mx::6b13af50-ce8b-483e-8fc4-f994efaf3289" providerId="AD" clId="Web-{5F5FFF39-84D2-FAE8-3D08-477C9FA82409}" dt="2026-06-23T20:41:42.320" v="21" actId="20577"/>
          <ac:spMkLst>
            <pc:docMk/>
            <pc:sldMk cId="0" sldId="260"/>
            <ac:spMk id="7" creationId="{53588435-3CBD-4713-64D1-1901EAA096DC}"/>
          </ac:spMkLst>
        </pc:spChg>
      </pc:sldChg>
    </pc:docChg>
  </pc:docChgLst>
  <pc:docChgLst>
    <pc:chgData name="Laura Patricia Galvan Chavez" userId="6b13af50-ce8b-483e-8fc4-f994efaf3289" providerId="ADAL" clId="{655D084B-7DF1-4C24-9447-417D7DC498B8}"/>
    <pc:docChg chg="modSld">
      <pc:chgData name="Laura Patricia Galvan Chavez" userId="6b13af50-ce8b-483e-8fc4-f994efaf3289" providerId="ADAL" clId="{655D084B-7DF1-4C24-9447-417D7DC498B8}" dt="2026-06-29T20:06:57.408" v="43" actId="1076"/>
      <pc:docMkLst>
        <pc:docMk/>
      </pc:docMkLst>
      <pc:sldChg chg="modSp mod">
        <pc:chgData name="Laura Patricia Galvan Chavez" userId="6b13af50-ce8b-483e-8fc4-f994efaf3289" providerId="ADAL" clId="{655D084B-7DF1-4C24-9447-417D7DC498B8}" dt="2026-06-29T19:36:23.563" v="33" actId="14100"/>
        <pc:sldMkLst>
          <pc:docMk/>
          <pc:sldMk cId="0" sldId="262"/>
        </pc:sldMkLst>
        <pc:spChg chg="mod">
          <ac:chgData name="Laura Patricia Galvan Chavez" userId="6b13af50-ce8b-483e-8fc4-f994efaf3289" providerId="ADAL" clId="{655D084B-7DF1-4C24-9447-417D7DC498B8}" dt="2026-06-29T19:36:19.570" v="32" actId="1076"/>
          <ac:spMkLst>
            <pc:docMk/>
            <pc:sldMk cId="0" sldId="262"/>
            <ac:spMk id="10" creationId="{00000000-0000-0000-0000-000000000000}"/>
          </ac:spMkLst>
        </pc:spChg>
        <pc:spChg chg="mod">
          <ac:chgData name="Laura Patricia Galvan Chavez" userId="6b13af50-ce8b-483e-8fc4-f994efaf3289" providerId="ADAL" clId="{655D084B-7DF1-4C24-9447-417D7DC498B8}" dt="2026-06-29T19:36:19.570" v="32" actId="1076"/>
          <ac:spMkLst>
            <pc:docMk/>
            <pc:sldMk cId="0" sldId="262"/>
            <ac:spMk id="11" creationId="{00000000-0000-0000-0000-000000000000}"/>
          </ac:spMkLst>
        </pc:spChg>
        <pc:spChg chg="mod">
          <ac:chgData name="Laura Patricia Galvan Chavez" userId="6b13af50-ce8b-483e-8fc4-f994efaf3289" providerId="ADAL" clId="{655D084B-7DF1-4C24-9447-417D7DC498B8}" dt="2026-06-29T19:36:19.570" v="32" actId="1076"/>
          <ac:spMkLst>
            <pc:docMk/>
            <pc:sldMk cId="0" sldId="262"/>
            <ac:spMk id="12" creationId="{00000000-0000-0000-0000-000000000000}"/>
          </ac:spMkLst>
        </pc:spChg>
        <pc:graphicFrameChg chg="modGraphic">
          <ac:chgData name="Laura Patricia Galvan Chavez" userId="6b13af50-ce8b-483e-8fc4-f994efaf3289" providerId="ADAL" clId="{655D084B-7DF1-4C24-9447-417D7DC498B8}" dt="2026-06-29T19:36:23.563" v="33" actId="14100"/>
          <ac:graphicFrameMkLst>
            <pc:docMk/>
            <pc:sldMk cId="0" sldId="262"/>
            <ac:graphicFrameMk id="8" creationId="{00000000-0000-0000-0000-000000000000}"/>
          </ac:graphicFrameMkLst>
        </pc:graphicFrameChg>
        <pc:graphicFrameChg chg="mod">
          <ac:chgData name="Laura Patricia Galvan Chavez" userId="6b13af50-ce8b-483e-8fc4-f994efaf3289" providerId="ADAL" clId="{655D084B-7DF1-4C24-9447-417D7DC498B8}" dt="2026-06-29T19:36:19.570" v="32" actId="1076"/>
          <ac:graphicFrameMkLst>
            <pc:docMk/>
            <pc:sldMk cId="0" sldId="262"/>
            <ac:graphicFrameMk id="9" creationId="{00000000-0000-0000-0000-000000000000}"/>
          </ac:graphicFrameMkLst>
        </pc:graphicFrameChg>
      </pc:sldChg>
      <pc:sldChg chg="modSp mod">
        <pc:chgData name="Laura Patricia Galvan Chavez" userId="6b13af50-ce8b-483e-8fc4-f994efaf3289" providerId="ADAL" clId="{655D084B-7DF1-4C24-9447-417D7DC498B8}" dt="2026-06-29T19:37:11.711" v="38" actId="14100"/>
        <pc:sldMkLst>
          <pc:docMk/>
          <pc:sldMk cId="0" sldId="267"/>
        </pc:sldMkLst>
        <pc:spChg chg="mod">
          <ac:chgData name="Laura Patricia Galvan Chavez" userId="6b13af50-ce8b-483e-8fc4-f994efaf3289" providerId="ADAL" clId="{655D084B-7DF1-4C24-9447-417D7DC498B8}" dt="2026-06-29T19:37:02.044" v="36" actId="1076"/>
          <ac:spMkLst>
            <pc:docMk/>
            <pc:sldMk cId="0" sldId="267"/>
            <ac:spMk id="235" creationId="{00000000-0000-0000-0000-000000000000}"/>
          </ac:spMkLst>
        </pc:spChg>
        <pc:spChg chg="mod">
          <ac:chgData name="Laura Patricia Galvan Chavez" userId="6b13af50-ce8b-483e-8fc4-f994efaf3289" providerId="ADAL" clId="{655D084B-7DF1-4C24-9447-417D7DC498B8}" dt="2026-06-29T19:37:05.653" v="37" actId="1076"/>
          <ac:spMkLst>
            <pc:docMk/>
            <pc:sldMk cId="0" sldId="267"/>
            <ac:spMk id="236" creationId="{00000000-0000-0000-0000-000000000000}"/>
          </ac:spMkLst>
        </pc:spChg>
        <pc:spChg chg="mod">
          <ac:chgData name="Laura Patricia Galvan Chavez" userId="6b13af50-ce8b-483e-8fc4-f994efaf3289" providerId="ADAL" clId="{655D084B-7DF1-4C24-9447-417D7DC498B8}" dt="2026-06-29T19:37:02.044" v="36" actId="1076"/>
          <ac:spMkLst>
            <pc:docMk/>
            <pc:sldMk cId="0" sldId="267"/>
            <ac:spMk id="237" creationId="{00000000-0000-0000-0000-000000000000}"/>
          </ac:spMkLst>
        </pc:spChg>
        <pc:graphicFrameChg chg="mod modGraphic">
          <ac:chgData name="Laura Patricia Galvan Chavez" userId="6b13af50-ce8b-483e-8fc4-f994efaf3289" providerId="ADAL" clId="{655D084B-7DF1-4C24-9447-417D7DC498B8}" dt="2026-06-29T19:37:11.711" v="38" actId="14100"/>
          <ac:graphicFrameMkLst>
            <pc:docMk/>
            <pc:sldMk cId="0" sldId="267"/>
            <ac:graphicFrameMk id="233" creationId="{00000000-0000-0000-0000-000000000000}"/>
          </ac:graphicFrameMkLst>
        </pc:graphicFrameChg>
        <pc:graphicFrameChg chg="mod">
          <ac:chgData name="Laura Patricia Galvan Chavez" userId="6b13af50-ce8b-483e-8fc4-f994efaf3289" providerId="ADAL" clId="{655D084B-7DF1-4C24-9447-417D7DC498B8}" dt="2026-06-29T19:37:02.044" v="36" actId="1076"/>
          <ac:graphicFrameMkLst>
            <pc:docMk/>
            <pc:sldMk cId="0" sldId="267"/>
            <ac:graphicFrameMk id="234" creationId="{00000000-0000-0000-0000-000000000000}"/>
          </ac:graphicFrameMkLst>
        </pc:graphicFrameChg>
      </pc:sldChg>
      <pc:sldChg chg="modSp mod">
        <pc:chgData name="Laura Patricia Galvan Chavez" userId="6b13af50-ce8b-483e-8fc4-f994efaf3289" providerId="ADAL" clId="{655D084B-7DF1-4C24-9447-417D7DC498B8}" dt="2026-06-29T19:36:53.849" v="35" actId="14100"/>
        <pc:sldMkLst>
          <pc:docMk/>
          <pc:sldMk cId="540716406" sldId="280"/>
        </pc:sldMkLst>
        <pc:spChg chg="mod">
          <ac:chgData name="Laura Patricia Galvan Chavez" userId="6b13af50-ce8b-483e-8fc4-f994efaf3289" providerId="ADAL" clId="{655D084B-7DF1-4C24-9447-417D7DC498B8}" dt="2026-06-29T19:36:51.483" v="34" actId="1076"/>
          <ac:spMkLst>
            <pc:docMk/>
            <pc:sldMk cId="540716406" sldId="280"/>
            <ac:spMk id="238" creationId="{00000000-0000-0000-0000-000000000000}"/>
          </ac:spMkLst>
        </pc:spChg>
        <pc:spChg chg="mod">
          <ac:chgData name="Laura Patricia Galvan Chavez" userId="6b13af50-ce8b-483e-8fc4-f994efaf3289" providerId="ADAL" clId="{655D084B-7DF1-4C24-9447-417D7DC498B8}" dt="2026-06-29T19:36:51.483" v="34" actId="1076"/>
          <ac:spMkLst>
            <pc:docMk/>
            <pc:sldMk cId="540716406" sldId="280"/>
            <ac:spMk id="239" creationId="{00000000-0000-0000-0000-000000000000}"/>
          </ac:spMkLst>
        </pc:spChg>
        <pc:spChg chg="mod">
          <ac:chgData name="Laura Patricia Galvan Chavez" userId="6b13af50-ce8b-483e-8fc4-f994efaf3289" providerId="ADAL" clId="{655D084B-7DF1-4C24-9447-417D7DC498B8}" dt="2026-06-29T19:36:51.483" v="34" actId="1076"/>
          <ac:spMkLst>
            <pc:docMk/>
            <pc:sldMk cId="540716406" sldId="280"/>
            <ac:spMk id="240" creationId="{00000000-0000-0000-0000-000000000000}"/>
          </ac:spMkLst>
        </pc:spChg>
        <pc:graphicFrameChg chg="modGraphic">
          <ac:chgData name="Laura Patricia Galvan Chavez" userId="6b13af50-ce8b-483e-8fc4-f994efaf3289" providerId="ADAL" clId="{655D084B-7DF1-4C24-9447-417D7DC498B8}" dt="2026-06-29T19:36:53.849" v="35" actId="14100"/>
          <ac:graphicFrameMkLst>
            <pc:docMk/>
            <pc:sldMk cId="540716406" sldId="280"/>
            <ac:graphicFrameMk id="236" creationId="{00000000-0000-0000-0000-000000000000}"/>
          </ac:graphicFrameMkLst>
        </pc:graphicFrameChg>
        <pc:graphicFrameChg chg="mod">
          <ac:chgData name="Laura Patricia Galvan Chavez" userId="6b13af50-ce8b-483e-8fc4-f994efaf3289" providerId="ADAL" clId="{655D084B-7DF1-4C24-9447-417D7DC498B8}" dt="2026-06-29T19:36:51.483" v="34" actId="1076"/>
          <ac:graphicFrameMkLst>
            <pc:docMk/>
            <pc:sldMk cId="540716406" sldId="280"/>
            <ac:graphicFrameMk id="237" creationId="{00000000-0000-0000-0000-000000000000}"/>
          </ac:graphicFrameMkLst>
        </pc:graphicFrameChg>
      </pc:sldChg>
      <pc:sldChg chg="modSp mod">
        <pc:chgData name="Laura Patricia Galvan Chavez" userId="6b13af50-ce8b-483e-8fc4-f994efaf3289" providerId="ADAL" clId="{655D084B-7DF1-4C24-9447-417D7DC498B8}" dt="2026-06-29T20:06:57.408" v="43" actId="1076"/>
        <pc:sldMkLst>
          <pc:docMk/>
          <pc:sldMk cId="3805655920" sldId="288"/>
        </pc:sldMkLst>
        <pc:spChg chg="mod">
          <ac:chgData name="Laura Patricia Galvan Chavez" userId="6b13af50-ce8b-483e-8fc4-f994efaf3289" providerId="ADAL" clId="{655D084B-7DF1-4C24-9447-417D7DC498B8}" dt="2026-06-29T20:06:57.408" v="43" actId="1076"/>
          <ac:spMkLst>
            <pc:docMk/>
            <pc:sldMk cId="3805655920" sldId="288"/>
            <ac:spMk id="4" creationId="{00000000-0000-0000-0000-000000000000}"/>
          </ac:spMkLst>
        </pc:spChg>
      </pc:sldChg>
      <pc:sldChg chg="modSp mod">
        <pc:chgData name="Laura Patricia Galvan Chavez" userId="6b13af50-ce8b-483e-8fc4-f994efaf3289" providerId="ADAL" clId="{655D084B-7DF1-4C24-9447-417D7DC498B8}" dt="2026-06-29T19:35:36.760" v="30" actId="20577"/>
        <pc:sldMkLst>
          <pc:docMk/>
          <pc:sldMk cId="3763779569" sldId="289"/>
        </pc:sldMkLst>
        <pc:graphicFrameChg chg="modGraphic">
          <ac:chgData name="Laura Patricia Galvan Chavez" userId="6b13af50-ce8b-483e-8fc4-f994efaf3289" providerId="ADAL" clId="{655D084B-7DF1-4C24-9447-417D7DC498B8}" dt="2026-06-29T19:35:36.760" v="30" actId="20577"/>
          <ac:graphicFrameMkLst>
            <pc:docMk/>
            <pc:sldMk cId="3763779569" sldId="289"/>
            <ac:graphicFrameMk id="7" creationId="{71F1AB74-DCCE-A690-1EAD-0ED1D7B27070}"/>
          </ac:graphicFrameMkLst>
        </pc:graphicFrameChg>
      </pc:sldChg>
      <pc:sldChg chg="modSp mod">
        <pc:chgData name="Laura Patricia Galvan Chavez" userId="6b13af50-ce8b-483e-8fc4-f994efaf3289" providerId="ADAL" clId="{655D084B-7DF1-4C24-9447-417D7DC498B8}" dt="2026-06-29T19:38:20.245" v="42" actId="1076"/>
        <pc:sldMkLst>
          <pc:docMk/>
          <pc:sldMk cId="3240565764" sldId="297"/>
        </pc:sldMkLst>
        <pc:spChg chg="mod">
          <ac:chgData name="Laura Patricia Galvan Chavez" userId="6b13af50-ce8b-483e-8fc4-f994efaf3289" providerId="ADAL" clId="{655D084B-7DF1-4C24-9447-417D7DC498B8}" dt="2026-06-29T19:38:07.862" v="40" actId="1076"/>
          <ac:spMkLst>
            <pc:docMk/>
            <pc:sldMk cId="3240565764" sldId="297"/>
            <ac:spMk id="41" creationId="{49ADEC3C-9272-8144-4E8B-9B7799FD370F}"/>
          </ac:spMkLst>
        </pc:spChg>
        <pc:picChg chg="mod">
          <ac:chgData name="Laura Patricia Galvan Chavez" userId="6b13af50-ce8b-483e-8fc4-f994efaf3289" providerId="ADAL" clId="{655D084B-7DF1-4C24-9447-417D7DC498B8}" dt="2026-06-29T19:38:20.245" v="42" actId="1076"/>
          <ac:picMkLst>
            <pc:docMk/>
            <pc:sldMk cId="3240565764" sldId="297"/>
            <ac:picMk id="22" creationId="{19DDCF82-3026-68AC-7A49-50486C99AE68}"/>
          </ac:picMkLst>
        </pc:pic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6:44.661" v="2" actId="22"/>
      <pc:docMkLst>
        <pc:docMk/>
      </pc:docMkLst>
      <pc:sldChg chg="addSp delSp mod">
        <pc:chgData name="Rohan Myron Oprisko" userId="a7c52ab4-f8b1-4d15-aaf6-6388cc510347" providerId="ADAL" clId="{97C26823-81C0-4343-94EC-E87AB1317939}" dt="2026-06-24T15:56:44.661" v="2" actId="22"/>
        <pc:sldMkLst>
          <pc:docMk/>
          <pc:sldMk cId="748044913" sldId="287"/>
        </pc:sldMkLst>
        <pc:spChg chg="add">
          <ac:chgData name="Rohan Myron Oprisko" userId="a7c52ab4-f8b1-4d15-aaf6-6388cc510347" providerId="ADAL" clId="{97C26823-81C0-4343-94EC-E87AB1317939}" dt="2026-06-24T15:56:44.661" v="2" actId="22"/>
          <ac:spMkLst>
            <pc:docMk/>
            <pc:sldMk cId="748044913" sldId="287"/>
            <ac:spMk id="10" creationId="{B99DF9DA-55FA-5128-37E8-0911136315DF}"/>
          </ac:spMkLst>
        </pc:spChg>
        <pc:spChg chg="add">
          <ac:chgData name="Rohan Myron Oprisko" userId="a7c52ab4-f8b1-4d15-aaf6-6388cc510347" providerId="ADAL" clId="{97C26823-81C0-4343-94EC-E87AB1317939}" dt="2026-06-24T15:56:44.661" v="2" actId="22"/>
          <ac:spMkLst>
            <pc:docMk/>
            <pc:sldMk cId="748044913" sldId="287"/>
            <ac:spMk id="12" creationId="{94D12867-3765-3B27-F1BC-A109E3FF5615}"/>
          </ac:spMkLst>
        </pc:spChg>
      </pc:sldChg>
    </pc:docChg>
  </pc:docChgLst>
  <pc:docChgLst>
    <pc:chgData name="Laura Patricia Galvan Chavez" userId="S::laura.galvan@imss.gob.mx::6b13af50-ce8b-483e-8fc4-f994efaf3289" providerId="AD" clId="Web-{4BA99F5E-B116-5D12-EA72-B7F31035F70C}"/>
    <pc:docChg chg="modSld">
      <pc:chgData name="Laura Patricia Galvan Chavez" userId="S::laura.galvan@imss.gob.mx::6b13af50-ce8b-483e-8fc4-f994efaf3289" providerId="AD" clId="Web-{4BA99F5E-B116-5D12-EA72-B7F31035F70C}" dt="2026-06-23T23:30:09.955" v="12" actId="1076"/>
      <pc:docMkLst>
        <pc:docMk/>
      </pc:docMkLst>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5B41-49B7-8792-510DFD286DB7}"/>
              </c:ext>
            </c:extLst>
          </c:dPt>
          <c:dPt>
            <c:idx val="1"/>
            <c:bubble3D val="0"/>
            <c:spPr>
              <a:solidFill>
                <a:srgbClr val="691C32"/>
              </a:solidFill>
            </c:spPr>
            <c:extLst>
              <c:ext xmlns:c16="http://schemas.microsoft.com/office/drawing/2014/chart" uri="{C3380CC4-5D6E-409C-BE32-E72D297353CC}">
                <c16:uniqueId val="{00000003-5B41-49B7-8792-510DFD286DB7}"/>
              </c:ext>
            </c:extLst>
          </c:dPt>
          <c:dPt>
            <c:idx val="2"/>
            <c:bubble3D val="0"/>
            <c:spPr>
              <a:solidFill>
                <a:srgbClr val="BC955C"/>
              </a:solidFill>
            </c:spPr>
            <c:extLst>
              <c:ext xmlns:c16="http://schemas.microsoft.com/office/drawing/2014/chart" uri="{C3380CC4-5D6E-409C-BE32-E72D297353CC}">
                <c16:uniqueId val="{00000005-5B41-49B7-8792-510DFD286DB7}"/>
              </c:ext>
            </c:extLst>
          </c:dPt>
          <c:dPt>
            <c:idx val="3"/>
            <c:bubble3D val="0"/>
            <c:spPr>
              <a:solidFill>
                <a:srgbClr val="9E9E9E"/>
              </a:solidFill>
            </c:spPr>
            <c:extLst>
              <c:ext xmlns:c16="http://schemas.microsoft.com/office/drawing/2014/chart" uri="{C3380CC4-5D6E-409C-BE32-E72D297353CC}">
                <c16:uniqueId val="{00000007-5B41-49B7-8792-510DFD286DB7}"/>
              </c:ext>
            </c:extLst>
          </c:dPt>
          <c:cat>
            <c:strRef>
              <c:f>Sheet1!$A$2:$A$5</c:f>
              <c:strCache>
                <c:ptCount val="4"/>
                <c:pt idx="0">
                  <c:v>IMSS</c:v>
                </c:pt>
                <c:pt idx="1">
                  <c:v>ISSSTE</c:v>
                </c:pt>
                <c:pt idx="2">
                  <c:v>IMSS-BIENESTAR</c:v>
                </c:pt>
                <c:pt idx="3">
                  <c:v>Otros</c:v>
                </c:pt>
              </c:strCache>
            </c:strRef>
          </c:cat>
          <c:val>
            <c:numRef>
              <c:f>Sheet1!$B$2:$B$5</c:f>
              <c:numCache>
                <c:formatCode>General</c:formatCode>
                <c:ptCount val="4"/>
                <c:pt idx="0">
                  <c:v>528002</c:v>
                </c:pt>
                <c:pt idx="1">
                  <c:v>171928</c:v>
                </c:pt>
                <c:pt idx="2">
                  <c:v>759120</c:v>
                </c:pt>
                <c:pt idx="3">
                  <c:v>5465</c:v>
                </c:pt>
              </c:numCache>
            </c:numRef>
          </c:val>
          <c:extLst>
            <c:ext xmlns:c16="http://schemas.microsoft.com/office/drawing/2014/chart" uri="{C3380CC4-5D6E-409C-BE32-E72D297353CC}">
              <c16:uniqueId val="{00000008-5B41-49B7-8792-510DFD286DB7}"/>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CF94-44F3-ADB8-02B18ED43F80}"/>
              </c:ext>
            </c:extLst>
          </c:dPt>
          <c:dPt>
            <c:idx val="1"/>
            <c:bubble3D val="0"/>
            <c:spPr>
              <a:solidFill>
                <a:srgbClr val="EBE0D2"/>
              </a:solidFill>
              <a:ln>
                <a:noFill/>
              </a:ln>
            </c:spPr>
            <c:extLst>
              <c:ext xmlns:c16="http://schemas.microsoft.com/office/drawing/2014/chart" uri="{C3380CC4-5D6E-409C-BE32-E72D297353CC}">
                <c16:uniqueId val="{00000003-CF94-44F3-ADB8-02B18ED43F80}"/>
              </c:ext>
            </c:extLst>
          </c:dPt>
          <c:cat>
            <c:strRef>
              <c:f>Sheet1!$A$2:$A$3</c:f>
              <c:strCache>
                <c:ptCount val="2"/>
                <c:pt idx="0">
                  <c:v>Avance</c:v>
                </c:pt>
                <c:pt idx="1">
                  <c:v>Restante</c:v>
                </c:pt>
              </c:strCache>
            </c:strRef>
          </c:cat>
          <c:val>
            <c:numRef>
              <c:f>Sheet1!$B$2:$B$3</c:f>
              <c:numCache>
                <c:formatCode>General</c:formatCode>
                <c:ptCount val="2"/>
                <c:pt idx="0">
                  <c:v>48.16567164179105</c:v>
                </c:pt>
                <c:pt idx="1">
                  <c:v>51.83432835820895</c:v>
                </c:pt>
              </c:numCache>
            </c:numRef>
          </c:val>
          <c:extLst>
            <c:ext xmlns:c16="http://schemas.microsoft.com/office/drawing/2014/chart" uri="{C3380CC4-5D6E-409C-BE32-E72D297353CC}">
              <c16:uniqueId val="{00000004-CF94-44F3-ADB8-02B18ED43F8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F84A-4673-B587-969DB35FF196}"/>
              </c:ext>
            </c:extLst>
          </c:dPt>
          <c:dPt>
            <c:idx val="1"/>
            <c:bubble3D val="0"/>
            <c:spPr>
              <a:solidFill>
                <a:srgbClr val="EBE0D2"/>
              </a:solidFill>
              <a:ln>
                <a:noFill/>
              </a:ln>
            </c:spPr>
            <c:extLst>
              <c:ext xmlns:c16="http://schemas.microsoft.com/office/drawing/2014/chart" uri="{C3380CC4-5D6E-409C-BE32-E72D297353CC}">
                <c16:uniqueId val="{00000003-F84A-4673-B587-969DB35FF196}"/>
              </c:ext>
            </c:extLst>
          </c:dPt>
          <c:cat>
            <c:strRef>
              <c:f>Sheet1!$A$2:$A$3</c:f>
              <c:strCache>
                <c:ptCount val="2"/>
                <c:pt idx="0">
                  <c:v>Avance</c:v>
                </c:pt>
                <c:pt idx="1">
                  <c:v>Restante</c:v>
                </c:pt>
              </c:strCache>
            </c:strRef>
          </c:cat>
          <c:val>
            <c:numRef>
              <c:f>Sheet1!$B$2:$B$3</c:f>
              <c:numCache>
                <c:formatCode>General</c:formatCode>
                <c:ptCount val="2"/>
                <c:pt idx="0">
                  <c:v>15.854230616199999</c:v>
                </c:pt>
                <c:pt idx="1">
                  <c:v>84.145769383800001</c:v>
                </c:pt>
              </c:numCache>
            </c:numRef>
          </c:val>
          <c:extLst>
            <c:ext xmlns:c16="http://schemas.microsoft.com/office/drawing/2014/chart" uri="{C3380CC4-5D6E-409C-BE32-E72D297353CC}">
              <c16:uniqueId val="{00000004-F84A-4673-B587-969DB35FF196}"/>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E1BB-4B4F-BA9C-482BB78D1173}"/>
              </c:ext>
            </c:extLst>
          </c:dPt>
          <c:dPt>
            <c:idx val="1"/>
            <c:bubble3D val="0"/>
            <c:spPr>
              <a:solidFill>
                <a:srgbClr val="EBE0D2"/>
              </a:solidFill>
              <a:ln>
                <a:noFill/>
              </a:ln>
            </c:spPr>
            <c:extLst>
              <c:ext xmlns:c16="http://schemas.microsoft.com/office/drawing/2014/chart" uri="{C3380CC4-5D6E-409C-BE32-E72D297353CC}">
                <c16:uniqueId val="{00000003-E1BB-4B4F-BA9C-482BB78D1173}"/>
              </c:ext>
            </c:extLst>
          </c:dPt>
          <c:cat>
            <c:strRef>
              <c:f>Sheet1!$A$2:$A$3</c:f>
              <c:strCache>
                <c:ptCount val="2"/>
                <c:pt idx="0">
                  <c:v>Avance</c:v>
                </c:pt>
                <c:pt idx="1">
                  <c:v>Restante</c:v>
                </c:pt>
              </c:strCache>
            </c:strRef>
          </c:cat>
          <c:val>
            <c:numRef>
              <c:f>Sheet1!$B$2:$B$3</c:f>
              <c:numCache>
                <c:formatCode>General</c:formatCode>
                <c:ptCount val="2"/>
                <c:pt idx="0">
                  <c:v>44.855403348554034</c:v>
                </c:pt>
                <c:pt idx="1">
                  <c:v>55.144596651445966</c:v>
                </c:pt>
              </c:numCache>
            </c:numRef>
          </c:val>
          <c:extLst>
            <c:ext xmlns:c16="http://schemas.microsoft.com/office/drawing/2014/chart" uri="{C3380CC4-5D6E-409C-BE32-E72D297353CC}">
              <c16:uniqueId val="{00000004-E1BB-4B4F-BA9C-482BB78D1173}"/>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A3BE-4F22-B3ED-68BB9F6CCF63}"/>
              </c:ext>
            </c:extLst>
          </c:dPt>
          <c:dPt>
            <c:idx val="1"/>
            <c:bubble3D val="0"/>
            <c:spPr>
              <a:solidFill>
                <a:srgbClr val="EBE0D2"/>
              </a:solidFill>
              <a:ln>
                <a:noFill/>
              </a:ln>
            </c:spPr>
            <c:extLst>
              <c:ext xmlns:c16="http://schemas.microsoft.com/office/drawing/2014/chart" uri="{C3380CC4-5D6E-409C-BE32-E72D297353CC}">
                <c16:uniqueId val="{00000003-A3BE-4F22-B3ED-68BB9F6CCF63}"/>
              </c:ext>
            </c:extLst>
          </c:dPt>
          <c:cat>
            <c:strRef>
              <c:f>Sheet1!$A$2:$A$3</c:f>
              <c:strCache>
                <c:ptCount val="2"/>
                <c:pt idx="0">
                  <c:v>Avance</c:v>
                </c:pt>
                <c:pt idx="1">
                  <c:v>Restante</c:v>
                </c:pt>
              </c:strCache>
            </c:strRef>
          </c:cat>
          <c:val>
            <c:numRef>
              <c:f>Sheet1!$B$2:$B$3</c:f>
              <c:numCache>
                <c:formatCode>General</c:formatCode>
                <c:ptCount val="2"/>
                <c:pt idx="0">
                  <c:v>46.105125693764279</c:v>
                </c:pt>
                <c:pt idx="1">
                  <c:v>53.894874306235721</c:v>
                </c:pt>
              </c:numCache>
            </c:numRef>
          </c:val>
          <c:extLst>
            <c:ext xmlns:c16="http://schemas.microsoft.com/office/drawing/2014/chart" uri="{C3380CC4-5D6E-409C-BE32-E72D297353CC}">
              <c16:uniqueId val="{00000004-A3BE-4F22-B3ED-68BB9F6CCF63}"/>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252F-47FE-A912-F6063E0E5DAA}"/>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7</c:v>
                </c:pt>
                <c:pt idx="1">
                  <c:v>39</c:v>
                </c:pt>
                <c:pt idx="2">
                  <c:v>38</c:v>
                </c:pt>
                <c:pt idx="3">
                  <c:v>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52F-47FE-A912-F6063E0E5DAA}"/>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Industrias de la Transformación</c:v>
                </c:pt>
                <c:pt idx="1">
                  <c:v>Ind Eléctrica y Captación y Suministro de Agua Potable</c:v>
                </c:pt>
                <c:pt idx="2">
                  <c:v>Industrias Extractivas</c:v>
                </c:pt>
                <c:pt idx="3">
                  <c:v>Servicios Sociales y Comunales</c:v>
                </c:pt>
                <c:pt idx="4">
                  <c:v>Transportes y Comunicaciones</c:v>
                </c:pt>
                <c:pt idx="5">
                  <c:v>Servicios para Empresas, Personas y el Hogar</c:v>
                </c:pt>
                <c:pt idx="6">
                  <c:v>Comercio</c:v>
                </c:pt>
                <c:pt idx="7">
                  <c:v>Industria de la Construcción</c:v>
                </c:pt>
                <c:pt idx="8">
                  <c:v>Agricultura, Ganaderia, Silvicultura, Pesca y Caza</c:v>
                </c:pt>
              </c:strCache>
            </c:strRef>
          </c:cat>
          <c:val>
            <c:numRef>
              <c:f>Sheet1!$B$2:$B$10</c:f>
              <c:numCache>
                <c:formatCode>General</c:formatCode>
                <c:ptCount val="9"/>
                <c:pt idx="0">
                  <c:v>59173</c:v>
                </c:pt>
                <c:pt idx="1">
                  <c:v>612</c:v>
                </c:pt>
                <c:pt idx="2">
                  <c:v>190</c:v>
                </c:pt>
                <c:pt idx="3">
                  <c:v>12885</c:v>
                </c:pt>
                <c:pt idx="4">
                  <c:v>3585</c:v>
                </c:pt>
                <c:pt idx="5">
                  <c:v>13719</c:v>
                </c:pt>
                <c:pt idx="6">
                  <c:v>21158</c:v>
                </c:pt>
                <c:pt idx="7">
                  <c:v>5098</c:v>
                </c:pt>
                <c:pt idx="8">
                  <c:v>1532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37F-4899-A4A7-D85251357F37}"/>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Industrias de la Transformación</c:v>
                </c:pt>
                <c:pt idx="1">
                  <c:v>Ind Eléctrica y Captación y Suministro de Agua Potable</c:v>
                </c:pt>
                <c:pt idx="2">
                  <c:v>Industrias Extractivas</c:v>
                </c:pt>
                <c:pt idx="3">
                  <c:v>Servicios Sociales y Comunales</c:v>
                </c:pt>
                <c:pt idx="4">
                  <c:v>Transportes y Comunicaciones</c:v>
                </c:pt>
                <c:pt idx="5">
                  <c:v>Servicios para Empresas, Personas y el Hogar</c:v>
                </c:pt>
                <c:pt idx="6">
                  <c:v>Comercio</c:v>
                </c:pt>
                <c:pt idx="7">
                  <c:v>Industria de la Construcción</c:v>
                </c:pt>
                <c:pt idx="8">
                  <c:v>Agricultura, Ganaderia, Silvicultura, Pesca y Caza</c:v>
                </c:pt>
              </c:strCache>
            </c:strRef>
          </c:cat>
          <c:val>
            <c:numRef>
              <c:f>Sheet1!$C$2:$C$10</c:f>
              <c:numCache>
                <c:formatCode>General</c:formatCode>
                <c:ptCount val="9"/>
                <c:pt idx="0">
                  <c:v>54768</c:v>
                </c:pt>
                <c:pt idx="1">
                  <c:v>578</c:v>
                </c:pt>
                <c:pt idx="2">
                  <c:v>189</c:v>
                </c:pt>
                <c:pt idx="3">
                  <c:v>13060</c:v>
                </c:pt>
                <c:pt idx="4">
                  <c:v>3643</c:v>
                </c:pt>
                <c:pt idx="5">
                  <c:v>14076</c:v>
                </c:pt>
                <c:pt idx="6">
                  <c:v>21977</c:v>
                </c:pt>
                <c:pt idx="7">
                  <c:v>6736</c:v>
                </c:pt>
                <c:pt idx="8">
                  <c:v>2101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37F-4899-A4A7-D85251357F37}"/>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99105</c:v>
                </c:pt>
                <c:pt idx="1">
                  <c:v>103476</c:v>
                </c:pt>
                <c:pt idx="2">
                  <c:v>99775</c:v>
                </c:pt>
                <c:pt idx="3">
                  <c:v>103141</c:v>
                </c:pt>
                <c:pt idx="4">
                  <c:v>106877</c:v>
                </c:pt>
                <c:pt idx="5">
                  <c:v>114356</c:v>
                </c:pt>
                <c:pt idx="6">
                  <c:v>118131</c:v>
                </c:pt>
                <c:pt idx="7">
                  <c:v>117952</c:v>
                </c:pt>
                <c:pt idx="8">
                  <c:v>117128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D7C-4C68-922B-C82CAA9BE095}"/>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hart" Target="../charts/chart1.xml"/><Relationship Id="rId4" Type="http://schemas.openxmlformats.org/officeDocument/2006/relationships/image" Target="../media/image1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chart" Target="../charts/chart6.xml"/><Relationship Id="rId4" Type="http://schemas.openxmlformats.org/officeDocument/2006/relationships/image" Target="../media/image26.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Tlaxcala</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err="1"/>
              <a:t>Ficha</a:t>
            </a:r>
            <a:r>
              <a:t> Estatal</a:t>
            </a:r>
          </a:p>
          <a:p>
            <a:pPr algn="ctr">
              <a:defRPr sz="1500" b="1">
                <a:solidFill>
                  <a:srgbClr val="7F7F7F"/>
                </a:solidFill>
                <a:latin typeface="Montserrat"/>
              </a:defRPr>
            </a:pPr>
            <a:r>
              <a:t>Ju</a:t>
            </a:r>
            <a:r>
              <a:rPr lang="es-MX"/>
              <a:t>l</a:t>
            </a:r>
            <a:r>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 name="Google Shape;66;p15">
            <a:extLst>
              <a:ext uri="{FF2B5EF4-FFF2-40B4-BE49-F238E27FC236}">
                <a16:creationId xmlns:a16="http://schemas.microsoft.com/office/drawing/2014/main" id="{DE23C07B-F251-E562-049F-85453BFF7A88}"/>
              </a:ext>
            </a:extLst>
          </p:cNvPr>
          <p:cNvSpPr/>
          <p:nvPr/>
        </p:nvSpPr>
        <p:spPr>
          <a:xfrm>
            <a:off x="0" y="609600"/>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7" name="Google Shape;68;p15">
            <a:extLst>
              <a:ext uri="{FF2B5EF4-FFF2-40B4-BE49-F238E27FC236}">
                <a16:creationId xmlns:a16="http://schemas.microsoft.com/office/drawing/2014/main" id="{71F1AB74-DCCE-A690-1EAD-0ED1D7B27070}"/>
              </a:ext>
            </a:extLst>
          </p:cNvPr>
          <p:cNvGraphicFramePr/>
          <p:nvPr>
            <p:extLst>
              <p:ext uri="{D42A27DB-BD31-4B8C-83A1-F6EECF244321}">
                <p14:modId xmlns:p14="http://schemas.microsoft.com/office/powerpoint/2010/main" val="2477636267"/>
              </p:ext>
            </p:extLst>
          </p:nvPr>
        </p:nvGraphicFramePr>
        <p:xfrm>
          <a:off x="32100" y="2361981"/>
          <a:ext cx="7713200" cy="6999120"/>
        </p:xfrm>
        <a:graphic>
          <a:graphicData uri="http://schemas.openxmlformats.org/drawingml/2006/table">
            <a:tbl>
              <a:tblPr>
                <a:noFill/>
              </a:tblPr>
              <a:tblGrid>
                <a:gridCol w="2826603">
                  <a:extLst>
                    <a:ext uri="{9D8B030D-6E8A-4147-A177-3AD203B41FA5}">
                      <a16:colId xmlns:a16="http://schemas.microsoft.com/office/drawing/2014/main" val="20000"/>
                    </a:ext>
                  </a:extLst>
                </a:gridCol>
                <a:gridCol w="3162047">
                  <a:extLst>
                    <a:ext uri="{9D8B030D-6E8A-4147-A177-3AD203B41FA5}">
                      <a16:colId xmlns:a16="http://schemas.microsoft.com/office/drawing/2014/main" val="20001"/>
                    </a:ext>
                  </a:extLst>
                </a:gridCol>
                <a:gridCol w="1724550">
                  <a:extLst>
                    <a:ext uri="{9D8B030D-6E8A-4147-A177-3AD203B41FA5}">
                      <a16:colId xmlns:a16="http://schemas.microsoft.com/office/drawing/2014/main" val="20002"/>
                    </a:ext>
                  </a:extLst>
                </a:gridCol>
              </a:tblGrid>
              <a:tr h="868650">
                <a:tc>
                  <a:txBody>
                    <a:bodyPr/>
                    <a:lstStyle/>
                    <a:p>
                      <a:pPr marL="5080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Servicios de Prestaciones Médicas</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 sz="1000" b="1">
                          <a:latin typeface="Montserrat"/>
                          <a:ea typeface="Montserrat"/>
                          <a:cs typeface="Montserrat"/>
                          <a:sym typeface="Montserrat"/>
                        </a:rPr>
                        <a:t>Dr. Fernando Moneada Jiménez</a:t>
                      </a:r>
                      <a:endParaRPr sz="1000" b="1">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Médico del Trabajo</a:t>
                      </a:r>
                      <a:endParaRPr sz="1000">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Inicio en el cargo: 01 de noviembre de 2021</a:t>
                      </a:r>
                      <a:endParaRPr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913625">
                <a:tc>
                  <a:txBody>
                    <a:bodyPr/>
                    <a:lstStyle/>
                    <a:p>
                      <a:pPr marL="50800" lvl="0" indent="0" algn="l" rtl="0">
                        <a:lnSpc>
                          <a:spcPct val="110000"/>
                        </a:lnSpc>
                        <a:spcBef>
                          <a:spcPts val="0"/>
                        </a:spcBef>
                        <a:spcAft>
                          <a:spcPts val="0"/>
                        </a:spcAft>
                        <a:buNone/>
                      </a:pPr>
                      <a:r>
                        <a:rPr lang="es" sz="1000">
                          <a:solidFill>
                            <a:srgbClr val="FFFFFF"/>
                          </a:solidFill>
                          <a:latin typeface="Montserrat"/>
                          <a:ea typeface="Montserrat"/>
                          <a:cs typeface="Montserrat"/>
                          <a:sym typeface="Montserrat"/>
                        </a:rPr>
                        <a:t>Jefatura de Servicios de Salud en el Trabajo, Prestaciones Económicas y Sociales</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 sz="1000" b="1">
                          <a:latin typeface="Montserrat"/>
                          <a:ea typeface="Montserrat"/>
                          <a:cs typeface="Montserrat"/>
                          <a:sym typeface="Montserrat"/>
                        </a:rPr>
                        <a:t>Lic. Elías Ayometzil lhuicatzi</a:t>
                      </a:r>
                      <a:endParaRPr sz="1000" b="1">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Licenciado en Derecho</a:t>
                      </a:r>
                      <a:endParaRPr sz="1000">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Inicio en el cargo: 16 de diciembre 2020</a:t>
                      </a:r>
                      <a:endParaRPr sz="1000">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 </a:t>
                      </a:r>
                      <a:endParaRPr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1"/>
                  </a:ext>
                </a:extLst>
              </a:tr>
              <a:tr h="859625">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Servicios de Afiliación y Cobranza</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 sz="1000" b="1">
                          <a:latin typeface="Montserrat"/>
                          <a:ea typeface="Montserrat"/>
                          <a:cs typeface="Montserrat"/>
                          <a:sym typeface="Montserrat"/>
                        </a:rPr>
                        <a:t>Mtra. Grisel Carreto Portillo</a:t>
                      </a:r>
                      <a:endParaRPr sz="1000" b="1">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Licenciada en Contaduría Pública</a:t>
                      </a:r>
                      <a:endParaRPr sz="1000">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Inicio en el cargo: 25 de julio 2025 (Encargada)</a:t>
                      </a:r>
                      <a:endParaRPr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773000">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Desarrollo de Personal</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 sz="1000" b="1">
                          <a:latin typeface="Montserrat"/>
                          <a:ea typeface="Montserrat"/>
                          <a:cs typeface="Montserrat"/>
                          <a:sym typeface="Montserrat"/>
                        </a:rPr>
                        <a:t>Lic. Karla Alemán Dávila</a:t>
                      </a:r>
                      <a:endParaRPr sz="1000" b="1">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Licenciada en Negocios Internacionales</a:t>
                      </a:r>
                      <a:endParaRPr sz="1000">
                        <a:latin typeface="Montserrat"/>
                        <a:ea typeface="Montserrat"/>
                        <a:cs typeface="Montserrat"/>
                        <a:sym typeface="Montserrat"/>
                      </a:endParaRPr>
                    </a:p>
                    <a:p>
                      <a:pPr marL="0" lvl="0" indent="0" algn="l" rtl="0">
                        <a:lnSpc>
                          <a:spcPct val="115000"/>
                        </a:lnSpc>
                        <a:spcBef>
                          <a:spcPts val="0"/>
                        </a:spcBef>
                        <a:spcAft>
                          <a:spcPts val="0"/>
                        </a:spcAft>
                        <a:buNone/>
                      </a:pPr>
                      <a:r>
                        <a:rPr lang="es" sz="1000">
                          <a:latin typeface="Montserrat"/>
                          <a:ea typeface="Montserrat"/>
                          <a:cs typeface="Montserrat"/>
                          <a:sym typeface="Montserrat"/>
                        </a:rPr>
                        <a:t>Inicio en el cargo: 01 de diciembre de 2025 </a:t>
                      </a:r>
                      <a:r>
                        <a:rPr lang="es" sz="1000">
                          <a:solidFill>
                            <a:schemeClr val="dk1"/>
                          </a:solidFill>
                          <a:latin typeface="Montserrat"/>
                          <a:ea typeface="Montserrat"/>
                          <a:cs typeface="Montserrat"/>
                          <a:sym typeface="Montserrat"/>
                        </a:rPr>
                        <a:t>(Encargada)</a:t>
                      </a:r>
                      <a:endParaRPr sz="1000">
                        <a:latin typeface="Montserrat"/>
                        <a:ea typeface="Montserrat"/>
                        <a:cs typeface="Montserrat"/>
                        <a:sym typeface="Montserrat"/>
                      </a:endParaRPr>
                    </a:p>
                    <a:p>
                      <a:pPr marL="0" lvl="0" indent="0" algn="l" rtl="0">
                        <a:lnSpc>
                          <a:spcPct val="115000"/>
                        </a:lnSpc>
                        <a:spcBef>
                          <a:spcPts val="0"/>
                        </a:spcBef>
                        <a:spcAft>
                          <a:spcPts val="0"/>
                        </a:spcAft>
                        <a:buNone/>
                      </a:pPr>
                      <a:endParaRPr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3"/>
                  </a:ext>
                </a:extLst>
              </a:tr>
              <a:tr h="773000">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Servicios de Finanzas</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MX" sz="1000" b="1">
                          <a:latin typeface="Montserrat"/>
                          <a:ea typeface="Montserrat"/>
                          <a:cs typeface="Montserrat"/>
                          <a:sym typeface="Montserrat"/>
                        </a:rPr>
                        <a:t>C.P. Bethsabé Nava Chavero</a:t>
                      </a:r>
                    </a:p>
                    <a:p>
                      <a:pPr marL="0" lvl="0" indent="0" algn="l" rtl="0">
                        <a:lnSpc>
                          <a:spcPct val="115000"/>
                        </a:lnSpc>
                        <a:spcBef>
                          <a:spcPts val="0"/>
                        </a:spcBef>
                        <a:spcAft>
                          <a:spcPts val="0"/>
                        </a:spcAft>
                        <a:buNone/>
                      </a:pPr>
                      <a:r>
                        <a:rPr lang="es-MX" sz="1000">
                          <a:latin typeface="Montserrat"/>
                          <a:ea typeface="Montserrat"/>
                          <a:cs typeface="Montserrat"/>
                          <a:sym typeface="Montserrat"/>
                        </a:rPr>
                        <a:t>Licenciada en Contaduría Pública</a:t>
                      </a:r>
                    </a:p>
                    <a:p>
                      <a:pPr marL="0" lvl="0" indent="0" algn="l" rtl="0">
                        <a:lnSpc>
                          <a:spcPct val="115000"/>
                        </a:lnSpc>
                        <a:spcBef>
                          <a:spcPts val="0"/>
                        </a:spcBef>
                        <a:spcAft>
                          <a:spcPts val="0"/>
                        </a:spcAft>
                        <a:buNone/>
                      </a:pPr>
                      <a:r>
                        <a:rPr lang="es-MX" sz="1000">
                          <a:latin typeface="Montserrat"/>
                          <a:ea typeface="Montserrat"/>
                          <a:cs typeface="Montserrat"/>
                          <a:sym typeface="Montserrat"/>
                        </a:rPr>
                        <a:t>Inicio en el Cargo: 14 de febrero de 2019</a:t>
                      </a:r>
                    </a:p>
                    <a:p>
                      <a:pPr marL="0" lvl="0" indent="0" algn="l" rtl="0">
                        <a:lnSpc>
                          <a:spcPct val="115000"/>
                        </a:lnSpc>
                        <a:spcBef>
                          <a:spcPts val="0"/>
                        </a:spcBef>
                        <a:spcAft>
                          <a:spcPts val="0"/>
                        </a:spcAft>
                        <a:buNone/>
                      </a:pPr>
                      <a:endParaRPr lang="es-MX"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773000">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Servicios Administrativos</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MX" sz="1000" b="1">
                          <a:latin typeface="Montserrat"/>
                          <a:ea typeface="Montserrat"/>
                          <a:cs typeface="Montserrat"/>
                          <a:sym typeface="Montserrat"/>
                        </a:rPr>
                        <a:t>Gral. Lic. Flavio Alejandro Pérez Alcaraz</a:t>
                      </a:r>
                    </a:p>
                    <a:p>
                      <a:pPr marL="0" lvl="0" indent="0" algn="l" rtl="0">
                        <a:lnSpc>
                          <a:spcPct val="115000"/>
                        </a:lnSpc>
                        <a:spcBef>
                          <a:spcPts val="0"/>
                        </a:spcBef>
                        <a:spcAft>
                          <a:spcPts val="0"/>
                        </a:spcAft>
                        <a:buNone/>
                      </a:pPr>
                      <a:r>
                        <a:rPr lang="es-MX" sz="1000">
                          <a:latin typeface="Montserrat"/>
                          <a:ea typeface="Montserrat"/>
                          <a:cs typeface="Montserrat"/>
                          <a:sym typeface="Montserrat"/>
                        </a:rPr>
                        <a:t>Licenciado en Protección Civil</a:t>
                      </a:r>
                    </a:p>
                    <a:p>
                      <a:pPr marL="0" lvl="0" indent="0" algn="l" rtl="0">
                        <a:lnSpc>
                          <a:spcPct val="115000"/>
                        </a:lnSpc>
                        <a:spcBef>
                          <a:spcPts val="0"/>
                        </a:spcBef>
                        <a:spcAft>
                          <a:spcPts val="0"/>
                        </a:spcAft>
                        <a:buNone/>
                      </a:pPr>
                      <a:r>
                        <a:rPr lang="es-MX" sz="1000">
                          <a:latin typeface="Montserrat"/>
                          <a:ea typeface="Montserrat"/>
                          <a:cs typeface="Montserrat"/>
                          <a:sym typeface="Montserrat"/>
                        </a:rPr>
                        <a:t>Inicio en el cargo: 01 de mayo 2026</a:t>
                      </a:r>
                    </a:p>
                    <a:p>
                      <a:pPr marL="0" lvl="0" indent="0" algn="l" rtl="0">
                        <a:lnSpc>
                          <a:spcPct val="115000"/>
                        </a:lnSpc>
                        <a:spcBef>
                          <a:spcPts val="0"/>
                        </a:spcBef>
                        <a:spcAft>
                          <a:spcPts val="0"/>
                        </a:spcAft>
                        <a:buNone/>
                      </a:pPr>
                      <a:endParaRPr lang="es-MX"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5"/>
                  </a:ext>
                </a:extLst>
              </a:tr>
              <a:tr h="607200">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Jefatura de Servicios Jurídicos</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marR="0" lvl="0" indent="0" algn="l" rtl="0">
                        <a:lnSpc>
                          <a:spcPct val="115000"/>
                        </a:lnSpc>
                        <a:spcBef>
                          <a:spcPts val="0"/>
                        </a:spcBef>
                        <a:spcAft>
                          <a:spcPts val="0"/>
                        </a:spcAft>
                        <a:buClr>
                          <a:srgbClr val="000000"/>
                        </a:buClr>
                        <a:buFont typeface="Arial"/>
                        <a:buNone/>
                      </a:pPr>
                      <a:r>
                        <a:rPr lang="es-MX" sz="1000" b="1" i="0" u="none" strike="noStrike" cap="none">
                          <a:solidFill>
                            <a:schemeClr val="tx1"/>
                          </a:solidFill>
                          <a:latin typeface="Montserrat"/>
                          <a:ea typeface="+mn-ea"/>
                          <a:cs typeface="+mn-cs"/>
                          <a:sym typeface="Arial"/>
                        </a:rPr>
                        <a:t>Lic. Liliana Lezama Carrasco</a:t>
                      </a:r>
                      <a:endParaRPr lang="es-MX" sz="1000" b="1" i="0" u="none" strike="noStrike" cap="none">
                        <a:solidFill>
                          <a:schemeClr val="tx1"/>
                        </a:solidFill>
                        <a:latin typeface="Montserrat"/>
                        <a:sym typeface="Arial"/>
                      </a:endParaRPr>
                    </a:p>
                    <a:p>
                      <a:pPr marL="0" marR="0" lvl="0" indent="0" algn="l" rtl="0">
                        <a:lnSpc>
                          <a:spcPct val="115000"/>
                        </a:lnSpc>
                        <a:spcBef>
                          <a:spcPts val="0"/>
                        </a:spcBef>
                        <a:spcAft>
                          <a:spcPts val="0"/>
                        </a:spcAft>
                        <a:buClr>
                          <a:srgbClr val="000000"/>
                        </a:buClr>
                        <a:buFont typeface="Arial"/>
                        <a:buNone/>
                      </a:pPr>
                      <a:r>
                        <a:rPr lang="es-MX" sz="1000" b="0" i="0" u="none" strike="noStrike" cap="none">
                          <a:solidFill>
                            <a:schemeClr val="tx1"/>
                          </a:solidFill>
                          <a:latin typeface="Montserrat"/>
                          <a:ea typeface="+mn-ea"/>
                          <a:cs typeface="+mn-cs"/>
                          <a:sym typeface="Arial"/>
                        </a:rPr>
                        <a:t>Licenciada en Derecho</a:t>
                      </a:r>
                      <a:endParaRPr lang="es-MX" sz="1000" b="0" i="0" u="none" strike="noStrike" cap="none">
                        <a:solidFill>
                          <a:schemeClr val="tx1"/>
                        </a:solidFill>
                        <a:latin typeface="Montserrat"/>
                        <a:sym typeface="Arial"/>
                      </a:endParaRPr>
                    </a:p>
                    <a:p>
                      <a:pPr marL="0" marR="0" lvl="0" indent="0" algn="l" rtl="0">
                        <a:lnSpc>
                          <a:spcPct val="115000"/>
                        </a:lnSpc>
                        <a:spcBef>
                          <a:spcPts val="0"/>
                        </a:spcBef>
                        <a:spcAft>
                          <a:spcPts val="0"/>
                        </a:spcAft>
                        <a:buClr>
                          <a:srgbClr val="000000"/>
                        </a:buClr>
                        <a:buFont typeface="Arial"/>
                        <a:buNone/>
                      </a:pPr>
                      <a:r>
                        <a:rPr lang="es-MX" sz="1000" b="0" i="0" u="none" strike="noStrike" cap="none">
                          <a:solidFill>
                            <a:schemeClr val="tx1"/>
                          </a:solidFill>
                          <a:latin typeface="Montserrat"/>
                          <a:ea typeface="+mn-ea"/>
                          <a:cs typeface="+mn-cs"/>
                          <a:sym typeface="Arial"/>
                        </a:rPr>
                        <a:t>Inicio en el cargo: 01 de junio 2026</a:t>
                      </a:r>
                      <a:endParaRPr lang="es-MX" sz="1000">
                        <a:solidFill>
                          <a:schemeClr val="lt1"/>
                        </a:solidFill>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s"/>
                        <a:t> </a:t>
                      </a: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773000">
                <a:tc>
                  <a:txBody>
                    <a:bodyPr/>
                    <a:lstStyle/>
                    <a:p>
                      <a:pPr marL="0" lvl="0" indent="0" algn="l" rtl="0">
                        <a:lnSpc>
                          <a:spcPct val="115000"/>
                        </a:lnSpc>
                        <a:spcBef>
                          <a:spcPts val="0"/>
                        </a:spcBef>
                        <a:spcAft>
                          <a:spcPts val="0"/>
                        </a:spcAft>
                        <a:buNone/>
                      </a:pPr>
                      <a:r>
                        <a:rPr lang="es" sz="1000">
                          <a:solidFill>
                            <a:srgbClr val="FFFFFF"/>
                          </a:solidFill>
                          <a:latin typeface="Montserrat"/>
                          <a:ea typeface="Montserrat"/>
                          <a:cs typeface="Montserrat"/>
                          <a:sym typeface="Montserrat"/>
                        </a:rPr>
                        <a:t>Secretario General de la sección XXX</a:t>
                      </a:r>
                      <a:endParaRPr sz="1000">
                        <a:solidFill>
                          <a:srgbClr val="FFFFFF"/>
                        </a:solidFill>
                        <a:latin typeface="Montserrat"/>
                        <a:ea typeface="Montserrat"/>
                        <a:cs typeface="Montserrat"/>
                        <a:sym typeface="Montserrat"/>
                      </a:endParaRPr>
                    </a:p>
                  </a:txBody>
                  <a:tcPr marL="68575" marR="68575" marT="91425" marB="91425"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036457"/>
                    </a:solidFill>
                  </a:tcPr>
                </a:tc>
                <a:tc>
                  <a:txBody>
                    <a:bodyPr/>
                    <a:lstStyle/>
                    <a:p>
                      <a:pPr marL="0" lvl="0" indent="0" algn="l" rtl="0">
                        <a:lnSpc>
                          <a:spcPct val="115000"/>
                        </a:lnSpc>
                        <a:spcBef>
                          <a:spcPts val="0"/>
                        </a:spcBef>
                        <a:spcAft>
                          <a:spcPts val="0"/>
                        </a:spcAft>
                        <a:buNone/>
                      </a:pPr>
                      <a:r>
                        <a:rPr lang="es-MX" sz="1000" b="1">
                          <a:latin typeface="Montserrat"/>
                          <a:ea typeface="Montserrat"/>
                          <a:cs typeface="Montserrat"/>
                          <a:sym typeface="Montserrat"/>
                        </a:rPr>
                        <a:t>Lic. Carlos Rodríguez Trejo</a:t>
                      </a:r>
                    </a:p>
                    <a:p>
                      <a:pPr marL="0" lvl="0" indent="0" algn="l" rtl="0">
                        <a:lnSpc>
                          <a:spcPct val="115000"/>
                        </a:lnSpc>
                        <a:spcBef>
                          <a:spcPts val="0"/>
                        </a:spcBef>
                        <a:spcAft>
                          <a:spcPts val="0"/>
                        </a:spcAft>
                        <a:buNone/>
                      </a:pPr>
                      <a:r>
                        <a:rPr lang="es-MX" sz="1000">
                          <a:latin typeface="Montserrat"/>
                          <a:ea typeface="Montserrat"/>
                          <a:cs typeface="Montserrat"/>
                          <a:sym typeface="Montserrat"/>
                        </a:rPr>
                        <a:t>Licenciado en Trabajo Social</a:t>
                      </a:r>
                    </a:p>
                    <a:p>
                      <a:pPr marL="0" lvl="0" indent="0" algn="l" rtl="0">
                        <a:lnSpc>
                          <a:spcPct val="115000"/>
                        </a:lnSpc>
                        <a:spcBef>
                          <a:spcPts val="0"/>
                        </a:spcBef>
                        <a:spcAft>
                          <a:spcPts val="0"/>
                        </a:spcAft>
                        <a:buNone/>
                      </a:pPr>
                      <a:r>
                        <a:rPr lang="es-MX" sz="1000">
                          <a:latin typeface="Montserrat"/>
                          <a:ea typeface="Montserrat"/>
                          <a:cs typeface="Montserrat"/>
                          <a:sym typeface="Montserrat"/>
                        </a:rPr>
                        <a:t>Inicio en el cargo: 01 de septiembre 2024</a:t>
                      </a:r>
                    </a:p>
                    <a:p>
                      <a:pPr marL="0" lvl="0" indent="0" algn="l" rtl="0">
                        <a:lnSpc>
                          <a:spcPct val="115000"/>
                        </a:lnSpc>
                        <a:spcBef>
                          <a:spcPts val="0"/>
                        </a:spcBef>
                        <a:spcAft>
                          <a:spcPts val="0"/>
                        </a:spcAft>
                        <a:buNone/>
                      </a:pPr>
                      <a:endParaRPr lang="es-MX" sz="1000">
                        <a:latin typeface="Montserrat"/>
                        <a:ea typeface="Montserrat"/>
                        <a:cs typeface="Montserrat"/>
                        <a:sym typeface="Montserrat"/>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endParaRPr/>
                    </a:p>
                  </a:txBody>
                  <a:tcPr marL="68575" marR="68575" marT="91425" marB="91425">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rgbClr val="D9D9D9"/>
                    </a:solidFill>
                  </a:tcPr>
                </a:tc>
                <a:extLst>
                  <a:ext uri="{0D108BD9-81ED-4DB2-BD59-A6C34878D82A}">
                    <a16:rowId xmlns:a16="http://schemas.microsoft.com/office/drawing/2014/main" val="10007"/>
                  </a:ext>
                </a:extLst>
              </a:tr>
            </a:tbl>
          </a:graphicData>
        </a:graphic>
      </p:graphicFrame>
      <p:pic>
        <p:nvPicPr>
          <p:cNvPr id="9" name="Google Shape;69;p15" title="Fotografia Medicos.png">
            <a:extLst>
              <a:ext uri="{FF2B5EF4-FFF2-40B4-BE49-F238E27FC236}">
                <a16:creationId xmlns:a16="http://schemas.microsoft.com/office/drawing/2014/main" id="{340B17F1-703C-67D7-E1F0-6839777F8D89}"/>
              </a:ext>
            </a:extLst>
          </p:cNvPr>
          <p:cNvPicPr preferRelativeResize="0"/>
          <p:nvPr/>
        </p:nvPicPr>
        <p:blipFill>
          <a:blip r:embed="rId2">
            <a:alphaModFix/>
          </a:blip>
          <a:stretch>
            <a:fillRect/>
          </a:stretch>
        </p:blipFill>
        <p:spPr>
          <a:xfrm>
            <a:off x="6432160" y="2402453"/>
            <a:ext cx="658800" cy="792000"/>
          </a:xfrm>
          <a:prstGeom prst="rect">
            <a:avLst/>
          </a:prstGeom>
          <a:noFill/>
          <a:ln>
            <a:noFill/>
          </a:ln>
        </p:spPr>
      </p:pic>
      <p:pic>
        <p:nvPicPr>
          <p:cNvPr id="11" name="Google Shape;70;p15" title="Fotografia Sociales.png">
            <a:extLst>
              <a:ext uri="{FF2B5EF4-FFF2-40B4-BE49-F238E27FC236}">
                <a16:creationId xmlns:a16="http://schemas.microsoft.com/office/drawing/2014/main" id="{8C6DE6AD-145B-D17E-7AE8-597487E051A8}"/>
              </a:ext>
            </a:extLst>
          </p:cNvPr>
          <p:cNvPicPr preferRelativeResize="0"/>
          <p:nvPr/>
        </p:nvPicPr>
        <p:blipFill>
          <a:blip r:embed="rId3">
            <a:alphaModFix/>
          </a:blip>
          <a:stretch>
            <a:fillRect/>
          </a:stretch>
        </p:blipFill>
        <p:spPr>
          <a:xfrm>
            <a:off x="6421000" y="3291245"/>
            <a:ext cx="681120" cy="792000"/>
          </a:xfrm>
          <a:prstGeom prst="rect">
            <a:avLst/>
          </a:prstGeom>
          <a:noFill/>
          <a:ln>
            <a:noFill/>
          </a:ln>
        </p:spPr>
      </p:pic>
      <p:pic>
        <p:nvPicPr>
          <p:cNvPr id="13" name="Google Shape;71;p15" title="Fotografia JAC.png">
            <a:extLst>
              <a:ext uri="{FF2B5EF4-FFF2-40B4-BE49-F238E27FC236}">
                <a16:creationId xmlns:a16="http://schemas.microsoft.com/office/drawing/2014/main" id="{C5776781-9A45-0F9F-4B1C-6BC64F2447AB}"/>
              </a:ext>
            </a:extLst>
          </p:cNvPr>
          <p:cNvPicPr preferRelativeResize="0"/>
          <p:nvPr/>
        </p:nvPicPr>
        <p:blipFill>
          <a:blip r:embed="rId4">
            <a:alphaModFix/>
          </a:blip>
          <a:stretch>
            <a:fillRect/>
          </a:stretch>
        </p:blipFill>
        <p:spPr>
          <a:xfrm>
            <a:off x="6419025" y="4185436"/>
            <a:ext cx="685080" cy="792000"/>
          </a:xfrm>
          <a:prstGeom prst="rect">
            <a:avLst/>
          </a:prstGeom>
          <a:noFill/>
          <a:ln>
            <a:noFill/>
          </a:ln>
        </p:spPr>
      </p:pic>
      <p:pic>
        <p:nvPicPr>
          <p:cNvPr id="15" name="Google Shape;72;p15" title="Fotografia Personal.png">
            <a:extLst>
              <a:ext uri="{FF2B5EF4-FFF2-40B4-BE49-F238E27FC236}">
                <a16:creationId xmlns:a16="http://schemas.microsoft.com/office/drawing/2014/main" id="{96266457-4BFB-0649-E4D3-5DF53B2BEB5E}"/>
              </a:ext>
            </a:extLst>
          </p:cNvPr>
          <p:cNvPicPr preferRelativeResize="0"/>
          <p:nvPr/>
        </p:nvPicPr>
        <p:blipFill>
          <a:blip r:embed="rId5">
            <a:alphaModFix/>
          </a:blip>
          <a:stretch>
            <a:fillRect/>
          </a:stretch>
        </p:blipFill>
        <p:spPr>
          <a:xfrm>
            <a:off x="6419025" y="5133969"/>
            <a:ext cx="685080" cy="792000"/>
          </a:xfrm>
          <a:prstGeom prst="rect">
            <a:avLst/>
          </a:prstGeom>
          <a:noFill/>
          <a:ln>
            <a:noFill/>
          </a:ln>
        </p:spPr>
      </p:pic>
      <p:pic>
        <p:nvPicPr>
          <p:cNvPr id="17" name="Google Shape;73;p15" title="Fotografia Finanzas.png">
            <a:extLst>
              <a:ext uri="{FF2B5EF4-FFF2-40B4-BE49-F238E27FC236}">
                <a16:creationId xmlns:a16="http://schemas.microsoft.com/office/drawing/2014/main" id="{C37103CB-1300-A284-01A9-251FBE8EDAF4}"/>
              </a:ext>
            </a:extLst>
          </p:cNvPr>
          <p:cNvPicPr preferRelativeResize="0"/>
          <p:nvPr/>
        </p:nvPicPr>
        <p:blipFill>
          <a:blip r:embed="rId6">
            <a:alphaModFix/>
          </a:blip>
          <a:stretch>
            <a:fillRect/>
          </a:stretch>
        </p:blipFill>
        <p:spPr>
          <a:xfrm>
            <a:off x="6421356" y="6092982"/>
            <a:ext cx="680400" cy="792000"/>
          </a:xfrm>
          <a:prstGeom prst="rect">
            <a:avLst/>
          </a:prstGeom>
          <a:noFill/>
          <a:ln>
            <a:noFill/>
          </a:ln>
        </p:spPr>
      </p:pic>
      <p:pic>
        <p:nvPicPr>
          <p:cNvPr id="19" name="Google Shape;74;p15" title="Fotografia-Administrativos-2026.png">
            <a:extLst>
              <a:ext uri="{FF2B5EF4-FFF2-40B4-BE49-F238E27FC236}">
                <a16:creationId xmlns:a16="http://schemas.microsoft.com/office/drawing/2014/main" id="{B32A290B-366D-B00F-7B6A-E62D056F2871}"/>
              </a:ext>
            </a:extLst>
          </p:cNvPr>
          <p:cNvPicPr preferRelativeResize="0"/>
          <p:nvPr/>
        </p:nvPicPr>
        <p:blipFill>
          <a:blip r:embed="rId7">
            <a:alphaModFix/>
          </a:blip>
          <a:stretch>
            <a:fillRect/>
          </a:stretch>
        </p:blipFill>
        <p:spPr>
          <a:xfrm>
            <a:off x="6419913" y="6943783"/>
            <a:ext cx="683280" cy="788400"/>
          </a:xfrm>
          <a:prstGeom prst="rect">
            <a:avLst/>
          </a:prstGeom>
          <a:noFill/>
          <a:ln>
            <a:noFill/>
          </a:ln>
        </p:spPr>
      </p:pic>
      <p:pic>
        <p:nvPicPr>
          <p:cNvPr id="21" name="Google Shape;75;p15" title="Fotografia SNTSS.png">
            <a:extLst>
              <a:ext uri="{FF2B5EF4-FFF2-40B4-BE49-F238E27FC236}">
                <a16:creationId xmlns:a16="http://schemas.microsoft.com/office/drawing/2014/main" id="{F65A6429-D099-0B52-A0F8-CD9522E1041D}"/>
              </a:ext>
            </a:extLst>
          </p:cNvPr>
          <p:cNvPicPr preferRelativeResize="0"/>
          <p:nvPr/>
        </p:nvPicPr>
        <p:blipFill>
          <a:blip r:embed="rId8">
            <a:alphaModFix/>
          </a:blip>
          <a:stretch>
            <a:fillRect/>
          </a:stretch>
        </p:blipFill>
        <p:spPr>
          <a:xfrm>
            <a:off x="6421800" y="8565542"/>
            <a:ext cx="679526" cy="788400"/>
          </a:xfrm>
          <a:prstGeom prst="rect">
            <a:avLst/>
          </a:prstGeom>
          <a:noFill/>
          <a:ln>
            <a:noFill/>
          </a:ln>
        </p:spPr>
      </p:pic>
      <p:pic>
        <p:nvPicPr>
          <p:cNvPr id="23" name="Google Shape;76;p15">
            <a:extLst>
              <a:ext uri="{FF2B5EF4-FFF2-40B4-BE49-F238E27FC236}">
                <a16:creationId xmlns:a16="http://schemas.microsoft.com/office/drawing/2014/main" id="{D31CF3EF-175D-72A2-E4CD-89CB34311FBD}"/>
              </a:ext>
            </a:extLst>
          </p:cNvPr>
          <p:cNvPicPr preferRelativeResize="0"/>
          <p:nvPr/>
        </p:nvPicPr>
        <p:blipFill>
          <a:blip r:embed="rId9">
            <a:alphaModFix/>
          </a:blip>
          <a:stretch>
            <a:fillRect/>
          </a:stretch>
        </p:blipFill>
        <p:spPr>
          <a:xfrm>
            <a:off x="603996" y="628657"/>
            <a:ext cx="1459007" cy="1657475"/>
          </a:xfrm>
          <a:prstGeom prst="rect">
            <a:avLst/>
          </a:prstGeom>
          <a:noFill/>
          <a:ln>
            <a:noFill/>
          </a:ln>
        </p:spPr>
      </p:pic>
      <p:sp>
        <p:nvSpPr>
          <p:cNvPr id="25" name="Google Shape;77;p15">
            <a:extLst>
              <a:ext uri="{FF2B5EF4-FFF2-40B4-BE49-F238E27FC236}">
                <a16:creationId xmlns:a16="http://schemas.microsoft.com/office/drawing/2014/main" id="{6D3FA3F5-A011-AF5F-25A9-1E4762970AD6}"/>
              </a:ext>
            </a:extLst>
          </p:cNvPr>
          <p:cNvSpPr txBox="1"/>
          <p:nvPr/>
        </p:nvSpPr>
        <p:spPr>
          <a:xfrm>
            <a:off x="2946400" y="760200"/>
            <a:ext cx="3822600" cy="1278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1100" b="1">
                <a:solidFill>
                  <a:srgbClr val="116957"/>
                </a:solidFill>
                <a:latin typeface="Montserrat"/>
                <a:ea typeface="Montserrat"/>
                <a:cs typeface="Montserrat"/>
                <a:sym typeface="Montserrat"/>
              </a:rPr>
              <a:t>TITULAR DE OOAD TLAXCALA</a:t>
            </a:r>
            <a:endParaRPr sz="1100" b="1">
              <a:solidFill>
                <a:srgbClr val="116957"/>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endParaRPr sz="1100" b="1">
              <a:solidFill>
                <a:srgbClr val="116957"/>
              </a:solidFill>
              <a:latin typeface="Montserrat"/>
              <a:ea typeface="Montserrat"/>
              <a:cs typeface="Montserrat"/>
              <a:sym typeface="Montserrat"/>
            </a:endParaRPr>
          </a:p>
          <a:p>
            <a:pPr marL="0" marR="952500" lvl="0" indent="0" algn="l" rtl="0">
              <a:lnSpc>
                <a:spcPct val="100000"/>
              </a:lnSpc>
              <a:spcBef>
                <a:spcPts val="0"/>
              </a:spcBef>
              <a:spcAft>
                <a:spcPts val="0"/>
              </a:spcAft>
              <a:buClr>
                <a:schemeClr val="dk1"/>
              </a:buClr>
              <a:buSzPts val="1100"/>
              <a:buFont typeface="Arial"/>
              <a:buNone/>
            </a:pPr>
            <a:r>
              <a:rPr lang="es" sz="1100" b="1">
                <a:solidFill>
                  <a:srgbClr val="116957"/>
                </a:solidFill>
                <a:latin typeface="Montserrat"/>
                <a:ea typeface="Montserrat"/>
                <a:cs typeface="Montserrat"/>
                <a:sym typeface="Montserrat"/>
              </a:rPr>
              <a:t>Dr. Saúl Nevárez Jiménez</a:t>
            </a:r>
            <a:endParaRPr sz="1100" b="1">
              <a:solidFill>
                <a:srgbClr val="116957"/>
              </a:solidFill>
              <a:latin typeface="Montserrat"/>
              <a:ea typeface="Montserrat"/>
              <a:cs typeface="Montserrat"/>
              <a:sym typeface="Montserrat"/>
            </a:endParaRPr>
          </a:p>
          <a:p>
            <a:pPr marL="0" marR="952500" lvl="0" indent="0" algn="l" rtl="0">
              <a:lnSpc>
                <a:spcPct val="100000"/>
              </a:lnSpc>
              <a:spcBef>
                <a:spcPts val="0"/>
              </a:spcBef>
              <a:spcAft>
                <a:spcPts val="0"/>
              </a:spcAft>
              <a:buClr>
                <a:schemeClr val="dk1"/>
              </a:buClr>
              <a:buSzPts val="1100"/>
              <a:buFont typeface="Arial"/>
              <a:buNone/>
            </a:pPr>
            <a:endParaRPr sz="1100" b="1">
              <a:solidFill>
                <a:srgbClr val="116957"/>
              </a:solidFill>
              <a:latin typeface="Montserrat"/>
              <a:ea typeface="Montserrat"/>
              <a:cs typeface="Montserrat"/>
              <a:sym typeface="Montserrat"/>
            </a:endParaRPr>
          </a:p>
          <a:p>
            <a:pPr marL="457200" marR="952500" lvl="0" indent="-298450" algn="l" rtl="0">
              <a:lnSpc>
                <a:spcPct val="100000"/>
              </a:lnSpc>
              <a:spcBef>
                <a:spcPts val="0"/>
              </a:spcBef>
              <a:spcAft>
                <a:spcPts val="0"/>
              </a:spcAft>
              <a:buClr>
                <a:schemeClr val="dk1"/>
              </a:buClr>
              <a:buSzPts val="1100"/>
              <a:buFont typeface="Montserrat"/>
              <a:buChar char="●"/>
            </a:pPr>
            <a:r>
              <a:rPr lang="es" sz="1100" b="1">
                <a:solidFill>
                  <a:schemeClr val="dk1"/>
                </a:solidFill>
                <a:latin typeface="Montserrat"/>
                <a:ea typeface="Montserrat"/>
                <a:cs typeface="Montserrat"/>
                <a:sym typeface="Montserrat"/>
              </a:rPr>
              <a:t>Médico del Trabajo</a:t>
            </a:r>
            <a:endParaRPr sz="1100" b="1">
              <a:solidFill>
                <a:schemeClr val="dk1"/>
              </a:solidFill>
              <a:latin typeface="Montserrat"/>
              <a:ea typeface="Montserrat"/>
              <a:cs typeface="Montserrat"/>
              <a:sym typeface="Montserrat"/>
            </a:endParaRPr>
          </a:p>
          <a:p>
            <a:pPr marL="0" marR="952500" lvl="0" indent="0" algn="l" rtl="0">
              <a:lnSpc>
                <a:spcPct val="100000"/>
              </a:lnSpc>
              <a:spcBef>
                <a:spcPts val="0"/>
              </a:spcBef>
              <a:spcAft>
                <a:spcPts val="0"/>
              </a:spcAft>
              <a:buClr>
                <a:schemeClr val="dk1"/>
              </a:buClr>
              <a:buSzPts val="1100"/>
              <a:buFont typeface="Arial"/>
              <a:buNone/>
            </a:pPr>
            <a:endParaRPr sz="1100" b="1">
              <a:solidFill>
                <a:srgbClr val="116957"/>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100" b="1">
                <a:solidFill>
                  <a:srgbClr val="116957"/>
                </a:solidFill>
                <a:latin typeface="Montserrat"/>
                <a:ea typeface="Montserrat"/>
                <a:cs typeface="Montserrat"/>
                <a:sym typeface="Montserrat"/>
              </a:rPr>
              <a:t>Inicio en el cargo: 01 de Julio de 2025</a:t>
            </a:r>
            <a:endParaRPr sz="1100" b="1">
              <a:solidFill>
                <a:srgbClr val="116957"/>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endParaRPr>
          </a:p>
        </p:txBody>
      </p:sp>
      <p:pic>
        <p:nvPicPr>
          <p:cNvPr id="26" name="Imagen 25">
            <a:extLst>
              <a:ext uri="{FF2B5EF4-FFF2-40B4-BE49-F238E27FC236}">
                <a16:creationId xmlns:a16="http://schemas.microsoft.com/office/drawing/2014/main" id="{9DBA1C9B-1755-FE88-F017-C98887FCE937}"/>
              </a:ext>
            </a:extLst>
          </p:cNvPr>
          <p:cNvPicPr>
            <a:picLocks noChangeAspect="1"/>
          </p:cNvPicPr>
          <p:nvPr/>
        </p:nvPicPr>
        <p:blipFill>
          <a:blip r:embed="rId10"/>
          <a:stretch>
            <a:fillRect/>
          </a:stretch>
        </p:blipFill>
        <p:spPr>
          <a:xfrm>
            <a:off x="6432160" y="7750977"/>
            <a:ext cx="683350" cy="792000"/>
          </a:xfrm>
          <a:prstGeom prst="rect">
            <a:avLst/>
          </a:prstGeom>
        </p:spPr>
      </p:pic>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7237361"/>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569950"/>
            <a:ext cx="1153699" cy="684220"/>
          </a:xfrm>
          <a:prstGeom prst="rect">
            <a:avLst/>
          </a:prstGeom>
          <a:noFill/>
          <a:ln>
            <a:noFill/>
          </a:ln>
        </p:spPr>
      </p:pic>
      <p:sp>
        <p:nvSpPr>
          <p:cNvPr id="113" name="Google Shape;113;p2"/>
          <p:cNvSpPr txBox="1"/>
          <p:nvPr/>
        </p:nvSpPr>
        <p:spPr>
          <a:xfrm>
            <a:off x="6810875" y="7242412"/>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a:solidFill>
                  <a:srgbClr val="006455"/>
                </a:solidFill>
                <a:latin typeface="Noto Sans"/>
                <a:ea typeface="Noto Sans"/>
                <a:cs typeface="Noto Sans"/>
                <a:sym typeface="Noto Sans"/>
              </a:rPr>
              <a:t>Personas Trabajadoras Independientes</a:t>
            </a:r>
            <a:endParaRPr sz="700" b="1" i="0" u="none" strike="noStrike" cap="none">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36%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409840" y="4992725"/>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extLst>
              <p:ext uri="{D42A27DB-BD31-4B8C-83A1-F6EECF244321}">
                <p14:modId xmlns:p14="http://schemas.microsoft.com/office/powerpoint/2010/main" val="1099580227"/>
              </p:ext>
            </p:extLst>
          </p:nvPr>
        </p:nvGraphicFramePr>
        <p:xfrm>
          <a:off x="2268000" y="1835841"/>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5947200" y="2004451"/>
            <a:ext cx="1188000" cy="503999"/>
          </a:xfrm>
          <a:prstGeom prst="rect">
            <a:avLst/>
          </a:prstGeom>
          <a:noFill/>
        </p:spPr>
        <p:txBody>
          <a:bodyPr wrap="none"/>
          <a:lstStyle/>
          <a:p>
            <a:pPr algn="l">
              <a:defRPr sz="1400" b="1">
                <a:solidFill>
                  <a:srgbClr val="595959"/>
                </a:solidFill>
                <a:latin typeface="Montserrat"/>
              </a:defRPr>
            </a:pPr>
            <a:r>
              <a:t>528,002</a:t>
            </a:r>
            <a:br/>
            <a:r>
              <a:t>36%</a:t>
            </a:r>
          </a:p>
        </p:txBody>
      </p:sp>
      <p:pic>
        <p:nvPicPr>
          <p:cNvPr id="119" name="Picture 118" descr="imss.png"/>
          <p:cNvPicPr>
            <a:picLocks noChangeAspect="1"/>
          </p:cNvPicPr>
          <p:nvPr/>
        </p:nvPicPr>
        <p:blipFill>
          <a:blip r:embed="rId6"/>
          <a:stretch>
            <a:fillRect/>
          </a:stretch>
        </p:blipFill>
        <p:spPr>
          <a:xfrm>
            <a:off x="5608800" y="2000850"/>
            <a:ext cx="377265" cy="468000"/>
          </a:xfrm>
          <a:prstGeom prst="rect">
            <a:avLst/>
          </a:prstGeom>
        </p:spPr>
      </p:pic>
      <p:sp>
        <p:nvSpPr>
          <p:cNvPr id="120" name="Rectangle 119"/>
          <p:cNvSpPr/>
          <p:nvPr/>
        </p:nvSpPr>
        <p:spPr>
          <a:xfrm>
            <a:off x="5263200" y="2173651"/>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678618" y="4398766"/>
            <a:ext cx="1188000" cy="503999"/>
          </a:xfrm>
          <a:prstGeom prst="rect">
            <a:avLst/>
          </a:prstGeom>
          <a:noFill/>
        </p:spPr>
        <p:txBody>
          <a:bodyPr wrap="none"/>
          <a:lstStyle/>
          <a:p>
            <a:pPr algn="l">
              <a:defRPr sz="1400" b="1">
                <a:solidFill>
                  <a:srgbClr val="595959"/>
                </a:solidFill>
                <a:latin typeface="Montserrat"/>
              </a:defRPr>
            </a:pPr>
            <a:r>
              <a:t>171,928</a:t>
            </a:r>
            <a:br/>
            <a:r>
              <a:t>12%</a:t>
            </a:r>
          </a:p>
        </p:txBody>
      </p:sp>
      <p:pic>
        <p:nvPicPr>
          <p:cNvPr id="122" name="Picture 121" descr="issste.png"/>
          <p:cNvPicPr>
            <a:picLocks noChangeAspect="1"/>
          </p:cNvPicPr>
          <p:nvPr/>
        </p:nvPicPr>
        <p:blipFill>
          <a:blip r:embed="rId7"/>
          <a:stretch>
            <a:fillRect/>
          </a:stretch>
        </p:blipFill>
        <p:spPr>
          <a:xfrm>
            <a:off x="5278218" y="4441966"/>
            <a:ext cx="1437091" cy="468000"/>
          </a:xfrm>
          <a:prstGeom prst="rect">
            <a:avLst/>
          </a:prstGeom>
        </p:spPr>
      </p:pic>
      <p:sp>
        <p:nvSpPr>
          <p:cNvPr id="123" name="Rectangle 122"/>
          <p:cNvSpPr/>
          <p:nvPr/>
        </p:nvSpPr>
        <p:spPr>
          <a:xfrm>
            <a:off x="5069418" y="4621966"/>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40800" y="2932769"/>
            <a:ext cx="1188000" cy="503999"/>
          </a:xfrm>
          <a:prstGeom prst="rect">
            <a:avLst/>
          </a:prstGeom>
          <a:noFill/>
        </p:spPr>
        <p:txBody>
          <a:bodyPr wrap="none"/>
          <a:lstStyle/>
          <a:p>
            <a:pPr algn="r">
              <a:defRPr sz="1400" b="1">
                <a:solidFill>
                  <a:srgbClr val="595959"/>
                </a:solidFill>
                <a:latin typeface="Montserrat"/>
              </a:defRPr>
            </a:pPr>
            <a:r>
              <a:t>759,120</a:t>
            </a:r>
            <a:br/>
            <a:r>
              <a:t>52%</a:t>
            </a:r>
          </a:p>
        </p:txBody>
      </p:sp>
      <p:pic>
        <p:nvPicPr>
          <p:cNvPr id="125" name="Picture 124" descr="29.png"/>
          <p:cNvPicPr>
            <a:picLocks noChangeAspect="1"/>
          </p:cNvPicPr>
          <p:nvPr/>
        </p:nvPicPr>
        <p:blipFill>
          <a:blip r:embed="rId8"/>
          <a:stretch>
            <a:fillRect/>
          </a:stretch>
        </p:blipFill>
        <p:spPr>
          <a:xfrm>
            <a:off x="263082" y="3638369"/>
            <a:ext cx="1904118" cy="468000"/>
          </a:xfrm>
          <a:prstGeom prst="rect">
            <a:avLst/>
          </a:prstGeom>
        </p:spPr>
      </p:pic>
      <p:sp>
        <p:nvSpPr>
          <p:cNvPr id="126" name="Rectangle 125"/>
          <p:cNvSpPr/>
          <p:nvPr/>
        </p:nvSpPr>
        <p:spPr>
          <a:xfrm>
            <a:off x="709200" y="314156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292200" y="1022400"/>
            <a:ext cx="1188000" cy="503999"/>
          </a:xfrm>
          <a:prstGeom prst="rect">
            <a:avLst/>
          </a:prstGeom>
          <a:noFill/>
        </p:spPr>
        <p:txBody>
          <a:bodyPr wrap="none"/>
          <a:lstStyle/>
          <a:p>
            <a:pPr algn="r">
              <a:defRPr sz="1400" b="1">
                <a:solidFill>
                  <a:srgbClr val="595959"/>
                </a:solidFill>
                <a:latin typeface="Montserrat"/>
              </a:defRPr>
            </a:pPr>
            <a:r>
              <a:t>Otros</a:t>
            </a:r>
            <a:br/>
            <a:r>
              <a:t>5,465</a:t>
            </a:r>
            <a:br/>
            <a:r>
              <a:t>0.37%</a:t>
            </a:r>
          </a:p>
        </p:txBody>
      </p:sp>
      <p:pic>
        <p:nvPicPr>
          <p:cNvPr id="128" name="Picture 127" descr="otros.png"/>
          <p:cNvPicPr>
            <a:picLocks noChangeAspect="1"/>
          </p:cNvPicPr>
          <p:nvPr/>
        </p:nvPicPr>
        <p:blipFill>
          <a:blip r:embed="rId9"/>
          <a:stretch>
            <a:fillRect/>
          </a:stretch>
        </p:blipFill>
        <p:spPr>
          <a:xfrm>
            <a:off x="4505400" y="1040400"/>
            <a:ext cx="468000" cy="468000"/>
          </a:xfrm>
          <a:prstGeom prst="rect">
            <a:avLst/>
          </a:prstGeom>
        </p:spPr>
      </p:pic>
      <p:sp>
        <p:nvSpPr>
          <p:cNvPr id="129" name="Rectangle 128"/>
          <p:cNvSpPr/>
          <p:nvPr/>
        </p:nvSpPr>
        <p:spPr>
          <a:xfrm>
            <a:off x="3360600" y="11088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274690" y="3016641"/>
            <a:ext cx="1226619" cy="800219"/>
          </a:xfrm>
          <a:prstGeom prst="rect">
            <a:avLst/>
          </a:prstGeom>
          <a:noFill/>
        </p:spPr>
        <p:txBody>
          <a:bodyPr wrap="none">
            <a:spAutoFit/>
          </a:bodyPr>
          <a:lstStyle/>
          <a:p>
            <a:pPr algn="ctr">
              <a:defRPr sz="1400" b="1">
                <a:solidFill>
                  <a:srgbClr val="9F2241"/>
                </a:solidFill>
                <a:latin typeface="Montserrat"/>
              </a:defRPr>
            </a:pPr>
            <a:r>
              <a:t>Población </a:t>
            </a:r>
            <a:br>
              <a:rPr/>
            </a:br>
            <a:r>
              <a:rPr err="1"/>
              <a:t>estatal</a:t>
            </a:r>
            <a:br>
              <a:rPr/>
            </a:br>
            <a:r>
              <a:rPr sz="1800"/>
              <a:t>1,464,515</a:t>
            </a:r>
            <a:endParaRPr/>
          </a:p>
        </p:txBody>
      </p:sp>
      <p:sp>
        <p:nvSpPr>
          <p:cNvPr id="131" name="TextBox 130"/>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2" name="TextBox 131"/>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3" name="TextBox 132"/>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extLst>
              <p:ext uri="{D42A27DB-BD31-4B8C-83A1-F6EECF244321}">
                <p14:modId xmlns:p14="http://schemas.microsoft.com/office/powerpoint/2010/main" val="2502926914"/>
              </p:ext>
            </p:extLst>
          </p:nvPr>
        </p:nvGraphicFramePr>
        <p:xfrm>
          <a:off x="313200" y="5815149"/>
          <a:ext cx="5364000" cy="352798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solidFill>
                      <a:srgbClr val="006455"/>
                    </a:solidFill>
                  </a:tcPr>
                </a:tc>
                <a:tc>
                  <a:txBody>
                    <a:bodyPr/>
                    <a:lstStyle/>
                    <a:p>
                      <a:pPr algn="ctr">
                        <a:defRPr sz="900" b="1">
                          <a:solidFill>
                            <a:srgbClr val="FFFFFF"/>
                          </a:solidFill>
                          <a:latin typeface="Montserrat"/>
                        </a:defRPr>
                      </a:pPr>
                      <a:r>
                        <a:t>2018</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a:txBody>
                    <a:bodyPr/>
                    <a:lstStyle/>
                    <a:p>
                      <a:pPr algn="ctr">
                        <a:defRPr sz="900" b="1">
                          <a:solidFill>
                            <a:srgbClr val="FFFFFF"/>
                          </a:solidFill>
                          <a:latin typeface="Montserrat"/>
                        </a:defRPr>
                      </a:pPr>
                      <a:r>
                        <a:t>Variación</a:t>
                      </a:r>
                    </a:p>
                  </a:txBody>
                  <a:tcP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409,814</a:t>
                      </a:r>
                    </a:p>
                  </a:txBody>
                  <a:tcPr>
                    <a:solidFill>
                      <a:srgbClr val="EBD2D9"/>
                    </a:solidFill>
                  </a:tcPr>
                </a:tc>
                <a:tc>
                  <a:txBody>
                    <a:bodyPr/>
                    <a:lstStyle/>
                    <a:p>
                      <a:pPr algn="ctr">
                        <a:defRPr sz="900" b="1">
                          <a:solidFill>
                            <a:srgbClr val="000000"/>
                          </a:solidFill>
                          <a:latin typeface="Montserrat"/>
                        </a:defRPr>
                      </a:pPr>
                      <a:r>
                        <a:t>528,002</a:t>
                      </a:r>
                    </a:p>
                  </a:txBody>
                  <a:tcPr>
                    <a:solidFill>
                      <a:srgbClr val="EBD2D9"/>
                    </a:solidFill>
                  </a:tcPr>
                </a:tc>
                <a:tc>
                  <a:txBody>
                    <a:bodyPr/>
                    <a:lstStyle/>
                    <a:p>
                      <a:pPr algn="ctr">
                        <a:defRPr sz="900" b="1">
                          <a:solidFill>
                            <a:srgbClr val="000000"/>
                          </a:solidFill>
                          <a:latin typeface="Montserrat"/>
                        </a:defRPr>
                      </a:pPr>
                      <a:r>
                        <a:t>29%</a:t>
                      </a:r>
                    </a:p>
                  </a:txBody>
                  <a:tcP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225,427</a:t>
                      </a:r>
                    </a:p>
                  </a:txBody>
                  <a:tcPr>
                    <a:solidFill>
                      <a:srgbClr val="EBD2D9"/>
                    </a:solidFill>
                  </a:tcPr>
                </a:tc>
                <a:tc>
                  <a:txBody>
                    <a:bodyPr/>
                    <a:lstStyle/>
                    <a:p>
                      <a:pPr algn="ctr">
                        <a:defRPr sz="900" b="1">
                          <a:solidFill>
                            <a:srgbClr val="000000"/>
                          </a:solidFill>
                          <a:latin typeface="Montserrat"/>
                        </a:defRPr>
                      </a:pPr>
                      <a:r>
                        <a:t>327,846</a:t>
                      </a:r>
                    </a:p>
                  </a:txBody>
                  <a:tcPr>
                    <a:solidFill>
                      <a:srgbClr val="EBD2D9"/>
                    </a:solidFill>
                  </a:tcPr>
                </a:tc>
                <a:tc>
                  <a:txBody>
                    <a:bodyPr/>
                    <a:lstStyle/>
                    <a:p>
                      <a:pPr algn="ctr">
                        <a:defRPr sz="900" b="1">
                          <a:solidFill>
                            <a:srgbClr val="000000"/>
                          </a:solidFill>
                          <a:latin typeface="Montserrat"/>
                        </a:defRPr>
                      </a:pPr>
                      <a:r>
                        <a:t>45%</a:t>
                      </a:r>
                    </a:p>
                  </a:txBody>
                  <a:tcP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100,979</a:t>
                      </a:r>
                    </a:p>
                  </a:txBody>
                  <a:tcPr>
                    <a:solidFill>
                      <a:srgbClr val="F8F4EC"/>
                    </a:solidFill>
                  </a:tcPr>
                </a:tc>
                <a:tc>
                  <a:txBody>
                    <a:bodyPr/>
                    <a:lstStyle/>
                    <a:p>
                      <a:pPr algn="ctr">
                        <a:defRPr sz="900" b="1">
                          <a:solidFill>
                            <a:srgbClr val="000000"/>
                          </a:solidFill>
                          <a:latin typeface="Montserrat"/>
                        </a:defRPr>
                      </a:pPr>
                      <a:r>
                        <a:t>117,128</a:t>
                      </a:r>
                    </a:p>
                  </a:txBody>
                  <a:tcPr>
                    <a:solidFill>
                      <a:srgbClr val="F8F4EC"/>
                    </a:solidFill>
                  </a:tcPr>
                </a:tc>
                <a:tc>
                  <a:txBody>
                    <a:bodyPr/>
                    <a:lstStyle/>
                    <a:p>
                      <a:pPr algn="ctr">
                        <a:defRPr sz="900" b="1">
                          <a:solidFill>
                            <a:srgbClr val="000000"/>
                          </a:solidFill>
                          <a:latin typeface="Montserrat"/>
                        </a:defRPr>
                      </a:pPr>
                      <a:r>
                        <a:t>16%</a:t>
                      </a:r>
                    </a:p>
                  </a:txBody>
                  <a:tcP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31,290</a:t>
                      </a:r>
                    </a:p>
                  </a:txBody>
                  <a:tcPr>
                    <a:solidFill>
                      <a:srgbClr val="FFFFFF"/>
                    </a:solidFill>
                  </a:tcPr>
                </a:tc>
                <a:tc>
                  <a:txBody>
                    <a:bodyPr/>
                    <a:lstStyle/>
                    <a:p>
                      <a:pPr algn="ctr">
                        <a:defRPr sz="900">
                          <a:solidFill>
                            <a:srgbClr val="000000"/>
                          </a:solidFill>
                          <a:latin typeface="Montserrat"/>
                        </a:defRPr>
                      </a:pPr>
                      <a:r>
                        <a:t>47,120</a:t>
                      </a:r>
                    </a:p>
                  </a:txBody>
                  <a:tcPr>
                    <a:solidFill>
                      <a:srgbClr val="FFFFFF"/>
                    </a:solidFill>
                  </a:tcPr>
                </a:tc>
                <a:tc>
                  <a:txBody>
                    <a:bodyPr/>
                    <a:lstStyle/>
                    <a:p>
                      <a:pPr algn="ctr">
                        <a:defRPr sz="900">
                          <a:solidFill>
                            <a:srgbClr val="000000"/>
                          </a:solidFill>
                          <a:latin typeface="Montserrat"/>
                        </a:defRPr>
                      </a:pPr>
                      <a:r>
                        <a:t>51%</a:t>
                      </a:r>
                    </a:p>
                  </a:txBody>
                  <a:tcP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4,953</a:t>
                      </a:r>
                    </a:p>
                  </a:txBody>
                  <a:tcPr>
                    <a:solidFill>
                      <a:srgbClr val="FFFFFF"/>
                    </a:solidFill>
                  </a:tcPr>
                </a:tc>
                <a:tc>
                  <a:txBody>
                    <a:bodyPr/>
                    <a:lstStyle/>
                    <a:p>
                      <a:pPr algn="ctr">
                        <a:defRPr sz="900">
                          <a:solidFill>
                            <a:srgbClr val="000000"/>
                          </a:solidFill>
                          <a:latin typeface="Montserrat"/>
                        </a:defRPr>
                      </a:pPr>
                      <a:r>
                        <a:t>5,030</a:t>
                      </a:r>
                    </a:p>
                  </a:txBody>
                  <a:tcPr>
                    <a:solidFill>
                      <a:srgbClr val="FFFFFF"/>
                    </a:solidFill>
                  </a:tcPr>
                </a:tc>
                <a:tc>
                  <a:txBody>
                    <a:bodyPr/>
                    <a:lstStyle/>
                    <a:p>
                      <a:pPr algn="ctr">
                        <a:defRPr sz="90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88,205</a:t>
                      </a:r>
                    </a:p>
                  </a:txBody>
                  <a:tcPr>
                    <a:solidFill>
                      <a:srgbClr val="CCE0DD"/>
                    </a:solidFill>
                  </a:tcPr>
                </a:tc>
                <a:tc>
                  <a:txBody>
                    <a:bodyPr/>
                    <a:lstStyle/>
                    <a:p>
                      <a:pPr algn="ctr">
                        <a:defRPr sz="900" b="1">
                          <a:solidFill>
                            <a:srgbClr val="000000"/>
                          </a:solidFill>
                          <a:latin typeface="Montserrat"/>
                        </a:defRPr>
                      </a:pPr>
                      <a:r>
                        <a:t>109,374</a:t>
                      </a:r>
                    </a:p>
                  </a:txBody>
                  <a:tcPr>
                    <a:solidFill>
                      <a:srgbClr val="CCE0DD"/>
                    </a:solidFill>
                  </a:tcPr>
                </a:tc>
                <a:tc>
                  <a:txBody>
                    <a:bodyPr/>
                    <a:lstStyle/>
                    <a:p>
                      <a:pPr algn="ctr">
                        <a:defRPr sz="900" b="1">
                          <a:solidFill>
                            <a:srgbClr val="000000"/>
                          </a:solidFill>
                          <a:latin typeface="Montserrat"/>
                        </a:defRPr>
                      </a:pPr>
                      <a:r>
                        <a:t>24%</a:t>
                      </a:r>
                    </a:p>
                  </a:txBody>
                  <a:tcP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86,474</a:t>
                      </a:r>
                    </a:p>
                  </a:txBody>
                  <a:tcPr>
                    <a:solidFill>
                      <a:srgbClr val="FFFFFF"/>
                    </a:solidFill>
                  </a:tcPr>
                </a:tc>
                <a:tc>
                  <a:txBody>
                    <a:bodyPr/>
                    <a:lstStyle/>
                    <a:p>
                      <a:pPr algn="ctr">
                        <a:defRPr sz="900">
                          <a:solidFill>
                            <a:srgbClr val="000000"/>
                          </a:solidFill>
                          <a:latin typeface="Montserrat"/>
                        </a:defRPr>
                      </a:pPr>
                      <a:r>
                        <a:t>108,311</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1,312</a:t>
                      </a:r>
                    </a:p>
                  </a:txBody>
                  <a:tcPr>
                    <a:solidFill>
                      <a:srgbClr val="FFFFFF"/>
                    </a:solidFill>
                  </a:tcPr>
                </a:tc>
                <a:tc>
                  <a:txBody>
                    <a:bodyPr/>
                    <a:lstStyle/>
                    <a:p>
                      <a:pPr algn="ctr">
                        <a:defRPr sz="900">
                          <a:solidFill>
                            <a:srgbClr val="000000"/>
                          </a:solidFill>
                          <a:latin typeface="Montserrat"/>
                        </a:defRPr>
                      </a:pPr>
                      <a:r>
                        <a:t>306</a:t>
                      </a:r>
                    </a:p>
                  </a:txBody>
                  <a:tcPr>
                    <a:solidFill>
                      <a:srgbClr val="FFFFFF"/>
                    </a:solidFill>
                  </a:tcPr>
                </a:tc>
                <a:tc>
                  <a:txBody>
                    <a:bodyPr/>
                    <a:lstStyle/>
                    <a:p>
                      <a:pPr algn="ctr">
                        <a:defRPr sz="900">
                          <a:solidFill>
                            <a:srgbClr val="000000"/>
                          </a:solidFill>
                          <a:latin typeface="Montserrat"/>
                        </a:defRPr>
                      </a:pPr>
                      <a:r>
                        <a:t>-77%</a:t>
                      </a:r>
                    </a:p>
                  </a:txBody>
                  <a:tcP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419</a:t>
                      </a:r>
                    </a:p>
                  </a:txBody>
                  <a:tcPr>
                    <a:solidFill>
                      <a:srgbClr val="FFFFFF"/>
                    </a:solidFill>
                  </a:tcPr>
                </a:tc>
                <a:tc>
                  <a:txBody>
                    <a:bodyPr/>
                    <a:lstStyle/>
                    <a:p>
                      <a:pPr algn="ctr">
                        <a:defRPr sz="900">
                          <a:solidFill>
                            <a:srgbClr val="000000"/>
                          </a:solidFill>
                          <a:latin typeface="Montserrat"/>
                        </a:defRPr>
                      </a:pPr>
                      <a:r>
                        <a:t>757</a:t>
                      </a:r>
                    </a:p>
                  </a:txBody>
                  <a:tcPr>
                    <a:solidFill>
                      <a:srgbClr val="FFFFFF"/>
                    </a:solidFill>
                  </a:tcPr>
                </a:tc>
                <a:tc>
                  <a:txBody>
                    <a:bodyPr/>
                    <a:lstStyle/>
                    <a:p>
                      <a:pPr algn="ctr">
                        <a:defRPr sz="900">
                          <a:solidFill>
                            <a:srgbClr val="000000"/>
                          </a:solidFill>
                          <a:latin typeface="Montserrat"/>
                        </a:defRPr>
                      </a:pPr>
                      <a:r>
                        <a:t>81%</a:t>
                      </a:r>
                    </a:p>
                  </a:txBody>
                  <a:tcP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184,387</a:t>
                      </a:r>
                    </a:p>
                  </a:txBody>
                  <a:tcPr>
                    <a:solidFill>
                      <a:srgbClr val="EBD2D9"/>
                    </a:solidFill>
                  </a:tcPr>
                </a:tc>
                <a:tc>
                  <a:txBody>
                    <a:bodyPr/>
                    <a:lstStyle/>
                    <a:p>
                      <a:pPr algn="ctr">
                        <a:defRPr sz="900" b="1">
                          <a:solidFill>
                            <a:srgbClr val="000000"/>
                          </a:solidFill>
                          <a:latin typeface="Montserrat"/>
                        </a:defRPr>
                      </a:pPr>
                      <a:r>
                        <a:t>200,156</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62,736</a:t>
                      </a:r>
                    </a:p>
                  </a:txBody>
                  <a:tcPr>
                    <a:solidFill>
                      <a:srgbClr val="FFFFFF"/>
                    </a:solidFill>
                  </a:tcPr>
                </a:tc>
                <a:tc>
                  <a:txBody>
                    <a:bodyPr/>
                    <a:lstStyle/>
                    <a:p>
                      <a:pPr algn="ctr">
                        <a:defRPr sz="900">
                          <a:solidFill>
                            <a:srgbClr val="000000"/>
                          </a:solidFill>
                          <a:latin typeface="Montserrat"/>
                        </a:defRPr>
                      </a:pPr>
                      <a:r>
                        <a:t>72,402</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90,311</a:t>
                      </a:r>
                    </a:p>
                  </a:txBody>
                  <a:tcPr>
                    <a:solidFill>
                      <a:srgbClr val="FFFFFF"/>
                    </a:solidFill>
                  </a:tcPr>
                </a:tc>
                <a:tc>
                  <a:txBody>
                    <a:bodyPr/>
                    <a:lstStyle/>
                    <a:p>
                      <a:pPr algn="ctr">
                        <a:defRPr sz="900">
                          <a:solidFill>
                            <a:srgbClr val="000000"/>
                          </a:solidFill>
                          <a:latin typeface="Montserrat"/>
                        </a:defRPr>
                      </a:pPr>
                      <a:r>
                        <a:t>82,519</a:t>
                      </a:r>
                    </a:p>
                  </a:txBody>
                  <a:tcPr>
                    <a:solidFill>
                      <a:srgbClr val="FFFFFF"/>
                    </a:solidFill>
                  </a:tcPr>
                </a:tc>
                <a:tc>
                  <a:txBody>
                    <a:bodyPr/>
                    <a:lstStyle/>
                    <a:p>
                      <a:pPr algn="ctr">
                        <a:defRPr sz="900">
                          <a:solidFill>
                            <a:srgbClr val="000000"/>
                          </a:solidFill>
                          <a:latin typeface="Montserrat"/>
                        </a:defRPr>
                      </a:pPr>
                      <a:r>
                        <a:t>-9%</a:t>
                      </a:r>
                    </a:p>
                  </a:txBody>
                  <a:tcP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31,340</a:t>
                      </a:r>
                    </a:p>
                  </a:txBody>
                  <a:tcPr>
                    <a:solidFill>
                      <a:srgbClr val="FFFFFF"/>
                    </a:solidFill>
                  </a:tcPr>
                </a:tc>
                <a:tc>
                  <a:txBody>
                    <a:bodyPr/>
                    <a:lstStyle/>
                    <a:p>
                      <a:pPr algn="ctr">
                        <a:defRPr sz="900">
                          <a:solidFill>
                            <a:srgbClr val="000000"/>
                          </a:solidFill>
                          <a:latin typeface="Montserrat"/>
                        </a:defRPr>
                      </a:pPr>
                      <a:r>
                        <a:t>45,235</a:t>
                      </a:r>
                    </a:p>
                  </a:txBody>
                  <a:tcPr>
                    <a:solidFill>
                      <a:srgbClr val="FFFFFF"/>
                    </a:solidFill>
                  </a:tcPr>
                </a:tc>
                <a:tc>
                  <a:txBody>
                    <a:bodyPr/>
                    <a:lstStyle/>
                    <a:p>
                      <a:pPr algn="ctr">
                        <a:defRPr sz="900">
                          <a:solidFill>
                            <a:srgbClr val="000000"/>
                          </a:solidFill>
                          <a:latin typeface="Montserrat"/>
                        </a:defRPr>
                      </a:pPr>
                      <a:r>
                        <a:t>44%</a:t>
                      </a:r>
                    </a:p>
                  </a:txBody>
                  <a:tcPr>
                    <a:solidFill>
                      <a:srgbClr val="FFFFFF"/>
                    </a:solidFill>
                  </a:tcPr>
                </a:tc>
                <a:extLst>
                  <a:ext uri="{0D108BD9-81ED-4DB2-BD59-A6C34878D82A}">
                    <a16:rowId xmlns:a16="http://schemas.microsoft.com/office/drawing/2014/main" val="10013"/>
                  </a:ext>
                </a:extLst>
              </a:tr>
            </a:tbl>
          </a:graphicData>
        </a:graphic>
      </p:graphicFrame>
      <p:graphicFrame>
        <p:nvGraphicFramePr>
          <p:cNvPr id="135" name="Table 134"/>
          <p:cNvGraphicFramePr>
            <a:graphicFrameLocks noGrp="1"/>
          </p:cNvGraphicFramePr>
          <p:nvPr>
            <p:extLst>
              <p:ext uri="{D42A27DB-BD31-4B8C-83A1-F6EECF244321}">
                <p14:modId xmlns:p14="http://schemas.microsoft.com/office/powerpoint/2010/main" val="1622220600"/>
              </p:ext>
            </p:extLst>
          </p:nvPr>
        </p:nvGraphicFramePr>
        <p:xfrm>
          <a:off x="5792400" y="6232749"/>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601</a:t>
                      </a:r>
                    </a:p>
                  </a:txBody>
                  <a:tcPr>
                    <a:solidFill>
                      <a:srgbClr val="F8F4EC"/>
                    </a:solidFill>
                  </a:tcPr>
                </a:tc>
                <a:tc>
                  <a:txBody>
                    <a:bodyPr/>
                    <a:lstStyle/>
                    <a:p>
                      <a:pPr algn="ctr">
                        <a:defRPr sz="900" b="1">
                          <a:latin typeface="Montserrat"/>
                        </a:defRPr>
                      </a:pPr>
                      <a:r>
                        <a:t>810</a:t>
                      </a:r>
                    </a:p>
                  </a:txBody>
                  <a:tcPr>
                    <a:solidFill>
                      <a:srgbClr val="F8F4EC"/>
                    </a:solidFill>
                  </a:tcPr>
                </a:tc>
                <a:tc>
                  <a:txBody>
                    <a:bodyPr/>
                    <a:lstStyle/>
                    <a:p>
                      <a:pPr algn="ctr">
                        <a:defRPr sz="900" b="1">
                          <a:latin typeface="Montserrat"/>
                        </a:defRPr>
                      </a:pPr>
                      <a:r>
                        <a:t>34%</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4235722395"/>
              </p:ext>
            </p:extLst>
          </p:nvPr>
        </p:nvGraphicFramePr>
        <p:xfrm>
          <a:off x="5792400" y="7813149"/>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2,916</a:t>
                      </a:r>
                    </a:p>
                  </a:txBody>
                  <a:tcPr>
                    <a:solidFill>
                      <a:srgbClr val="F8F4EC"/>
                    </a:solidFill>
                  </a:tcPr>
                </a:tc>
                <a:tc>
                  <a:txBody>
                    <a:bodyPr/>
                    <a:lstStyle/>
                    <a:p>
                      <a:pPr algn="ctr">
                        <a:defRPr sz="900" b="1">
                          <a:latin typeface="Montserrat"/>
                        </a:defRPr>
                      </a:pPr>
                      <a:r>
                        <a:t>3,663</a:t>
                      </a:r>
                    </a:p>
                  </a:txBody>
                  <a:tcPr>
                    <a:solidFill>
                      <a:srgbClr val="F8F4EC"/>
                    </a:solidFill>
                  </a:tcPr>
                </a:tc>
                <a:tc>
                  <a:txBody>
                    <a:bodyPr/>
                    <a:lstStyle/>
                    <a:p>
                      <a:pPr algn="ctr">
                        <a:defRPr sz="900" b="1">
                          <a:latin typeface="Montserrat"/>
                        </a:defRPr>
                      </a:pPr>
                      <a:r>
                        <a:t>26%</a:t>
                      </a:r>
                    </a:p>
                  </a:txBody>
                  <a:tcPr>
                    <a:solidFill>
                      <a:srgbClr val="F8F4EC"/>
                    </a:solidFill>
                  </a:tcPr>
                </a:tc>
                <a:extLst>
                  <a:ext uri="{0D108BD9-81ED-4DB2-BD59-A6C34878D82A}">
                    <a16:rowId xmlns:a16="http://schemas.microsoft.com/office/drawing/2014/main" val="10002"/>
                  </a:ext>
                </a:extLst>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cxnSp>
        <p:nvCxnSpPr>
          <p:cNvPr id="4" name="Conector recto 3">
            <a:extLst>
              <a:ext uri="{FF2B5EF4-FFF2-40B4-BE49-F238E27FC236}">
                <a16:creationId xmlns:a16="http://schemas.microsoft.com/office/drawing/2014/main" id="{4E7951BF-30D5-C88A-BAF5-70DB2A65E862}"/>
              </a:ext>
            </a:extLst>
          </p:cNvPr>
          <p:cNvCxnSpPr>
            <a:cxnSpLocks/>
          </p:cNvCxnSpPr>
          <p:nvPr/>
        </p:nvCxnSpPr>
        <p:spPr>
          <a:xfrm flipH="1">
            <a:off x="3886200" y="1680972"/>
            <a:ext cx="112561" cy="307851"/>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3746970916"/>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9_tlax.png"/>
          <p:cNvPicPr>
            <a:picLocks noChangeAspect="1"/>
          </p:cNvPicPr>
          <p:nvPr/>
        </p:nvPicPr>
        <p:blipFill>
          <a:blip r:embed="rId4"/>
          <a:stretch>
            <a:fillRect/>
          </a:stretch>
        </p:blipFill>
        <p:spPr>
          <a:xfrm>
            <a:off x="1218025" y="1128560"/>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877632570"/>
              </p:ext>
            </p:extLst>
          </p:nvPr>
        </p:nvGraphicFramePr>
        <p:xfrm>
          <a:off x="1706400" y="7827164"/>
          <a:ext cx="4359600" cy="1262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r>
                        <a:rPr lang="es-MX" sz="1000">
                          <a:latin typeface="Montserrat"/>
                        </a:rPr>
                        <a:t>  </a:t>
                      </a:r>
                      <a:r>
                        <a:rPr lang="es-MX" sz="1000" baseline="30000">
                          <a:latin typeface="Montserrat"/>
                        </a:rPr>
                        <a:t>1</a:t>
                      </a:r>
                      <a:endParaRPr sz="1000" baseline="30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r>
                        <a:rPr sz="700">
                          <a:latin typeface="Montserrat"/>
                        </a:rPr>
                        <a:t> </a:t>
                      </a:r>
                      <a:endParaRPr sz="700" baseline="30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a:t>
                      </a:r>
                      <a:r>
                        <a:rPr lang="es-MX" sz="1000">
                          <a:latin typeface="Montserrat"/>
                        </a:rPr>
                        <a:t>5</a:t>
                      </a:r>
                      <a:endParaRPr sz="1000">
                        <a:latin typeface="Montserrat"/>
                      </a:endParaRP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207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100</a:t>
                      </a: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ctr">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a:t>
                      </a:r>
                      <a:r>
                        <a:rPr lang="es-MX" sz="1000">
                          <a:latin typeface="Montserrat"/>
                        </a:rPr>
                        <a:t>5</a:t>
                      </a:r>
                      <a:endParaRPr sz="1000">
                        <a:latin typeface="Montserrat"/>
                      </a:endParaRP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2635289735"/>
              </p:ext>
            </p:extLst>
          </p:nvPr>
        </p:nvGraphicFramePr>
        <p:xfrm>
          <a:off x="1218025" y="5778178"/>
          <a:ext cx="2026800" cy="117360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2934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extLst>
                  <a:ext uri="{0D108BD9-81ED-4DB2-BD59-A6C34878D82A}">
                    <a16:rowId xmlns:a16="http://schemas.microsoft.com/office/drawing/2014/main" val="10001"/>
                  </a:ext>
                </a:extLst>
              </a:tr>
              <a:tr h="2934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2"/>
                  </a:ext>
                </a:extLst>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sp>
        <p:nvSpPr>
          <p:cNvPr id="137" name="TextBox 136"/>
          <p:cNvSpPr txBox="1"/>
          <p:nvPr/>
        </p:nvSpPr>
        <p:spPr>
          <a:xfrm>
            <a:off x="212400" y="9540000"/>
            <a:ext cx="7200000" cy="123111"/>
          </a:xfrm>
          <a:prstGeom prst="rect">
            <a:avLst/>
          </a:prstGeom>
          <a:noFill/>
        </p:spPr>
        <p:txBody>
          <a:bodyPr wrap="square" lIns="0" tIns="0" rIns="0" bIns="0">
            <a:spAutoFit/>
          </a:bodyPr>
          <a:lstStyle/>
          <a:p>
            <a:pPr algn="l">
              <a:defRPr sz="700">
                <a:solidFill>
                  <a:srgbClr val="FFFFFF"/>
                </a:solidFill>
                <a:latin typeface="Montserrat"/>
              </a:defRPr>
            </a:pPr>
            <a:r>
              <a:rPr sz="800"/>
              <a:t>¹ </a:t>
            </a:r>
            <a:r>
              <a:rPr sz="800" err="1"/>
              <a:t>Incluye</a:t>
            </a:r>
            <a:r>
              <a:rPr sz="800"/>
              <a:t> 14 UMF y no </a:t>
            </a:r>
            <a:r>
              <a:rPr sz="800" err="1"/>
              <a:t>incluye</a:t>
            </a:r>
            <a:r>
              <a:rPr sz="800"/>
              <a:t> 2 </a:t>
            </a:r>
            <a:r>
              <a:rPr sz="800" err="1"/>
              <a:t>Unidades</a:t>
            </a:r>
            <a:r>
              <a:rPr sz="800"/>
              <a:t> </a:t>
            </a:r>
            <a:r>
              <a:rPr sz="800" err="1"/>
              <a:t>Auxiliares</a:t>
            </a:r>
            <a:r>
              <a:rPr sz="800"/>
              <a:t> de Medicina Familiar.</a:t>
            </a:r>
          </a:p>
        </p:txBody>
      </p:sp>
      <p:sp>
        <p:nvSpPr>
          <p:cNvPr id="138" name="TextBox 137"/>
          <p:cNvSpPr txBox="1"/>
          <p:nvPr/>
        </p:nvSpPr>
        <p:spPr>
          <a:xfrm>
            <a:off x="273360" y="9697800"/>
            <a:ext cx="2408880" cy="123111"/>
          </a:xfrm>
          <a:prstGeom prst="rect">
            <a:avLst/>
          </a:prstGeom>
          <a:noFill/>
        </p:spPr>
        <p:txBody>
          <a:bodyPr wrap="square" lIns="0" tIns="0" rIns="0" bIns="0">
            <a:spAutoFit/>
          </a:bodyPr>
          <a:lstStyle/>
          <a:p>
            <a:pPr algn="l">
              <a:defRPr sz="700">
                <a:solidFill>
                  <a:srgbClr val="FFFFFF"/>
                </a:solidFill>
                <a:latin typeface="Montserrat"/>
              </a:defRPr>
            </a:pPr>
            <a:r>
              <a:rPr sz="800"/>
              <a:t>Corte de </a:t>
            </a:r>
            <a:r>
              <a:rPr sz="800" err="1"/>
              <a:t>información</a:t>
            </a:r>
            <a:r>
              <a:rPr sz="800"/>
              <a:t>: ma</a:t>
            </a:r>
            <a:r>
              <a:rPr lang="es-MX" sz="800"/>
              <a:t>y</a:t>
            </a:r>
            <a:r>
              <a:rPr sz="800"/>
              <a:t>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6;g3d0b4d3c5c9_0_54">
            <a:extLst>
              <a:ext uri="{FF2B5EF4-FFF2-40B4-BE49-F238E27FC236}">
                <a16:creationId xmlns:a16="http://schemas.microsoft.com/office/drawing/2014/main" id="{5A9C2567-E31B-127E-A2E1-E511DDF8025D}"/>
              </a:ext>
            </a:extLst>
          </p:cNvPr>
          <p:cNvGraphicFramePr/>
          <p:nvPr>
            <p:extLst>
              <p:ext uri="{D42A27DB-BD31-4B8C-83A1-F6EECF244321}">
                <p14:modId xmlns:p14="http://schemas.microsoft.com/office/powerpoint/2010/main" val="3266337779"/>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a:solidFill>
                            <a:srgbClr val="A42145"/>
                          </a:solidFill>
                          <a:latin typeface="Montserrat"/>
                          <a:ea typeface="Montserrat"/>
                          <a:cs typeface="Montserrat"/>
                          <a:sym typeface="Montserrat"/>
                        </a:rPr>
                        <a:t>Primer hospital en la entidad:</a:t>
                      </a:r>
                      <a:endParaRPr sz="1800" b="1">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a:solidFill>
                            <a:srgbClr val="BC955C"/>
                          </a:solidFill>
                          <a:latin typeface="Montserrat"/>
                          <a:ea typeface="Montserrat"/>
                          <a:cs typeface="Montserrat"/>
                          <a:sym typeface="Montserrat"/>
                        </a:rPr>
                        <a:t>Clínica Hospital T‑2, Ciudad de Tlaxcala</a:t>
                      </a:r>
                      <a:endParaRPr sz="1800" b="1">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8;g3d0b4d3c5c9_0_54">
            <a:extLst>
              <a:ext uri="{FF2B5EF4-FFF2-40B4-BE49-F238E27FC236}">
                <a16:creationId xmlns:a16="http://schemas.microsoft.com/office/drawing/2014/main" id="{71DA7FAB-3416-843B-FDE3-484E97F332DC}"/>
              </a:ext>
            </a:extLst>
          </p:cNvPr>
          <p:cNvPicPr preferRelativeResize="0"/>
          <p:nvPr/>
        </p:nvPicPr>
        <p:blipFill>
          <a:blip r:embed="rId4">
            <a:alphaModFix/>
          </a:blip>
          <a:stretch>
            <a:fillRect/>
          </a:stretch>
        </p:blipFill>
        <p:spPr>
          <a:xfrm>
            <a:off x="146304" y="2559354"/>
            <a:ext cx="2928200" cy="1662291"/>
          </a:xfrm>
          <a:prstGeom prst="rect">
            <a:avLst/>
          </a:prstGeom>
          <a:noFill/>
          <a:ln>
            <a:noFill/>
          </a:ln>
        </p:spPr>
      </p:pic>
      <p:sp>
        <p:nvSpPr>
          <p:cNvPr id="7" name="CuadroTexto 6">
            <a:extLst>
              <a:ext uri="{FF2B5EF4-FFF2-40B4-BE49-F238E27FC236}">
                <a16:creationId xmlns:a16="http://schemas.microsoft.com/office/drawing/2014/main" id="{53588435-3CBD-4713-64D1-1901EAA096DC}"/>
              </a:ext>
            </a:extLst>
          </p:cNvPr>
          <p:cNvSpPr txBox="1"/>
          <p:nvPr/>
        </p:nvSpPr>
        <p:spPr>
          <a:xfrm>
            <a:off x="3170116" y="1778521"/>
            <a:ext cx="4315434" cy="3393237"/>
          </a:xfrm>
          <a:prstGeom prst="rect">
            <a:avLst/>
          </a:prstGeom>
          <a:noFill/>
        </p:spPr>
        <p:txBody>
          <a:bodyPr wrap="square" lIns="91440" tIns="45720" rIns="91440" bIns="45720" anchor="t">
            <a:spAutoFit/>
          </a:bodyPr>
          <a:lstStyle/>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panose="00000500000000000000" pitchFamily="2" charset="0"/>
              </a:rPr>
              <a:t>El IMSS comenzó operaciones el 19 de mayo de 1950, siendo la entidad uno de los últimos estados en incorporarse al sistema. Ese día se inauguraron las primeras unidades médicas en Tlaxcala capital, Panzacola, Apetatitlán y Santa Ana Chiautempan, que entonces dependían administrativamente de la Caja Regional de Puebla.</a:t>
            </a:r>
          </a:p>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panose="00000500000000000000" pitchFamily="2" charset="0"/>
              </a:rPr>
              <a:t>Las consultas se otorgaban mediante clínicas de tipo “B”, con atención ambulatoria y de urgencias, operación las 24 horas y hospitalización mínima.</a:t>
            </a:r>
          </a:p>
          <a:p>
            <a:pPr algn="just"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a:rPr>
              <a:t>El primer hospital del IMSS fue la Clínica Hospital T‑2, ubicada en la ciudad de Tlaxcala, inaugurado en 1974.</a:t>
            </a:r>
            <a:r>
              <a:rPr lang="es-ES" sz="1100">
                <a:latin typeface="Montserrat"/>
              </a:rPr>
              <a:t> Ahora es el HGSMF 8 Tlaxcala.</a:t>
            </a:r>
            <a:endParaRPr lang="es-ES" sz="1100" b="0" i="0" u="none" strike="noStrike">
              <a:solidFill>
                <a:srgbClr val="000000"/>
              </a:solidFill>
              <a:effectLst/>
              <a:latin typeface="Montserrat" panose="00000500000000000000" pitchFamily="2" charset="0"/>
            </a:endParaRPr>
          </a:p>
          <a:p>
            <a:pPr algn="just" rtl="0" fontAlgn="base">
              <a:spcBef>
                <a:spcPts val="1000"/>
              </a:spcBef>
              <a:spcAft>
                <a:spcPts val="100"/>
              </a:spcAft>
              <a:buFont typeface="Arial" panose="020B0604020202020204" pitchFamily="34" charset="0"/>
              <a:buChar char="•"/>
            </a:pPr>
            <a:r>
              <a:rPr lang="es-ES" sz="1100" b="0" i="0" u="none" strike="noStrike">
                <a:solidFill>
                  <a:srgbClr val="000000"/>
                </a:solidFill>
                <a:effectLst/>
                <a:latin typeface="Montserrat" panose="00000500000000000000" pitchFamily="2" charset="0"/>
              </a:rPr>
              <a:t>Al inicio, la Clínica Hospital T‑2 contó con 46 camas de hospitalización y ofrecía servicios auxiliares de diagnóstico y al menos ocho especialidades médicas, además de hospitalización general y consulta especializada.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9_TLAXCAL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4024494912"/>
              </p:ext>
            </p:extLst>
          </p:nvPr>
        </p:nvGraphicFramePr>
        <p:xfrm>
          <a:off x="412075" y="6718199"/>
          <a:ext cx="7106325" cy="1884444"/>
        </p:xfrm>
        <a:graphic>
          <a:graphicData uri="http://schemas.openxmlformats.org/drawingml/2006/table">
            <a:tbl>
              <a:tblPr firstRow="1" bandRow="1">
                <a:tableStyleId>{5C22544A-7EE6-4342-B048-85BDC9FD1C3A}</a:tableStyleId>
              </a:tblPr>
              <a:tblGrid>
                <a:gridCol w="1617013">
                  <a:extLst>
                    <a:ext uri="{9D8B030D-6E8A-4147-A177-3AD203B41FA5}">
                      <a16:colId xmlns:a16="http://schemas.microsoft.com/office/drawing/2014/main" val="20000"/>
                    </a:ext>
                  </a:extLst>
                </a:gridCol>
                <a:gridCol w="1128408">
                  <a:extLst>
                    <a:ext uri="{9D8B030D-6E8A-4147-A177-3AD203B41FA5}">
                      <a16:colId xmlns:a16="http://schemas.microsoft.com/office/drawing/2014/main" val="20001"/>
                    </a:ext>
                  </a:extLst>
                </a:gridCol>
                <a:gridCol w="797668">
                  <a:extLst>
                    <a:ext uri="{9D8B030D-6E8A-4147-A177-3AD203B41FA5}">
                      <a16:colId xmlns:a16="http://schemas.microsoft.com/office/drawing/2014/main" val="20002"/>
                    </a:ext>
                  </a:extLst>
                </a:gridCol>
                <a:gridCol w="817124">
                  <a:extLst>
                    <a:ext uri="{9D8B030D-6E8A-4147-A177-3AD203B41FA5}">
                      <a16:colId xmlns:a16="http://schemas.microsoft.com/office/drawing/2014/main" val="20003"/>
                    </a:ext>
                  </a:extLst>
                </a:gridCol>
                <a:gridCol w="856034">
                  <a:extLst>
                    <a:ext uri="{9D8B030D-6E8A-4147-A177-3AD203B41FA5}">
                      <a16:colId xmlns:a16="http://schemas.microsoft.com/office/drawing/2014/main" val="20004"/>
                    </a:ext>
                  </a:extLst>
                </a:gridCol>
                <a:gridCol w="817123">
                  <a:extLst>
                    <a:ext uri="{9D8B030D-6E8A-4147-A177-3AD203B41FA5}">
                      <a16:colId xmlns:a16="http://schemas.microsoft.com/office/drawing/2014/main" val="20005"/>
                    </a:ext>
                  </a:extLst>
                </a:gridCol>
                <a:gridCol w="1072955">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360781">
                <a:tc>
                  <a:txBody>
                    <a:bodyPr/>
                    <a:lstStyle/>
                    <a:p>
                      <a:pPr algn="l">
                        <a:defRPr sz="900">
                          <a:latin typeface="Montserrat"/>
                        </a:defRPr>
                      </a:pPr>
                      <a:r>
                        <a:t>HGSMF 8 Tlaxcala</a:t>
                      </a:r>
                    </a:p>
                  </a:txBody>
                  <a:tcPr anchor="ctr">
                    <a:solidFill>
                      <a:srgbClr val="FFFFFF"/>
                    </a:solidFill>
                  </a:tcPr>
                </a:tc>
                <a:tc>
                  <a:txBody>
                    <a:bodyPr/>
                    <a:lstStyle/>
                    <a:p>
                      <a:pPr algn="ctr">
                        <a:defRPr sz="900">
                          <a:latin typeface="Montserrat"/>
                        </a:defRPr>
                      </a:pPr>
                      <a:r>
                        <a:t>Julio de 1974</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extLst>
                  <a:ext uri="{0D108BD9-81ED-4DB2-BD59-A6C34878D82A}">
                    <a16:rowId xmlns:a16="http://schemas.microsoft.com/office/drawing/2014/main" val="10001"/>
                  </a:ext>
                </a:extLst>
              </a:tr>
              <a:tr h="378031">
                <a:tc>
                  <a:txBody>
                    <a:bodyPr/>
                    <a:lstStyle/>
                    <a:p>
                      <a:pPr algn="l">
                        <a:defRPr sz="900">
                          <a:latin typeface="Montserrat"/>
                        </a:defRPr>
                      </a:pPr>
                      <a:r>
                        <a:t>HGZ 1 Tlaxcala</a:t>
                      </a:r>
                    </a:p>
                  </a:txBody>
                  <a:tcPr anchor="ctr">
                    <a:solidFill>
                      <a:srgbClr val="EFEFEF"/>
                    </a:solidFill>
                  </a:tcPr>
                </a:tc>
                <a:tc>
                  <a:txBody>
                    <a:bodyPr/>
                    <a:lstStyle/>
                    <a:p>
                      <a:pPr algn="ctr">
                        <a:defRPr sz="900">
                          <a:latin typeface="Montserrat"/>
                        </a:defRPr>
                      </a:pPr>
                      <a:r>
                        <a:t>Julio de 1982</a:t>
                      </a:r>
                    </a:p>
                  </a:txBody>
                  <a:tcPr anchor="ctr">
                    <a:solidFill>
                      <a:srgbClr val="EFEFEF"/>
                    </a:solidFill>
                  </a:tcPr>
                </a:tc>
                <a:tc>
                  <a:txBody>
                    <a:bodyPr/>
                    <a:lstStyle/>
                    <a:p>
                      <a:pPr algn="ctr">
                        <a:defRPr sz="900">
                          <a:latin typeface="Montserrat"/>
                        </a:defRPr>
                      </a:pPr>
                      <a:r>
                        <a:t>110</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extLst>
                  <a:ext uri="{0D108BD9-81ED-4DB2-BD59-A6C34878D82A}">
                    <a16:rowId xmlns:a16="http://schemas.microsoft.com/office/drawing/2014/main" val="10002"/>
                  </a:ext>
                </a:extLst>
              </a:tr>
              <a:tr h="338131">
                <a:tc>
                  <a:txBody>
                    <a:bodyPr/>
                    <a:lstStyle/>
                    <a:p>
                      <a:pPr algn="l">
                        <a:defRPr sz="900">
                          <a:latin typeface="Montserrat"/>
                        </a:defRPr>
                      </a:pPr>
                      <a:r>
                        <a:t>HGZMF 2 Apizaco</a:t>
                      </a:r>
                    </a:p>
                  </a:txBody>
                  <a:tcPr anchor="ctr">
                    <a:solidFill>
                      <a:srgbClr val="FFFFFF"/>
                    </a:solidFill>
                  </a:tcPr>
                </a:tc>
                <a:tc>
                  <a:txBody>
                    <a:bodyPr/>
                    <a:lstStyle/>
                    <a:p>
                      <a:pPr algn="ctr">
                        <a:defRPr sz="900">
                          <a:latin typeface="Montserrat"/>
                        </a:defRPr>
                      </a:pPr>
                      <a:r>
                        <a:t>Mayo de 1998</a:t>
                      </a:r>
                    </a:p>
                  </a:txBody>
                  <a:tcPr anchor="ctr">
                    <a:solidFill>
                      <a:srgbClr val="FFFFFF"/>
                    </a:solidFill>
                  </a:tcPr>
                </a:tc>
                <a:tc>
                  <a:txBody>
                    <a:bodyPr/>
                    <a:lstStyle/>
                    <a:p>
                      <a:pPr algn="ctr">
                        <a:defRPr sz="900">
                          <a:latin typeface="Montserrat"/>
                        </a:defRPr>
                      </a:pPr>
                      <a:r>
                        <a:t>63</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10</a:t>
                      </a:r>
                    </a:p>
                  </a:txBody>
                  <a:tcPr anchor="ctr">
                    <a:solidFill>
                      <a:srgbClr val="FFFFFF"/>
                    </a:solidFill>
                  </a:tcPr>
                </a:tc>
                <a:extLst>
                  <a:ext uri="{0D108BD9-81ED-4DB2-BD59-A6C34878D82A}">
                    <a16:rowId xmlns:a16="http://schemas.microsoft.com/office/drawing/2014/main" val="10003"/>
                  </a:ext>
                </a:extLst>
              </a:tr>
              <a:tr h="304581">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207</a:t>
                      </a:r>
                    </a:p>
                  </a:txBody>
                  <a:tcPr anchor="ctr">
                    <a:solidFill>
                      <a:srgbClr val="D3E9E7"/>
                    </a:solidFill>
                  </a:tcPr>
                </a:tc>
                <a:tc>
                  <a:txBody>
                    <a:bodyPr/>
                    <a:lstStyle/>
                    <a:p>
                      <a:pPr algn="ctr">
                        <a:defRPr sz="900" b="1">
                          <a:solidFill>
                            <a:srgbClr val="006556"/>
                          </a:solidFill>
                          <a:latin typeface="Montserrat"/>
                        </a:defRPr>
                      </a:pPr>
                      <a:r>
                        <a:t>100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t>¹Incluye salas de </a:t>
            </a:r>
            <a:r>
              <a:rPr err="1"/>
              <a:t>quirófano</a:t>
            </a:r>
            <a:r>
              <a:t>, salas </a:t>
            </a:r>
            <a:r>
              <a:rPr err="1"/>
              <a:t>híbridas</a:t>
            </a:r>
            <a:r>
              <a:t> y salas </a:t>
            </a:r>
            <a:r>
              <a:rPr err="1"/>
              <a:t>mixtas</a:t>
            </a:r>
            <a:r>
              <a:t>, no </a:t>
            </a:r>
            <a:r>
              <a:rPr err="1"/>
              <a:t>considera</a:t>
            </a:r>
            <a:r>
              <a:t> salas de </a:t>
            </a:r>
            <a:r>
              <a:rPr err="1"/>
              <a:t>tococirugía</a:t>
            </a:r>
            <a:r>
              <a:t> y </a:t>
            </a:r>
            <a:r>
              <a:rPr err="1"/>
              <a:t>expulsión</a:t>
            </a:r>
            <a:r>
              <a:t>.</a:t>
            </a:r>
            <a:br>
              <a:rPr/>
            </a:br>
            <a:r>
              <a:t>Fuente: Cédula de </a:t>
            </a:r>
            <a:r>
              <a:rPr err="1"/>
              <a:t>actualización</a:t>
            </a:r>
            <a:r>
              <a:t> de variables </a:t>
            </a:r>
            <a:r>
              <a:rPr err="1"/>
              <a:t>seleccionados</a:t>
            </a:r>
            <a:r>
              <a:t> del IFU </a:t>
            </a:r>
            <a:r>
              <a:rPr err="1"/>
              <a:t>enviados</a:t>
            </a:r>
            <a:r>
              <a:t> </a:t>
            </a:r>
            <a:r>
              <a:rPr err="1"/>
              <a:t>por</a:t>
            </a:r>
            <a:r>
              <a:t> el OOAD.</a:t>
            </a:r>
            <a:br>
              <a:rPr/>
            </a:br>
            <a:r>
              <a:t>Corte de </a:t>
            </a:r>
            <a:r>
              <a:rPr err="1"/>
              <a:t>Información</a:t>
            </a:r>
            <a:r>
              <a:t>: ma</a:t>
            </a:r>
            <a:r>
              <a:rPr lang="es-MX"/>
              <a:t>y</a:t>
            </a:r>
            <a:r>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extLst>
              <p:ext uri="{D42A27DB-BD31-4B8C-83A1-F6EECF244321}">
                <p14:modId xmlns:p14="http://schemas.microsoft.com/office/powerpoint/2010/main" val="2769270996"/>
              </p:ext>
            </p:extLst>
          </p:nvPr>
        </p:nvGraphicFramePr>
        <p:xfrm>
          <a:off x="149075" y="103236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2A73CB6-5B90-103D-5529-67074CBF1AD5}"/>
              </a:ext>
            </a:extLst>
          </p:cNvPr>
          <p:cNvGrpSpPr/>
          <p:nvPr/>
        </p:nvGrpSpPr>
        <p:grpSpPr>
          <a:xfrm>
            <a:off x="0" y="4142781"/>
            <a:ext cx="7772400" cy="3369474"/>
            <a:chOff x="0" y="5351650"/>
            <a:chExt cx="7772400" cy="3369474"/>
          </a:xfrm>
        </p:grpSpPr>
        <p:sp>
          <p:nvSpPr>
            <p:cNvPr id="7" name="Google Shape;340;g3d635d120e2_2_186">
              <a:extLst>
                <a:ext uri="{FF2B5EF4-FFF2-40B4-BE49-F238E27FC236}">
                  <a16:creationId xmlns:a16="http://schemas.microsoft.com/office/drawing/2014/main" id="{DC39DD42-484B-3D13-CC1E-30808A04510C}"/>
                </a:ext>
              </a:extLst>
            </p:cNvPr>
            <p:cNvSpPr txBox="1"/>
            <p:nvPr/>
          </p:nvSpPr>
          <p:spPr>
            <a:xfrm>
              <a:off x="0" y="535165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a:solidFill>
                    <a:srgbClr val="006858"/>
                  </a:solidFill>
                  <a:latin typeface="Montserrat"/>
                  <a:ea typeface="Montserrat"/>
                  <a:cs typeface="Montserrat"/>
                  <a:sym typeface="Montserrat"/>
                </a:rPr>
                <a:t>Fortalecimiento de equipo médico</a:t>
              </a:r>
              <a:endParaRPr sz="1600"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6858"/>
                  </a:solidFill>
                  <a:latin typeface="Montserrat"/>
                  <a:ea typeface="Montserrat"/>
                  <a:cs typeface="Montserrat"/>
                  <a:sym typeface="Montserrat"/>
                </a:rPr>
                <a:t>Compra 2025-2026 equipo mayor  (</a:t>
              </a:r>
              <a:r>
                <a:rPr lang="es" sz="1600" b="1">
                  <a:solidFill>
                    <a:srgbClr val="006858"/>
                  </a:solidFill>
                  <a:latin typeface="Montserrat"/>
                  <a:ea typeface="Montserrat"/>
                  <a:cs typeface="Montserrat"/>
                  <a:sym typeface="Montserrat"/>
                </a:rPr>
                <a:t>Instalación</a:t>
              </a:r>
              <a:r>
                <a:rPr lang="es" sz="1600" b="1" i="0" u="none" strike="noStrike" cap="none">
                  <a:solidFill>
                    <a:srgbClr val="006858"/>
                  </a:solidFill>
                  <a:latin typeface="Montserrat"/>
                  <a:ea typeface="Montserrat"/>
                  <a:cs typeface="Montserrat"/>
                  <a:sym typeface="Montserrat"/>
                </a:rPr>
                <a:t> abr</a:t>
              </a:r>
              <a:r>
                <a:rPr lang="es" sz="1600" b="1">
                  <a:solidFill>
                    <a:srgbClr val="006858"/>
                  </a:solidFill>
                  <a:latin typeface="Montserrat"/>
                  <a:ea typeface="Montserrat"/>
                  <a:cs typeface="Montserrat"/>
                  <a:sym typeface="Montserrat"/>
                </a:rPr>
                <a:t>il-</a:t>
              </a:r>
              <a:r>
                <a:rPr lang="es" sz="1600" b="1" i="0" u="none" strike="noStrike" cap="none">
                  <a:solidFill>
                    <a:srgbClr val="006858"/>
                  </a:solidFill>
                  <a:latin typeface="Montserrat"/>
                  <a:ea typeface="Montserrat"/>
                  <a:cs typeface="Montserrat"/>
                  <a:sym typeface="Montserrat"/>
                </a:rPr>
                <a:t>mayo)</a:t>
              </a:r>
              <a:endParaRPr sz="2300" b="1" i="0" u="none" strike="noStrike" cap="none">
                <a:solidFill>
                  <a:srgbClr val="006858"/>
                </a:solidFill>
                <a:latin typeface="Montserrat"/>
                <a:ea typeface="Montserrat"/>
                <a:cs typeface="Montserrat"/>
                <a:sym typeface="Montserrat"/>
              </a:endParaRPr>
            </a:p>
          </p:txBody>
        </p:sp>
        <p:pic>
          <p:nvPicPr>
            <p:cNvPr id="8" name="Google Shape;351;g3d635d120e2_2_186" title="HGZ 86 URUAPAN.jpg">
              <a:extLst>
                <a:ext uri="{FF2B5EF4-FFF2-40B4-BE49-F238E27FC236}">
                  <a16:creationId xmlns:a16="http://schemas.microsoft.com/office/drawing/2014/main" id="{0A30315B-80AB-A0A5-CA91-6F2D6040C881}"/>
                </a:ext>
              </a:extLst>
            </p:cNvPr>
            <p:cNvPicPr preferRelativeResize="0"/>
            <p:nvPr/>
          </p:nvPicPr>
          <p:blipFill rotWithShape="1">
            <a:blip r:embed="rId4">
              <a:alphaModFix/>
            </a:blip>
            <a:srcRect l="1417" t="15479" r="44279" b="26090"/>
            <a:stretch/>
          </p:blipFill>
          <p:spPr>
            <a:xfrm>
              <a:off x="2762294" y="6130683"/>
              <a:ext cx="2417329" cy="1621311"/>
            </a:xfrm>
            <a:prstGeom prst="rect">
              <a:avLst/>
            </a:prstGeom>
            <a:noFill/>
            <a:ln>
              <a:noFill/>
            </a:ln>
            <a:effectLst>
              <a:outerShdw blurRad="114300" dist="57150" dir="10800000" algn="bl" rotWithShape="0">
                <a:srgbClr val="000000">
                  <a:alpha val="50000"/>
                </a:srgbClr>
              </a:outerShdw>
            </a:effectLst>
          </p:spPr>
        </p:pic>
        <p:sp>
          <p:nvSpPr>
            <p:cNvPr id="9" name="Google Shape;352;g3d635d120e2_2_186">
              <a:extLst>
                <a:ext uri="{FF2B5EF4-FFF2-40B4-BE49-F238E27FC236}">
                  <a16:creationId xmlns:a16="http://schemas.microsoft.com/office/drawing/2014/main" id="{3C669F50-C3C6-EC9A-F1F1-13F25B518983}"/>
                </a:ext>
              </a:extLst>
            </p:cNvPr>
            <p:cNvSpPr/>
            <p:nvPr/>
          </p:nvSpPr>
          <p:spPr>
            <a:xfrm>
              <a:off x="3233813" y="7706888"/>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0" name="Google Shape;353;g3d635d120e2_2_186">
              <a:extLst>
                <a:ext uri="{FF2B5EF4-FFF2-40B4-BE49-F238E27FC236}">
                  <a16:creationId xmlns:a16="http://schemas.microsoft.com/office/drawing/2014/main" id="{6E2FE7E4-A6E0-9655-EEA1-FC88CE7E59FF}"/>
                </a:ext>
              </a:extLst>
            </p:cNvPr>
            <p:cNvSpPr/>
            <p:nvPr/>
          </p:nvSpPr>
          <p:spPr>
            <a:xfrm>
              <a:off x="2762294" y="7706877"/>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11" name="Google Shape;354;g3d635d120e2_2_186">
              <a:extLst>
                <a:ext uri="{FF2B5EF4-FFF2-40B4-BE49-F238E27FC236}">
                  <a16:creationId xmlns:a16="http://schemas.microsoft.com/office/drawing/2014/main" id="{D62D0266-764E-4466-C6EF-896185DF8DE2}"/>
                </a:ext>
              </a:extLst>
            </p:cNvPr>
            <p:cNvSpPr txBox="1"/>
            <p:nvPr/>
          </p:nvSpPr>
          <p:spPr>
            <a:xfrm>
              <a:off x="2822574" y="8076362"/>
              <a:ext cx="2323200" cy="644762"/>
            </a:xfrm>
            <a:prstGeom prst="rect">
              <a:avLst/>
            </a:prstGeom>
            <a:noFill/>
            <a:ln>
              <a:noFill/>
            </a:ln>
          </p:spPr>
          <p:txBody>
            <a:bodyPr spcFirstLastPara="1" wrap="square" lIns="91425" tIns="91425" rIns="91425" bIns="91425" anchor="t" anchorCtr="0">
              <a:spAutoFit/>
            </a:bodyPr>
            <a:lstStyle/>
            <a:p>
              <a:pPr marL="0" marR="63500" lvl="0" indent="0" algn="just" rtl="0">
                <a:lnSpc>
                  <a:spcPct val="115000"/>
                </a:lnSpc>
                <a:spcBef>
                  <a:spcPts val="0"/>
                </a:spcBef>
                <a:spcAft>
                  <a:spcPts val="0"/>
                </a:spcAft>
                <a:buNone/>
              </a:pPr>
              <a:r>
                <a:rPr lang="es" sz="1300">
                  <a:solidFill>
                    <a:srgbClr val="595959"/>
                  </a:solidFill>
                  <a:latin typeface="Montserrat"/>
                  <a:ea typeface="Montserrat"/>
                  <a:cs typeface="Montserrat"/>
                  <a:sym typeface="Montserrat"/>
                </a:rPr>
                <a:t>HGZMF 2 Apizaco</a:t>
              </a:r>
            </a:p>
            <a:p>
              <a:pPr marL="0" marR="63500" lvl="0" indent="0" algn="just" rtl="0">
                <a:lnSpc>
                  <a:spcPct val="115000"/>
                </a:lnSpc>
                <a:spcBef>
                  <a:spcPts val="0"/>
                </a:spcBef>
                <a:spcAft>
                  <a:spcPts val="0"/>
                </a:spcAft>
                <a:buNone/>
              </a:pPr>
              <a:r>
                <a:rPr lang="es" sz="1300" b="1">
                  <a:solidFill>
                    <a:srgbClr val="595959"/>
                  </a:solidFill>
                  <a:latin typeface="Montserrat"/>
                  <a:ea typeface="Montserrat"/>
                  <a:cs typeface="Montserrat"/>
                  <a:sym typeface="Montserrat"/>
                </a:rPr>
                <a:t>$4.3 mdp</a:t>
              </a:r>
              <a:endParaRPr sz="1300" b="1">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54" name="Table 153"/>
          <p:cNvGraphicFramePr>
            <a:graphicFrameLocks noGrp="1"/>
          </p:cNvGraphicFramePr>
          <p:nvPr>
            <p:extLst>
              <p:ext uri="{D42A27DB-BD31-4B8C-83A1-F6EECF244321}">
                <p14:modId xmlns:p14="http://schemas.microsoft.com/office/powerpoint/2010/main" val="3027194883"/>
              </p:ext>
            </p:extLst>
          </p:nvPr>
        </p:nvGraphicFramePr>
        <p:xfrm>
          <a:off x="560527" y="1626945"/>
          <a:ext cx="6693679" cy="1965101"/>
        </p:xfrm>
        <a:graphic>
          <a:graphicData uri="http://schemas.openxmlformats.org/drawingml/2006/table">
            <a:tbl>
              <a:tblPr firstRow="1" bandRow="1">
                <a:tableStyleId>{5C22544A-7EE6-4342-B048-85BDC9FD1C3A}</a:tableStyleId>
              </a:tblPr>
              <a:tblGrid>
                <a:gridCol w="135128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463755">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365545">
                <a:tc>
                  <a:txBody>
                    <a:bodyPr/>
                    <a:lstStyle/>
                    <a:p>
                      <a:pPr algn="l">
                        <a:defRPr sz="1000">
                          <a:latin typeface="Montserrat"/>
                        </a:defRPr>
                      </a:pPr>
                      <a:r>
                        <a:t>HGZ 1 Tlaxcala</a:t>
                      </a:r>
                    </a:p>
                  </a:txBody>
                  <a:tcPr anchor="ctr">
                    <a:solidFill>
                      <a:srgbClr val="FFFFFF"/>
                    </a:solidFill>
                  </a:tcPr>
                </a:tc>
                <a:tc>
                  <a:txBody>
                    <a:bodyPr/>
                    <a:lstStyle/>
                    <a:p>
                      <a:pPr algn="ctr">
                        <a:defRPr sz="1000">
                          <a:latin typeface="Montserrat"/>
                        </a:defRPr>
                      </a:pPr>
                      <a:r>
                        <a:t>1</a:t>
                      </a:r>
                    </a:p>
                  </a:txBody>
                  <a:tcPr anchor="ctr">
                    <a:solidFill>
                      <a:srgbClr val="FFFFFF"/>
                    </a:solidFill>
                  </a:tcPr>
                </a:tc>
                <a:tc>
                  <a:txBody>
                    <a:bodyPr/>
                    <a:lstStyle/>
                    <a:p>
                      <a:pPr algn="ctr">
                        <a:defRPr sz="1000">
                          <a:latin typeface="Montserrat"/>
                        </a:defRPr>
                      </a:pPr>
                      <a:r>
                        <a:t>0</a:t>
                      </a:r>
                    </a:p>
                  </a:txBody>
                  <a:tcPr anchor="ctr">
                    <a:solidFill>
                      <a:srgbClr val="FFFFFF"/>
                    </a:solidFill>
                  </a:tcPr>
                </a:tc>
                <a:tc>
                  <a:txBody>
                    <a:bodyPr/>
                    <a:lstStyle/>
                    <a:p>
                      <a:pPr algn="ctr">
                        <a:defRPr sz="1000">
                          <a:latin typeface="Montserrat"/>
                        </a:defRPr>
                      </a:pPr>
                      <a:r>
                        <a:t>1</a:t>
                      </a:r>
                    </a:p>
                  </a:txBody>
                  <a:tcPr anchor="ctr">
                    <a:solidFill>
                      <a:srgbClr val="FFFFFF"/>
                    </a:solidFill>
                  </a:tcPr>
                </a:tc>
                <a:tc>
                  <a:txBody>
                    <a:bodyPr/>
                    <a:lstStyle/>
                    <a:p>
                      <a:pPr algn="ctr">
                        <a:defRPr sz="1000">
                          <a:latin typeface="Montserrat"/>
                        </a:defRPr>
                      </a:pPr>
                      <a:r>
                        <a:t>1</a:t>
                      </a:r>
                    </a:p>
                  </a:txBody>
                  <a:tcPr anchor="ctr">
                    <a:solidFill>
                      <a:srgbClr val="FFFFFF"/>
                    </a:solidFill>
                  </a:tcPr>
                </a:tc>
                <a:tc>
                  <a:txBody>
                    <a:bodyPr/>
                    <a:lstStyle/>
                    <a:p>
                      <a:pPr algn="ctr">
                        <a:defRPr sz="1000">
                          <a:latin typeface="Montserrat"/>
                        </a:defRPr>
                      </a:pPr>
                      <a:r>
                        <a:t>13</a:t>
                      </a:r>
                    </a:p>
                  </a:txBody>
                  <a:tcPr anchor="ctr">
                    <a:solidFill>
                      <a:srgbClr val="FFFFFF"/>
                    </a:solidFill>
                  </a:tcPr>
                </a:tc>
                <a:tc>
                  <a:txBody>
                    <a:bodyPr/>
                    <a:lstStyle/>
                    <a:p>
                      <a:pPr algn="ctr">
                        <a:defRPr sz="1000">
                          <a:latin typeface="Montserrat"/>
                        </a:defRPr>
                      </a:pPr>
                      <a:r>
                        <a:t>0</a:t>
                      </a:r>
                    </a:p>
                  </a:txBody>
                  <a:tcPr anchor="ctr">
                    <a:solidFill>
                      <a:srgbClr val="FFFFFF"/>
                    </a:solidFill>
                  </a:tcPr>
                </a:tc>
                <a:extLst>
                  <a:ext uri="{0D108BD9-81ED-4DB2-BD59-A6C34878D82A}">
                    <a16:rowId xmlns:a16="http://schemas.microsoft.com/office/drawing/2014/main" val="10001"/>
                  </a:ext>
                </a:extLst>
              </a:tr>
              <a:tr h="352712">
                <a:tc>
                  <a:txBody>
                    <a:bodyPr/>
                    <a:lstStyle/>
                    <a:p>
                      <a:pPr algn="l">
                        <a:defRPr sz="1000">
                          <a:latin typeface="Montserrat"/>
                        </a:defRPr>
                      </a:pPr>
                      <a:r>
                        <a:t>HGZMF 2 Apizaco</a:t>
                      </a:r>
                    </a:p>
                  </a:txBody>
                  <a:tcPr anchor="ctr">
                    <a:solidFill>
                      <a:srgbClr val="EFEFEF"/>
                    </a:solidFill>
                  </a:tcPr>
                </a:tc>
                <a:tc>
                  <a:txBody>
                    <a:bodyPr/>
                    <a:lstStyle/>
                    <a:p>
                      <a:pPr algn="ctr">
                        <a:defRPr sz="1000">
                          <a:latin typeface="Montserrat"/>
                        </a:defRPr>
                      </a:pPr>
                      <a:r>
                        <a:t>0</a:t>
                      </a:r>
                    </a:p>
                  </a:txBody>
                  <a:tcPr anchor="ctr">
                    <a:solidFill>
                      <a:srgbClr val="EFEFEF"/>
                    </a:solidFill>
                  </a:tcPr>
                </a:tc>
                <a:tc>
                  <a:txBody>
                    <a:bodyPr/>
                    <a:lstStyle/>
                    <a:p>
                      <a:pPr algn="ctr">
                        <a:defRPr sz="1000">
                          <a:latin typeface="Montserrat"/>
                        </a:defRPr>
                      </a:pPr>
                      <a:r>
                        <a:t>0</a:t>
                      </a:r>
                    </a:p>
                  </a:txBody>
                  <a:tcPr anchor="ctr">
                    <a:solidFill>
                      <a:srgbClr val="EFEFEF"/>
                    </a:solidFill>
                  </a:tcPr>
                </a:tc>
                <a:tc>
                  <a:txBody>
                    <a:bodyPr/>
                    <a:lstStyle/>
                    <a:p>
                      <a:pPr algn="ctr">
                        <a:defRPr sz="1000">
                          <a:latin typeface="Montserrat"/>
                        </a:defRPr>
                      </a:pPr>
                      <a:r>
                        <a:t>1</a:t>
                      </a:r>
                    </a:p>
                  </a:txBody>
                  <a:tcPr anchor="ctr">
                    <a:solidFill>
                      <a:srgbClr val="E6D194"/>
                    </a:solidFill>
                  </a:tcPr>
                </a:tc>
                <a:tc>
                  <a:txBody>
                    <a:bodyPr/>
                    <a:lstStyle/>
                    <a:p>
                      <a:pPr algn="ctr">
                        <a:defRPr sz="1000">
                          <a:latin typeface="Montserrat"/>
                        </a:defRPr>
                      </a:pPr>
                      <a:r>
                        <a:t>1</a:t>
                      </a:r>
                    </a:p>
                  </a:txBody>
                  <a:tcPr anchor="ctr">
                    <a:solidFill>
                      <a:srgbClr val="EFEFEF"/>
                    </a:solidFill>
                  </a:tcPr>
                </a:tc>
                <a:tc>
                  <a:txBody>
                    <a:bodyPr/>
                    <a:lstStyle/>
                    <a:p>
                      <a:pPr algn="ctr">
                        <a:defRPr sz="1000">
                          <a:latin typeface="Montserrat"/>
                        </a:defRPr>
                      </a:pPr>
                      <a:r>
                        <a:t>0</a:t>
                      </a:r>
                    </a:p>
                  </a:txBody>
                  <a:tcPr anchor="ctr">
                    <a:solidFill>
                      <a:srgbClr val="EFEFEF"/>
                    </a:solidFill>
                  </a:tcPr>
                </a:tc>
                <a:tc>
                  <a:txBody>
                    <a:bodyPr/>
                    <a:lstStyle/>
                    <a:p>
                      <a:pPr algn="ctr">
                        <a:defRPr sz="1000">
                          <a:latin typeface="Montserrat"/>
                        </a:defRPr>
                      </a:pPr>
                      <a:r>
                        <a:t>0</a:t>
                      </a:r>
                    </a:p>
                  </a:txBody>
                  <a:tcPr anchor="ctr">
                    <a:solidFill>
                      <a:srgbClr val="EFEFEF"/>
                    </a:solidFill>
                  </a:tcPr>
                </a:tc>
                <a:extLst>
                  <a:ext uri="{0D108BD9-81ED-4DB2-BD59-A6C34878D82A}">
                    <a16:rowId xmlns:a16="http://schemas.microsoft.com/office/drawing/2014/main" val="10002"/>
                  </a:ext>
                </a:extLst>
              </a:tr>
              <a:tr h="378379">
                <a:tc>
                  <a:txBody>
                    <a:bodyPr/>
                    <a:lstStyle/>
                    <a:p>
                      <a:pPr algn="l">
                        <a:defRPr sz="1000">
                          <a:latin typeface="Montserrat"/>
                        </a:defRPr>
                      </a:pPr>
                      <a:r>
                        <a:t>HGSMF 8 Tlaxcala</a:t>
                      </a:r>
                    </a:p>
                  </a:txBody>
                  <a:tcPr anchor="ctr">
                    <a:solidFill>
                      <a:srgbClr val="FFFFFF"/>
                    </a:solidFill>
                  </a:tcPr>
                </a:tc>
                <a:tc>
                  <a:txBody>
                    <a:bodyPr/>
                    <a:lstStyle/>
                    <a:p>
                      <a:pPr algn="ctr">
                        <a:defRPr sz="1000">
                          <a:latin typeface="Montserrat"/>
                        </a:defRPr>
                      </a:pPr>
                      <a:r>
                        <a:t>0</a:t>
                      </a:r>
                    </a:p>
                  </a:txBody>
                  <a:tcPr anchor="ctr">
                    <a:solidFill>
                      <a:srgbClr val="FFFFFF"/>
                    </a:solidFill>
                  </a:tcPr>
                </a:tc>
                <a:tc>
                  <a:txBody>
                    <a:bodyPr/>
                    <a:lstStyle/>
                    <a:p>
                      <a:pPr algn="ctr">
                        <a:defRPr sz="1000">
                          <a:latin typeface="Montserrat"/>
                        </a:defRPr>
                      </a:pPr>
                      <a:r>
                        <a:t>0</a:t>
                      </a:r>
                    </a:p>
                  </a:txBody>
                  <a:tcPr anchor="ctr">
                    <a:solidFill>
                      <a:srgbClr val="FFFFFF"/>
                    </a:solidFill>
                  </a:tcPr>
                </a:tc>
                <a:tc>
                  <a:txBody>
                    <a:bodyPr/>
                    <a:lstStyle/>
                    <a:p>
                      <a:pPr algn="ctr">
                        <a:defRPr sz="1000">
                          <a:latin typeface="Montserrat"/>
                        </a:defRPr>
                      </a:pPr>
                      <a:r>
                        <a:t>1</a:t>
                      </a:r>
                    </a:p>
                  </a:txBody>
                  <a:tcPr anchor="ctr">
                    <a:solidFill>
                      <a:srgbClr val="E6D194"/>
                    </a:solidFill>
                  </a:tcPr>
                </a:tc>
                <a:tc>
                  <a:txBody>
                    <a:bodyPr/>
                    <a:lstStyle/>
                    <a:p>
                      <a:pPr algn="ctr">
                        <a:defRPr sz="1000">
                          <a:latin typeface="Montserrat"/>
                        </a:defRPr>
                      </a:pPr>
                      <a:r>
                        <a:t>0</a:t>
                      </a:r>
                    </a:p>
                  </a:txBody>
                  <a:tcPr anchor="ctr">
                    <a:solidFill>
                      <a:srgbClr val="FFFFFF"/>
                    </a:solidFill>
                  </a:tcPr>
                </a:tc>
                <a:tc>
                  <a:txBody>
                    <a:bodyPr/>
                    <a:lstStyle/>
                    <a:p>
                      <a:pPr algn="ctr">
                        <a:defRPr sz="1000">
                          <a:latin typeface="Montserrat"/>
                        </a:defRPr>
                      </a:pPr>
                      <a:r>
                        <a:t>0</a:t>
                      </a:r>
                    </a:p>
                  </a:txBody>
                  <a:tcPr anchor="ctr">
                    <a:solidFill>
                      <a:srgbClr val="FFFFFF"/>
                    </a:solidFill>
                  </a:tcPr>
                </a:tc>
                <a:tc>
                  <a:txBody>
                    <a:bodyPr/>
                    <a:lstStyle/>
                    <a:p>
                      <a:pPr algn="ctr">
                        <a:defRPr sz="1000">
                          <a:latin typeface="Montserrat"/>
                        </a:defRPr>
                      </a:pPr>
                      <a:r>
                        <a:t>0</a:t>
                      </a:r>
                    </a:p>
                  </a:txBody>
                  <a:tcPr anchor="ctr">
                    <a:solidFill>
                      <a:srgbClr val="FFFFFF"/>
                    </a:solidFill>
                  </a:tcPr>
                </a:tc>
                <a:extLst>
                  <a:ext uri="{0D108BD9-81ED-4DB2-BD59-A6C34878D82A}">
                    <a16:rowId xmlns:a16="http://schemas.microsoft.com/office/drawing/2014/main" val="10003"/>
                  </a:ext>
                </a:extLst>
              </a:tr>
              <a:tr h="365545">
                <a:tc>
                  <a:txBody>
                    <a:bodyPr/>
                    <a:lstStyle/>
                    <a:p>
                      <a:pPr algn="ctr">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t>1</a:t>
                      </a:r>
                    </a:p>
                  </a:txBody>
                  <a:tcPr anchor="ctr">
                    <a:solidFill>
                      <a:srgbClr val="D3E9E7"/>
                    </a:solidFill>
                  </a:tcPr>
                </a:tc>
                <a:tc>
                  <a:txBody>
                    <a:bodyPr/>
                    <a:lstStyle/>
                    <a:p>
                      <a:pPr algn="ctr">
                        <a:defRPr sz="1000" b="1">
                          <a:solidFill>
                            <a:srgbClr val="006556"/>
                          </a:solidFill>
                          <a:latin typeface="Montserrat"/>
                        </a:defRPr>
                      </a:pPr>
                      <a:r>
                        <a:t>0</a:t>
                      </a:r>
                    </a:p>
                  </a:txBody>
                  <a:tcPr anchor="ctr">
                    <a:solidFill>
                      <a:srgbClr val="D3E9E7"/>
                    </a:solidFill>
                  </a:tcPr>
                </a:tc>
                <a:tc>
                  <a:txBody>
                    <a:bodyPr/>
                    <a:lstStyle/>
                    <a:p>
                      <a:pPr algn="ctr">
                        <a:defRPr sz="1000" b="1">
                          <a:solidFill>
                            <a:srgbClr val="006556"/>
                          </a:solidFill>
                          <a:latin typeface="Montserrat"/>
                        </a:defRPr>
                      </a:pPr>
                      <a:r>
                        <a:t>3</a:t>
                      </a:r>
                    </a:p>
                  </a:txBody>
                  <a:tcPr anchor="ctr">
                    <a:solidFill>
                      <a:srgbClr val="D3E9E7"/>
                    </a:solidFill>
                  </a:tcPr>
                </a:tc>
                <a:tc>
                  <a:txBody>
                    <a:bodyPr/>
                    <a:lstStyle/>
                    <a:p>
                      <a:pPr algn="ctr">
                        <a:defRPr sz="1000" b="1">
                          <a:solidFill>
                            <a:srgbClr val="006556"/>
                          </a:solidFill>
                          <a:latin typeface="Montserrat"/>
                        </a:defRPr>
                      </a:pPr>
                      <a:r>
                        <a:t>2</a:t>
                      </a:r>
                    </a:p>
                  </a:txBody>
                  <a:tcPr anchor="ctr">
                    <a:solidFill>
                      <a:srgbClr val="D3E9E7"/>
                    </a:solidFill>
                  </a:tcPr>
                </a:tc>
                <a:tc>
                  <a:txBody>
                    <a:bodyPr/>
                    <a:lstStyle/>
                    <a:p>
                      <a:pPr algn="ctr">
                        <a:defRPr sz="1000" b="1">
                          <a:solidFill>
                            <a:srgbClr val="006556"/>
                          </a:solidFill>
                          <a:latin typeface="Montserrat"/>
                        </a:defRPr>
                      </a:pPr>
                      <a:r>
                        <a:t>13</a:t>
                      </a:r>
                    </a:p>
                  </a:txBody>
                  <a:tcPr anchor="ctr">
                    <a:solidFill>
                      <a:srgbClr val="D3E9E7"/>
                    </a:solidFill>
                  </a:tcPr>
                </a:tc>
                <a:tc>
                  <a:txBody>
                    <a:bodyPr/>
                    <a:lstStyle/>
                    <a:p>
                      <a:pPr algn="ctr">
                        <a:defRPr sz="1000" b="1">
                          <a:solidFill>
                            <a:srgbClr val="006556"/>
                          </a:solidFill>
                          <a:latin typeface="Montserrat"/>
                        </a:defRPr>
                      </a:pPr>
                      <a:r>
                        <a:t>0</a:t>
                      </a:r>
                    </a:p>
                  </a:txBody>
                  <a:tcPr anchor="ctr">
                    <a:solidFill>
                      <a:srgbClr val="D3E9E7"/>
                    </a:solidFill>
                  </a:tcPr>
                </a:tc>
                <a:extLst>
                  <a:ext uri="{0D108BD9-81ED-4DB2-BD59-A6C34878D82A}">
                    <a16:rowId xmlns:a16="http://schemas.microsoft.com/office/drawing/2014/main" val="10004"/>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487155"/>
            <a:ext cx="7149600" cy="461665"/>
          </a:xfrm>
          <a:prstGeom prst="rect">
            <a:avLst/>
          </a:prstGeom>
          <a:noFill/>
        </p:spPr>
        <p:txBody>
          <a:bodyPr wrap="square">
            <a:spAutoFit/>
          </a:bodyPr>
          <a:lstStyle/>
          <a:p>
            <a:pPr>
              <a:defRPr sz="800">
                <a:solidFill>
                  <a:srgbClr val="FFFFFF"/>
                </a:solidFill>
                <a:latin typeface="Montserrat"/>
              </a:defRPr>
            </a:pPr>
            <a:r>
              <a:rPr err="1"/>
              <a:t>Proyectos</a:t>
            </a:r>
            <a:r>
              <a:t> de </a:t>
            </a:r>
            <a:r>
              <a:rPr err="1"/>
              <a:t>implementación</a:t>
            </a:r>
            <a:r>
              <a:t>/</a:t>
            </a:r>
            <a:r>
              <a:rPr err="1"/>
              <a:t>sustitución</a:t>
            </a:r>
            <a:r>
              <a:t> 2019-2025. </a:t>
            </a:r>
            <a:r>
              <a:rPr err="1"/>
              <a:t>Incluye</a:t>
            </a:r>
            <a:r>
              <a:t> </a:t>
            </a:r>
            <a:r>
              <a:rPr err="1"/>
              <a:t>equipo</a:t>
            </a:r>
            <a:r>
              <a:t> de la </a:t>
            </a:r>
            <a:r>
              <a:rPr err="1"/>
              <a:t>compra</a:t>
            </a:r>
            <a:r>
              <a:t> 2025-2026.</a:t>
            </a:r>
            <a:br>
              <a:rPr/>
            </a:br>
            <a:r>
              <a:t>Fuente: Cédula de </a:t>
            </a:r>
            <a:r>
              <a:rPr err="1"/>
              <a:t>actualización</a:t>
            </a:r>
            <a:r>
              <a:t> de variables </a:t>
            </a:r>
            <a:r>
              <a:rPr err="1"/>
              <a:t>seleccionadas</a:t>
            </a:r>
            <a:r>
              <a:t> del IFU, </a:t>
            </a:r>
            <a:r>
              <a:rPr err="1"/>
              <a:t>enviadas</a:t>
            </a:r>
            <a:r>
              <a:t> </a:t>
            </a:r>
            <a:r>
              <a:rPr err="1"/>
              <a:t>por</a:t>
            </a:r>
            <a:r>
              <a:t> el OOAD.</a:t>
            </a:r>
            <a:br>
              <a:rPr/>
            </a:br>
            <a:r>
              <a:t>Corte de </a:t>
            </a:r>
            <a:r>
              <a:rPr err="1"/>
              <a:t>información</a:t>
            </a:r>
            <a:r>
              <a:t>: ma</a:t>
            </a:r>
            <a:r>
              <a:rPr lang="es-MX"/>
              <a:t>y</a:t>
            </a:r>
            <a:r>
              <a:t>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626517690"/>
              </p:ext>
            </p:extLst>
          </p:nvPr>
        </p:nvGraphicFramePr>
        <p:xfrm>
          <a:off x="143502" y="8481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2009593A-4134-D6D5-D72E-ABD5072710C9}"/>
              </a:ext>
            </a:extLst>
          </p:cNvPr>
          <p:cNvGraphicFramePr/>
          <p:nvPr>
            <p:extLst>
              <p:ext uri="{D42A27DB-BD31-4B8C-83A1-F6EECF244321}">
                <p14:modId xmlns:p14="http://schemas.microsoft.com/office/powerpoint/2010/main" val="2201984704"/>
              </p:ext>
            </p:extLst>
          </p:nvPr>
        </p:nvGraphicFramePr>
        <p:xfrm>
          <a:off x="575302" y="3786903"/>
          <a:ext cx="7038199" cy="381000"/>
        </p:xfrm>
        <a:graphic>
          <a:graphicData uri="http://schemas.openxmlformats.org/drawingml/2006/table">
            <a:tbl>
              <a:tblPr>
                <a:noFill/>
                <a:tableStyleId>{3C216991-1C96-4F05-AC00-DA6B9BB01C7E}</a:tableStyleId>
              </a:tblPr>
              <a:tblGrid>
                <a:gridCol w="7038199">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Resultados 2025</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3AF8512-D2A4-D90F-80AC-80134F816DAB}"/>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D4DDCB8-4864-55EC-EF66-818D0176F482}"/>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E8F03F8C-7212-7250-6076-381D285F9CD1}"/>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88AFB25E-CF29-5371-33C7-7B61B2DED83B}"/>
              </a:ext>
            </a:extLst>
          </p:cNvPr>
          <p:cNvSpPr txBox="1"/>
          <p:nvPr/>
        </p:nvSpPr>
        <p:spPr>
          <a:xfrm>
            <a:off x="5064096" y="6510000"/>
            <a:ext cx="1930400" cy="738664"/>
          </a:xfrm>
          <a:prstGeom prst="rect">
            <a:avLst/>
          </a:prstGeom>
          <a:noFill/>
        </p:spPr>
        <p:txBody>
          <a:bodyPr wrap="square" rtlCol="0">
            <a:spAutoFit/>
          </a:bodyPr>
          <a:lstStyle/>
          <a:p>
            <a:pPr algn="ctr"/>
            <a:r>
              <a:rPr lang="es-ES" sz="2100" b="1">
                <a:solidFill>
                  <a:schemeClr val="tx1">
                    <a:lumMod val="75000"/>
                    <a:lumOff val="25000"/>
                  </a:schemeClr>
                </a:solidFill>
              </a:rPr>
              <a:t>Consultas Especialidad</a:t>
            </a:r>
            <a:endParaRPr lang="es-MX" sz="2100" b="1">
              <a:solidFill>
                <a:schemeClr val="tx1">
                  <a:lumMod val="75000"/>
                  <a:lumOff val="25000"/>
                </a:schemeClr>
              </a:solidFill>
            </a:endParaRPr>
          </a:p>
        </p:txBody>
      </p:sp>
      <p:sp>
        <p:nvSpPr>
          <p:cNvPr id="10" name="CuadroTexto 6">
            <a:extLst>
              <a:ext uri="{FF2B5EF4-FFF2-40B4-BE49-F238E27FC236}">
                <a16:creationId xmlns:a16="http://schemas.microsoft.com/office/drawing/2014/main" id="{B99DF9DA-55FA-5128-37E8-0911136315DF}"/>
              </a:ext>
            </a:extLst>
          </p:cNvPr>
          <p:cNvSpPr txBox="1"/>
          <p:nvPr/>
        </p:nvSpPr>
        <p:spPr>
          <a:xfrm>
            <a:off x="5064096" y="8117456"/>
            <a:ext cx="1930400" cy="415498"/>
          </a:xfrm>
          <a:prstGeom prst="rect">
            <a:avLst/>
          </a:prstGeom>
          <a:noFill/>
        </p:spPr>
        <p:txBody>
          <a:bodyPr wrap="square" rtlCol="0">
            <a:spAutoFit/>
          </a:bodyPr>
          <a:lstStyle/>
          <a:p>
            <a:pPr algn="ctr"/>
            <a:r>
              <a:rPr lang="es-ES" sz="2100" b="1">
                <a:solidFill>
                  <a:schemeClr val="tx1">
                    <a:lumMod val="75000"/>
                    <a:lumOff val="25000"/>
                  </a:schemeClr>
                </a:solidFill>
              </a:rPr>
              <a:t>Cirugías</a:t>
            </a:r>
            <a:endParaRPr lang="es-MX" sz="2100" b="1">
              <a:solidFill>
                <a:schemeClr val="tx1">
                  <a:lumMod val="75000"/>
                  <a:lumOff val="25000"/>
                </a:schemeClr>
              </a:solidFill>
            </a:endParaRPr>
          </a:p>
        </p:txBody>
      </p:sp>
      <p:sp>
        <p:nvSpPr>
          <p:cNvPr id="12" name="CuadroTexto 8">
            <a:extLst>
              <a:ext uri="{FF2B5EF4-FFF2-40B4-BE49-F238E27FC236}">
                <a16:creationId xmlns:a16="http://schemas.microsoft.com/office/drawing/2014/main" id="{94D12867-3765-3B27-F1BC-A109E3FF5615}"/>
              </a:ext>
            </a:extLst>
          </p:cNvPr>
          <p:cNvSpPr txBox="1"/>
          <p:nvPr/>
        </p:nvSpPr>
        <p:spPr>
          <a:xfrm>
            <a:off x="4701239" y="4744510"/>
            <a:ext cx="2656114" cy="738664"/>
          </a:xfrm>
          <a:prstGeom prst="rect">
            <a:avLst/>
          </a:prstGeom>
          <a:noFill/>
        </p:spPr>
        <p:txBody>
          <a:bodyPr wrap="square" rtlCol="0">
            <a:spAutoFit/>
          </a:bodyPr>
          <a:lstStyle/>
          <a:p>
            <a:pPr algn="ctr"/>
            <a:r>
              <a:rPr lang="es-ES" sz="2100" b="1">
                <a:solidFill>
                  <a:schemeClr val="tx1">
                    <a:lumMod val="75000"/>
                    <a:lumOff val="25000"/>
                  </a:schemeClr>
                </a:solidFill>
              </a:rPr>
              <a:t>Consultas Medicina Familiar</a:t>
            </a:r>
            <a:endParaRPr lang="es-MX" sz="2100" b="1">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a:t>
            </a:r>
            <a:r>
              <a:rPr err="1"/>
              <a:t>información</a:t>
            </a:r>
            <a:r>
              <a:t>: </a:t>
            </a:r>
            <a:r>
              <a:rPr err="1"/>
              <a:t>semana</a:t>
            </a:r>
            <a:r>
              <a:t> 24, 7 </a:t>
            </a:r>
            <a:r>
              <a:rPr err="1"/>
              <a:t>junio</a:t>
            </a:r>
            <a:r>
              <a:t> 2026</a:t>
            </a:r>
            <a:br>
              <a:rPr/>
            </a:br>
            <a:r>
              <a:t>¹Las </a:t>
            </a:r>
            <a:r>
              <a:rPr err="1"/>
              <a:t>consultas</a:t>
            </a:r>
            <a:r>
              <a:t> de </a:t>
            </a:r>
            <a:r>
              <a:rPr err="1"/>
              <a:t>medicina</a:t>
            </a:r>
            <a:r>
              <a:t> familiar </a:t>
            </a:r>
            <a:r>
              <a:rPr err="1"/>
              <a:t>incluyen</a:t>
            </a:r>
            <a:r>
              <a:t> </a:t>
            </a:r>
            <a:r>
              <a:rPr err="1"/>
              <a:t>los</a:t>
            </a:r>
            <a:r>
              <a:t> </a:t>
            </a:r>
            <a:r>
              <a:rPr err="1"/>
              <a:t>hospitales</a:t>
            </a:r>
            <a:r>
              <a:t>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+3,390</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+122,696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+20,671</a:t>
            </a:r>
          </a:p>
        </p:txBody>
      </p:sp>
      <p:graphicFrame>
        <p:nvGraphicFramePr>
          <p:cNvPr id="236" name="Table 235"/>
          <p:cNvGraphicFramePr>
            <a:graphicFrameLocks noGrp="1"/>
          </p:cNvGraphicFramePr>
          <p:nvPr>
            <p:extLst>
              <p:ext uri="{D42A27DB-BD31-4B8C-83A1-F6EECF244321}">
                <p14:modId xmlns:p14="http://schemas.microsoft.com/office/powerpoint/2010/main" val="3277447303"/>
              </p:ext>
            </p:extLst>
          </p:nvPr>
        </p:nvGraphicFramePr>
        <p:xfrm>
          <a:off x="143502" y="1382217"/>
          <a:ext cx="7469999" cy="18280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ctr">
                        <a:defRPr sz="1000" b="1">
                          <a:solidFill>
                            <a:srgbClr val="FFFFFF"/>
                          </a:solidFill>
                          <a:latin typeface="Montserrat"/>
                        </a:defRPr>
                      </a:pPr>
                      <a:r>
                        <a:rPr err="1"/>
                        <a:t>Consultas</a:t>
                      </a:r>
                      <a:endParaRPr/>
                    </a:p>
                    <a:p>
                      <a:pPr algn="ctr">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878,697</a:t>
                      </a:r>
                    </a:p>
                  </a:txBody>
                  <a:tcPr marL="0" marR="0" marT="0" marB="0" anchor="ctr">
                    <a:solidFill>
                      <a:srgbClr val="FFFFFF"/>
                    </a:solidFill>
                  </a:tcPr>
                </a:tc>
                <a:tc>
                  <a:txBody>
                    <a:bodyPr/>
                    <a:lstStyle/>
                    <a:p>
                      <a:pPr algn="ctr">
                        <a:defRPr sz="1000">
                          <a:solidFill>
                            <a:srgbClr val="404040"/>
                          </a:solidFill>
                          <a:latin typeface="Montserrat"/>
                        </a:defRPr>
                      </a:pPr>
                      <a:r>
                        <a:t>122,696</a:t>
                      </a:r>
                    </a:p>
                  </a:txBody>
                  <a:tcPr marL="0" marR="0" marT="0" marB="0" anchor="ctr">
                    <a:solidFill>
                      <a:srgbClr val="FFFFFF"/>
                    </a:solidFill>
                  </a:tcPr>
                </a:tc>
                <a:tc>
                  <a:txBody>
                    <a:bodyPr/>
                    <a:lstStyle/>
                    <a:p>
                      <a:pPr algn="ctr">
                        <a:defRPr sz="1000" b="1">
                          <a:solidFill>
                            <a:srgbClr val="980000"/>
                          </a:solidFill>
                          <a:latin typeface="Montserrat"/>
                        </a:defRPr>
                      </a:pPr>
                      <a:r>
                        <a:t>407,680</a:t>
                      </a:r>
                    </a:p>
                  </a:txBody>
                  <a:tcPr marL="0" marR="0" marT="0" marB="0" anchor="ctr">
                    <a:solidFill>
                      <a:srgbClr val="ECD3D9"/>
                    </a:solidFill>
                  </a:tcPr>
                </a:tc>
                <a:tc>
                  <a:txBody>
                    <a:bodyPr/>
                    <a:lstStyle/>
                    <a:p>
                      <a:pPr algn="ctr">
                        <a:defRPr sz="1000" b="1">
                          <a:solidFill>
                            <a:srgbClr val="980000"/>
                          </a:solidFill>
                          <a:latin typeface="Montserrat"/>
                        </a:defRPr>
                      </a:pPr>
                      <a:r>
                        <a:t>879,192</a:t>
                      </a:r>
                    </a:p>
                  </a:txBody>
                  <a:tcPr marL="0" marR="0" marT="0" marB="0" anchor="ctr">
                    <a:solidFill>
                      <a:srgbClr val="ECD3D9"/>
                    </a:solidFill>
                  </a:tcPr>
                </a:tc>
                <a:tc>
                  <a:txBody>
                    <a:bodyPr/>
                    <a:lstStyle/>
                    <a:p>
                      <a:pPr algn="ctr">
                        <a:defRPr sz="1000" b="1">
                          <a:solidFill>
                            <a:srgbClr val="980000"/>
                          </a:solidFill>
                          <a:latin typeface="Montserrat"/>
                        </a:defRPr>
                      </a:pPr>
                      <a:r>
                        <a:t>46.4%</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ctr">
                        <a:defRPr sz="1000" b="1">
                          <a:solidFill>
                            <a:srgbClr val="FFFFFF"/>
                          </a:solidFill>
                          <a:latin typeface="Montserrat"/>
                        </a:defRPr>
                      </a:pPr>
                      <a:r>
                        <a:rPr err="1"/>
                        <a:t>Consultas</a:t>
                      </a:r>
                      <a:endParaRPr/>
                    </a:p>
                    <a:p>
                      <a:pPr algn="ctr">
                        <a:defRPr sz="1000" b="1">
                          <a:solidFill>
                            <a:srgbClr val="FFFFFF"/>
                          </a:solidFill>
                          <a:latin typeface="Montserrat"/>
                        </a:defRPr>
                      </a:pPr>
                      <a:r>
                        <a:t>de </a:t>
                      </a:r>
                      <a:r>
                        <a:rPr err="1"/>
                        <a:t>Especialidad</a:t>
                      </a:r>
                      <a:endParaRPr/>
                    </a:p>
                  </a:txBody>
                  <a:tcPr marL="0" marR="0" marT="0" marB="0" anchor="ctr">
                    <a:solidFill>
                      <a:srgbClr val="006455"/>
                    </a:solidFill>
                  </a:tcPr>
                </a:tc>
                <a:tc>
                  <a:txBody>
                    <a:bodyPr/>
                    <a:lstStyle/>
                    <a:p>
                      <a:pPr algn="ctr">
                        <a:defRPr sz="1000">
                          <a:solidFill>
                            <a:srgbClr val="404040"/>
                          </a:solidFill>
                          <a:latin typeface="Montserrat"/>
                        </a:defRPr>
                      </a:pPr>
                      <a:r>
                        <a:t>215,676</a:t>
                      </a:r>
                    </a:p>
                  </a:txBody>
                  <a:tcPr marL="0" marR="0" marT="0" marB="0" anchor="ctr">
                    <a:solidFill>
                      <a:srgbClr val="EFEFEF"/>
                    </a:solidFill>
                  </a:tcPr>
                </a:tc>
                <a:tc>
                  <a:txBody>
                    <a:bodyPr/>
                    <a:lstStyle/>
                    <a:p>
                      <a:pPr algn="ctr">
                        <a:defRPr sz="1000">
                          <a:solidFill>
                            <a:srgbClr val="404040"/>
                          </a:solidFill>
                          <a:latin typeface="Montserrat"/>
                        </a:defRPr>
                      </a:pPr>
                      <a:r>
                        <a:t>20,671</a:t>
                      </a:r>
                    </a:p>
                  </a:txBody>
                  <a:tcPr marL="0" marR="0" marT="0" marB="0" anchor="ctr">
                    <a:solidFill>
                      <a:srgbClr val="EFEFEF"/>
                    </a:solidFill>
                  </a:tcPr>
                </a:tc>
                <a:tc>
                  <a:txBody>
                    <a:bodyPr/>
                    <a:lstStyle/>
                    <a:p>
                      <a:pPr algn="ctr">
                        <a:defRPr sz="1000" b="1">
                          <a:solidFill>
                            <a:srgbClr val="980000"/>
                          </a:solidFill>
                          <a:latin typeface="Montserrat"/>
                        </a:defRPr>
                      </a:pPr>
                      <a:r>
                        <a:t>103,145</a:t>
                      </a:r>
                    </a:p>
                  </a:txBody>
                  <a:tcPr marL="0" marR="0" marT="0" marB="0" anchor="ctr">
                    <a:solidFill>
                      <a:srgbClr val="F4E3E7"/>
                    </a:solidFill>
                  </a:tcPr>
                </a:tc>
                <a:tc>
                  <a:txBody>
                    <a:bodyPr/>
                    <a:lstStyle/>
                    <a:p>
                      <a:pPr algn="ctr">
                        <a:defRPr sz="1000" b="1">
                          <a:solidFill>
                            <a:srgbClr val="980000"/>
                          </a:solidFill>
                          <a:latin typeface="Montserrat"/>
                        </a:defRPr>
                      </a:pPr>
                      <a:r>
                        <a:t>229,950</a:t>
                      </a:r>
                    </a:p>
                  </a:txBody>
                  <a:tcPr marL="0" marR="0" marT="0" marB="0" anchor="ctr">
                    <a:solidFill>
                      <a:srgbClr val="F4E3E7"/>
                    </a:solidFill>
                  </a:tcPr>
                </a:tc>
                <a:tc>
                  <a:txBody>
                    <a:bodyPr/>
                    <a:lstStyle/>
                    <a:p>
                      <a:pPr algn="ctr">
                        <a:defRPr sz="1000" b="1">
                          <a:solidFill>
                            <a:srgbClr val="980000"/>
                          </a:solidFill>
                          <a:latin typeface="Montserrat"/>
                        </a:defRPr>
                      </a:pPr>
                      <a:r>
                        <a:t>44.9%</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ctr">
                        <a:defRPr sz="1000" b="1">
                          <a:solidFill>
                            <a:srgbClr val="FFFFFF"/>
                          </a:solidFill>
                          <a:latin typeface="Montserrat"/>
                        </a:defRPr>
                      </a:pPr>
                      <a:r>
                        <a:rPr err="1"/>
                        <a:t>Cirugías</a:t>
                      </a:r>
                      <a:endParaRPr/>
                    </a:p>
                  </a:txBody>
                  <a:tcPr marL="0" marR="0" marT="0" marB="0" anchor="ctr">
                    <a:solidFill>
                      <a:srgbClr val="006455"/>
                    </a:solidFill>
                  </a:tcPr>
                </a:tc>
                <a:tc>
                  <a:txBody>
                    <a:bodyPr/>
                    <a:lstStyle/>
                    <a:p>
                      <a:pPr algn="ctr">
                        <a:defRPr sz="1000">
                          <a:solidFill>
                            <a:srgbClr val="404040"/>
                          </a:solidFill>
                          <a:latin typeface="Montserrat"/>
                        </a:defRPr>
                      </a:pPr>
                      <a:r>
                        <a:t>13,782</a:t>
                      </a:r>
                    </a:p>
                  </a:txBody>
                  <a:tcPr marL="0" marR="0" marT="0" marB="0" anchor="ctr">
                    <a:solidFill>
                      <a:srgbClr val="FFFFFF"/>
                    </a:solidFill>
                  </a:tcPr>
                </a:tc>
                <a:tc>
                  <a:txBody>
                    <a:bodyPr/>
                    <a:lstStyle/>
                    <a:p>
                      <a:pPr algn="ctr">
                        <a:defRPr sz="1000">
                          <a:solidFill>
                            <a:srgbClr val="404040"/>
                          </a:solidFill>
                          <a:latin typeface="Montserrat"/>
                        </a:defRPr>
                      </a:pPr>
                      <a:r>
                        <a:t>3,390</a:t>
                      </a:r>
                    </a:p>
                  </a:txBody>
                  <a:tcPr marL="0" marR="0" marT="0" marB="0" anchor="ctr">
                    <a:solidFill>
                      <a:srgbClr val="FFFFFF"/>
                    </a:solidFill>
                  </a:tcPr>
                </a:tc>
                <a:tc>
                  <a:txBody>
                    <a:bodyPr/>
                    <a:lstStyle/>
                    <a:p>
                      <a:pPr algn="ctr">
                        <a:defRPr sz="1000" b="1">
                          <a:solidFill>
                            <a:srgbClr val="980000"/>
                          </a:solidFill>
                          <a:latin typeface="Montserrat"/>
                        </a:defRPr>
                      </a:pPr>
                      <a:r>
                        <a:t>7,061</a:t>
                      </a:r>
                    </a:p>
                  </a:txBody>
                  <a:tcPr marL="0" marR="0" marT="0" marB="0" anchor="ctr">
                    <a:solidFill>
                      <a:srgbClr val="ECD3D9"/>
                    </a:solidFill>
                  </a:tcPr>
                </a:tc>
                <a:tc>
                  <a:txBody>
                    <a:bodyPr/>
                    <a:lstStyle/>
                    <a:p>
                      <a:pPr algn="ctr">
                        <a:defRPr sz="1000" b="1">
                          <a:solidFill>
                            <a:srgbClr val="980000"/>
                          </a:solidFill>
                          <a:latin typeface="Montserrat"/>
                        </a:defRPr>
                      </a:pPr>
                      <a:r>
                        <a:t>15,315</a:t>
                      </a:r>
                    </a:p>
                  </a:txBody>
                  <a:tcPr marL="0" marR="0" marT="0" marB="0" anchor="ctr">
                    <a:solidFill>
                      <a:srgbClr val="ECD3D9"/>
                    </a:solidFill>
                  </a:tcPr>
                </a:tc>
                <a:tc>
                  <a:txBody>
                    <a:bodyPr/>
                    <a:lstStyle/>
                    <a:p>
                      <a:pPr algn="ctr">
                        <a:defRPr sz="1000" b="1">
                          <a:solidFill>
                            <a:srgbClr val="980000"/>
                          </a:solidFill>
                          <a:latin typeface="Montserrat"/>
                        </a:defRPr>
                      </a:pPr>
                      <a:r>
                        <a:t>46.1%</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4" name="TextBox 3"/>
          <p:cNvSpPr txBox="1"/>
          <p:nvPr/>
        </p:nvSpPr>
        <p:spPr>
          <a:xfrm>
            <a:off x="147600" y="1112549"/>
            <a:ext cx="7473600" cy="381600"/>
          </a:xfrm>
          <a:prstGeom prst="rect">
            <a:avLst/>
          </a:prstGeom>
          <a:noFill/>
        </p:spPr>
        <p:txBody>
          <a:bodyPr wrap="none">
            <a:spAutoFit/>
          </a:bodyPr>
          <a:lstStyle/>
          <a:p>
            <a:pPr algn="l">
              <a:defRPr sz="2000" b="1">
                <a:solidFill>
                  <a:srgbClr val="5B0F00"/>
                </a:solidFill>
                <a:latin typeface="Montserrat"/>
              </a:defRPr>
            </a:pPr>
            <a:r>
              <a:t>5 UMF de lunes a viernes</a:t>
            </a:r>
          </a:p>
        </p:txBody>
      </p:sp>
      <p:sp>
        <p:nvSpPr>
          <p:cNvPr id="5" name="TextBox 4"/>
          <p:cNvSpPr txBox="1"/>
          <p:nvPr/>
        </p:nvSpPr>
        <p:spPr>
          <a:xfrm>
            <a:off x="125999" y="1627425"/>
            <a:ext cx="7473600" cy="288000"/>
          </a:xfrm>
          <a:prstGeom prst="rect">
            <a:avLst/>
          </a:prstGeom>
          <a:noFill/>
        </p:spPr>
        <p:txBody>
          <a:bodyPr wrap="none">
            <a:spAutoFit/>
          </a:bodyPr>
          <a:lstStyle/>
          <a:p>
            <a:pPr algn="l">
              <a:defRPr sz="1800" b="1">
                <a:solidFill>
                  <a:srgbClr val="009193"/>
                </a:solidFill>
                <a:latin typeface="Montserrat"/>
              </a:defRPr>
            </a:pPr>
            <a:r>
              <a:rPr err="1"/>
              <a:t>Productividad</a:t>
            </a:r>
            <a:r>
              <a:t> de </a:t>
            </a:r>
            <a:r>
              <a:rPr err="1"/>
              <a:t>consultas</a:t>
            </a:r>
            <a:r>
              <a:t> de </a:t>
            </a:r>
            <a:r>
              <a:rPr err="1"/>
              <a:t>medicina</a:t>
            </a:r>
            <a:r>
              <a:t>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45455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2575634131"/>
              </p:ext>
            </p:extLst>
          </p:nvPr>
        </p:nvGraphicFramePr>
        <p:xfrm>
          <a:off x="151200" y="2100555"/>
          <a:ext cx="7473599" cy="2102096"/>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55769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214496">
                <a:tc>
                  <a:txBody>
                    <a:bodyPr/>
                    <a:lstStyle/>
                    <a:p>
                      <a:pPr algn="l">
                        <a:defRPr sz="1000">
                          <a:latin typeface="Montserrat"/>
                        </a:defRPr>
                      </a:pPr>
                      <a:r>
                        <a:t>UMF 5 Santo Toribio</a:t>
                      </a:r>
                    </a:p>
                  </a:txBody>
                  <a:tcPr marL="0" marR="0" marT="0" marB="0" anchor="ctr">
                    <a:solidFill>
                      <a:srgbClr val="FFFFFF"/>
                    </a:solidFill>
                  </a:tcPr>
                </a:tc>
                <a:tc>
                  <a:txBody>
                    <a:bodyPr/>
                    <a:lstStyle/>
                    <a:p>
                      <a:pPr algn="ctr">
                        <a:defRPr sz="1000">
                          <a:latin typeface="Montserrat"/>
                        </a:defRPr>
                      </a:pPr>
                      <a:r>
                        <a:t>18,633</a:t>
                      </a:r>
                    </a:p>
                  </a:txBody>
                  <a:tcPr marL="0" marR="0" marT="0" marB="0" anchor="ctr">
                    <a:solidFill>
                      <a:srgbClr val="FFFFFF"/>
                    </a:solidFill>
                  </a:tcPr>
                </a:tc>
                <a:tc>
                  <a:txBody>
                    <a:bodyPr/>
                    <a:lstStyle/>
                    <a:p>
                      <a:pPr algn="ctr">
                        <a:defRPr sz="1000">
                          <a:latin typeface="Montserrat"/>
                        </a:defRPr>
                      </a:pPr>
                      <a:r>
                        <a:t>51</a:t>
                      </a:r>
                    </a:p>
                  </a:txBody>
                  <a:tcPr marL="0" marR="0" marT="0" marB="0" anchor="ctr">
                    <a:solidFill>
                      <a:srgbClr val="FFFFFF"/>
                    </a:solidFill>
                  </a:tcPr>
                </a:tc>
                <a:tc>
                  <a:txBody>
                    <a:bodyPr/>
                    <a:lstStyle/>
                    <a:p>
                      <a:pPr algn="ctr">
                        <a:defRPr sz="1000">
                          <a:latin typeface="Montserrat"/>
                        </a:defRPr>
                      </a:pPr>
                      <a:r>
                        <a:t>10,318</a:t>
                      </a:r>
                    </a:p>
                  </a:txBody>
                  <a:tcPr marL="0" marR="0" marT="0" marB="0" anchor="ctr">
                    <a:solidFill>
                      <a:srgbClr val="ECD3D9"/>
                    </a:solidFill>
                  </a:tcPr>
                </a:tc>
                <a:tc>
                  <a:txBody>
                    <a:bodyPr/>
                    <a:lstStyle/>
                    <a:p>
                      <a:pPr algn="ctr">
                        <a:defRPr sz="1000">
                          <a:latin typeface="Montserrat"/>
                        </a:defRPr>
                      </a:pPr>
                      <a:r>
                        <a:t>20,000</a:t>
                      </a:r>
                    </a:p>
                  </a:txBody>
                  <a:tcPr marL="0" marR="0" marT="0" marB="0" anchor="ctr">
                    <a:solidFill>
                      <a:srgbClr val="ECD3D9"/>
                    </a:solidFill>
                  </a:tcPr>
                </a:tc>
                <a:tc>
                  <a:txBody>
                    <a:bodyPr/>
                    <a:lstStyle/>
                    <a:p>
                      <a:pPr algn="ctr">
                        <a:defRPr sz="1000">
                          <a:latin typeface="Montserrat"/>
                        </a:defRPr>
                      </a:pPr>
                      <a:r>
                        <a:t>51.6%</a:t>
                      </a:r>
                    </a:p>
                  </a:txBody>
                  <a:tcPr marL="0" marR="0" marT="0" marB="0" anchor="ctr">
                    <a:solidFill>
                      <a:srgbClr val="ECD3D9"/>
                    </a:solidFill>
                  </a:tcPr>
                </a:tc>
                <a:extLst>
                  <a:ext uri="{0D108BD9-81ED-4DB2-BD59-A6C34878D82A}">
                    <a16:rowId xmlns:a16="http://schemas.microsoft.com/office/drawing/2014/main" val="10001"/>
                  </a:ext>
                </a:extLst>
              </a:tr>
              <a:tr h="214496">
                <a:tc>
                  <a:txBody>
                    <a:bodyPr/>
                    <a:lstStyle/>
                    <a:p>
                      <a:pPr algn="l">
                        <a:defRPr sz="1000">
                          <a:latin typeface="Montserrat"/>
                        </a:defRPr>
                      </a:pPr>
                      <a:r>
                        <a:t>UMF 17 S. Bernabé</a:t>
                      </a:r>
                    </a:p>
                  </a:txBody>
                  <a:tcPr marL="0" marR="0" marT="0" marB="0" anchor="ctr">
                    <a:solidFill>
                      <a:srgbClr val="EFEFEF"/>
                    </a:solidFill>
                  </a:tcPr>
                </a:tc>
                <a:tc>
                  <a:txBody>
                    <a:bodyPr/>
                    <a:lstStyle/>
                    <a:p>
                      <a:pPr algn="ctr">
                        <a:defRPr sz="1000">
                          <a:latin typeface="Montserrat"/>
                        </a:defRPr>
                      </a:pPr>
                      <a:r>
                        <a:t>6,132</a:t>
                      </a:r>
                    </a:p>
                  </a:txBody>
                  <a:tcPr marL="0" marR="0" marT="0" marB="0" anchor="ctr">
                    <a:solidFill>
                      <a:srgbClr val="EFEFEF"/>
                    </a:solidFill>
                  </a:tcPr>
                </a:tc>
                <a:tc>
                  <a:txBody>
                    <a:bodyPr/>
                    <a:lstStyle/>
                    <a:p>
                      <a:pPr algn="ctr">
                        <a:defRPr sz="1000">
                          <a:latin typeface="Montserrat"/>
                        </a:defRPr>
                      </a:pPr>
                      <a:r>
                        <a:t>-416</a:t>
                      </a:r>
                    </a:p>
                  </a:txBody>
                  <a:tcPr marL="0" marR="0" marT="0" marB="0" anchor="ctr">
                    <a:solidFill>
                      <a:srgbClr val="EFEFEF"/>
                    </a:solidFill>
                  </a:tcPr>
                </a:tc>
                <a:tc>
                  <a:txBody>
                    <a:bodyPr/>
                    <a:lstStyle/>
                    <a:p>
                      <a:pPr algn="ctr">
                        <a:defRPr sz="1000">
                          <a:latin typeface="Montserrat"/>
                        </a:defRPr>
                      </a:pPr>
                      <a:r>
                        <a:t>4,891</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69.9%</a:t>
                      </a:r>
                    </a:p>
                  </a:txBody>
                  <a:tcPr marL="0" marR="0" marT="0" marB="0" anchor="ctr">
                    <a:solidFill>
                      <a:srgbClr val="ECD3D9"/>
                    </a:solidFill>
                  </a:tcPr>
                </a:tc>
                <a:extLst>
                  <a:ext uri="{0D108BD9-81ED-4DB2-BD59-A6C34878D82A}">
                    <a16:rowId xmlns:a16="http://schemas.microsoft.com/office/drawing/2014/main" val="10002"/>
                  </a:ext>
                </a:extLst>
              </a:tr>
              <a:tr h="214496">
                <a:tc>
                  <a:txBody>
                    <a:bodyPr/>
                    <a:lstStyle/>
                    <a:p>
                      <a:pPr algn="l">
                        <a:defRPr sz="1000">
                          <a:latin typeface="Montserrat"/>
                        </a:defRPr>
                      </a:pPr>
                      <a:r>
                        <a:t>UMF 18 Santa Cruz</a:t>
                      </a:r>
                    </a:p>
                  </a:txBody>
                  <a:tcPr marL="0" marR="0" marT="0" marB="0" anchor="ctr">
                    <a:solidFill>
                      <a:srgbClr val="FFFFFF"/>
                    </a:solidFill>
                  </a:tcPr>
                </a:tc>
                <a:tc>
                  <a:txBody>
                    <a:bodyPr/>
                    <a:lstStyle/>
                    <a:p>
                      <a:pPr algn="ctr">
                        <a:defRPr sz="1000">
                          <a:latin typeface="Montserrat"/>
                        </a:defRPr>
                      </a:pPr>
                      <a:r>
                        <a:t>12,111</a:t>
                      </a:r>
                    </a:p>
                  </a:txBody>
                  <a:tcPr marL="0" marR="0" marT="0" marB="0" anchor="ctr">
                    <a:solidFill>
                      <a:srgbClr val="FFFFFF"/>
                    </a:solidFill>
                  </a:tcPr>
                </a:tc>
                <a:tc>
                  <a:txBody>
                    <a:bodyPr/>
                    <a:lstStyle/>
                    <a:p>
                      <a:pPr algn="ctr">
                        <a:defRPr sz="1000">
                          <a:latin typeface="Montserrat"/>
                        </a:defRPr>
                      </a:pPr>
                      <a:r>
                        <a:t>-908</a:t>
                      </a:r>
                    </a:p>
                  </a:txBody>
                  <a:tcPr marL="0" marR="0" marT="0" marB="0" anchor="ctr">
                    <a:solidFill>
                      <a:srgbClr val="FFFFFF"/>
                    </a:solidFill>
                  </a:tcPr>
                </a:tc>
                <a:tc>
                  <a:txBody>
                    <a:bodyPr/>
                    <a:lstStyle/>
                    <a:p>
                      <a:pPr algn="ctr">
                        <a:defRPr sz="1000">
                          <a:latin typeface="Montserrat"/>
                        </a:defRPr>
                      </a:pPr>
                      <a:r>
                        <a:t>5,657</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t>43.5%</a:t>
                      </a:r>
                    </a:p>
                  </a:txBody>
                  <a:tcPr marL="0" marR="0" marT="0" marB="0" anchor="ctr">
                    <a:solidFill>
                      <a:srgbClr val="ECD3D9"/>
                    </a:solidFill>
                  </a:tcPr>
                </a:tc>
                <a:extLst>
                  <a:ext uri="{0D108BD9-81ED-4DB2-BD59-A6C34878D82A}">
                    <a16:rowId xmlns:a16="http://schemas.microsoft.com/office/drawing/2014/main" val="10003"/>
                  </a:ext>
                </a:extLst>
              </a:tr>
              <a:tr h="214496">
                <a:tc>
                  <a:txBody>
                    <a:bodyPr/>
                    <a:lstStyle/>
                    <a:p>
                      <a:pPr algn="l">
                        <a:defRPr sz="1000">
                          <a:latin typeface="Montserrat"/>
                        </a:defRPr>
                      </a:pPr>
                      <a:r>
                        <a:t>UMF 35 Nanacamilpa</a:t>
                      </a:r>
                    </a:p>
                  </a:txBody>
                  <a:tcPr marL="0" marR="0" marT="0" marB="0" anchor="ctr">
                    <a:solidFill>
                      <a:srgbClr val="EFEFEF"/>
                    </a:solidFill>
                  </a:tcPr>
                </a:tc>
                <a:tc>
                  <a:txBody>
                    <a:bodyPr/>
                    <a:lstStyle/>
                    <a:p>
                      <a:pPr algn="ctr">
                        <a:defRPr sz="1000">
                          <a:latin typeface="Montserrat"/>
                        </a:defRPr>
                      </a:pPr>
                      <a:r>
                        <a:t>12,009</a:t>
                      </a:r>
                    </a:p>
                  </a:txBody>
                  <a:tcPr marL="0" marR="0" marT="0" marB="0" anchor="ctr">
                    <a:solidFill>
                      <a:srgbClr val="EFEFEF"/>
                    </a:solidFill>
                  </a:tcPr>
                </a:tc>
                <a:tc>
                  <a:txBody>
                    <a:bodyPr/>
                    <a:lstStyle/>
                    <a:p>
                      <a:pPr algn="ctr">
                        <a:defRPr sz="1000">
                          <a:latin typeface="Montserrat"/>
                        </a:defRPr>
                      </a:pPr>
                      <a:r>
                        <a:t>192</a:t>
                      </a:r>
                    </a:p>
                  </a:txBody>
                  <a:tcPr marL="0" marR="0" marT="0" marB="0" anchor="ctr">
                    <a:solidFill>
                      <a:srgbClr val="EFEFEF"/>
                    </a:solidFill>
                  </a:tcPr>
                </a:tc>
                <a:tc>
                  <a:txBody>
                    <a:bodyPr/>
                    <a:lstStyle/>
                    <a:p>
                      <a:pPr algn="ctr">
                        <a:defRPr sz="1000">
                          <a:latin typeface="Montserrat"/>
                        </a:defRPr>
                      </a:pPr>
                      <a:r>
                        <a:t>6,040</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t>46.5%</a:t>
                      </a:r>
                    </a:p>
                  </a:txBody>
                  <a:tcPr marL="0" marR="0" marT="0" marB="0" anchor="ctr">
                    <a:solidFill>
                      <a:srgbClr val="ECD3D9"/>
                    </a:solidFill>
                  </a:tcPr>
                </a:tc>
                <a:extLst>
                  <a:ext uri="{0D108BD9-81ED-4DB2-BD59-A6C34878D82A}">
                    <a16:rowId xmlns:a16="http://schemas.microsoft.com/office/drawing/2014/main" val="10004"/>
                  </a:ext>
                </a:extLst>
              </a:tr>
              <a:tr h="214496">
                <a:tc>
                  <a:txBody>
                    <a:bodyPr/>
                    <a:lstStyle/>
                    <a:p>
                      <a:pPr algn="l">
                        <a:defRPr sz="1000">
                          <a:latin typeface="Montserrat"/>
                        </a:defRPr>
                      </a:pPr>
                      <a:r>
                        <a:t>UMF 48 Tlaxco</a:t>
                      </a:r>
                    </a:p>
                  </a:txBody>
                  <a:tcPr marL="0" marR="0" marT="0" marB="0" anchor="ctr">
                    <a:solidFill>
                      <a:srgbClr val="FFFFFF"/>
                    </a:solidFill>
                  </a:tcPr>
                </a:tc>
                <a:tc>
                  <a:txBody>
                    <a:bodyPr/>
                    <a:lstStyle/>
                    <a:p>
                      <a:pPr algn="ctr">
                        <a:defRPr sz="1000">
                          <a:latin typeface="Montserrat"/>
                        </a:defRPr>
                      </a:pPr>
                      <a:r>
                        <a:t>12,744</a:t>
                      </a:r>
                    </a:p>
                  </a:txBody>
                  <a:tcPr marL="0" marR="0" marT="0" marB="0" anchor="ctr">
                    <a:solidFill>
                      <a:srgbClr val="FFFFFF"/>
                    </a:solidFill>
                  </a:tcPr>
                </a:tc>
                <a:tc>
                  <a:txBody>
                    <a:bodyPr/>
                    <a:lstStyle/>
                    <a:p>
                      <a:pPr algn="ctr">
                        <a:defRPr sz="1000">
                          <a:latin typeface="Montserrat"/>
                        </a:defRPr>
                      </a:pPr>
                      <a:r>
                        <a:t>189</a:t>
                      </a:r>
                    </a:p>
                  </a:txBody>
                  <a:tcPr marL="0" marR="0" marT="0" marB="0" anchor="ctr">
                    <a:solidFill>
                      <a:srgbClr val="FFFFFF"/>
                    </a:solidFill>
                  </a:tcPr>
                </a:tc>
                <a:tc>
                  <a:txBody>
                    <a:bodyPr/>
                    <a:lstStyle/>
                    <a:p>
                      <a:pPr algn="ctr">
                        <a:defRPr sz="1000">
                          <a:latin typeface="Montserrat"/>
                        </a:defRPr>
                      </a:pPr>
                      <a:r>
                        <a:t>5,365</a:t>
                      </a:r>
                    </a:p>
                  </a:txBody>
                  <a:tcPr marL="0" marR="0" marT="0" marB="0" anchor="ctr">
                    <a:solidFill>
                      <a:srgbClr val="ECD3D9"/>
                    </a:solidFill>
                  </a:tcPr>
                </a:tc>
                <a:tc>
                  <a:txBody>
                    <a:bodyPr/>
                    <a:lstStyle/>
                    <a:p>
                      <a:pPr algn="ctr">
                        <a:defRPr sz="1000">
                          <a:latin typeface="Montserrat"/>
                        </a:defRPr>
                      </a:pPr>
                      <a:r>
                        <a:t>14,000</a:t>
                      </a:r>
                    </a:p>
                  </a:txBody>
                  <a:tcPr marL="0" marR="0" marT="0" marB="0" anchor="ctr">
                    <a:solidFill>
                      <a:srgbClr val="ECD3D9"/>
                    </a:solidFill>
                  </a:tcPr>
                </a:tc>
                <a:tc>
                  <a:txBody>
                    <a:bodyPr/>
                    <a:lstStyle/>
                    <a:p>
                      <a:pPr algn="ctr">
                        <a:defRPr sz="1000">
                          <a:latin typeface="Montserrat"/>
                        </a:defRPr>
                      </a:pPr>
                      <a:r>
                        <a:t>38.3%</a:t>
                      </a:r>
                    </a:p>
                  </a:txBody>
                  <a:tcPr marL="0" marR="0" marT="0" marB="0" anchor="ctr">
                    <a:solidFill>
                      <a:srgbClr val="ECD3D9"/>
                    </a:solidFill>
                  </a:tcPr>
                </a:tc>
                <a:extLst>
                  <a:ext uri="{0D108BD9-81ED-4DB2-BD59-A6C34878D82A}">
                    <a16:rowId xmlns:a16="http://schemas.microsoft.com/office/drawing/2014/main" val="10005"/>
                  </a:ext>
                </a:extLst>
              </a:tr>
              <a:tr h="471926">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61,629</a:t>
                      </a:r>
                    </a:p>
                  </a:txBody>
                  <a:tcPr marL="0" marR="0" marT="0" marB="0" anchor="ctr">
                    <a:solidFill>
                      <a:srgbClr val="D3E9E7"/>
                    </a:solidFill>
                  </a:tcPr>
                </a:tc>
                <a:tc>
                  <a:txBody>
                    <a:bodyPr/>
                    <a:lstStyle/>
                    <a:p>
                      <a:pPr algn="ctr">
                        <a:defRPr sz="1000" b="1">
                          <a:solidFill>
                            <a:srgbClr val="006556"/>
                          </a:solidFill>
                          <a:latin typeface="Montserrat"/>
                        </a:defRPr>
                      </a:pPr>
                      <a:r>
                        <a:t>-892</a:t>
                      </a:r>
                    </a:p>
                  </a:txBody>
                  <a:tcPr marL="0" marR="0" marT="0" marB="0" anchor="ctr">
                    <a:solidFill>
                      <a:srgbClr val="D3E9E7"/>
                    </a:solidFill>
                  </a:tcPr>
                </a:tc>
                <a:tc>
                  <a:txBody>
                    <a:bodyPr/>
                    <a:lstStyle/>
                    <a:p>
                      <a:pPr algn="ctr">
                        <a:defRPr sz="1000" b="1">
                          <a:solidFill>
                            <a:srgbClr val="FFFFFF"/>
                          </a:solidFill>
                          <a:latin typeface="Montserrat"/>
                        </a:defRPr>
                      </a:pPr>
                      <a:r>
                        <a:t>32,271</a:t>
                      </a:r>
                    </a:p>
                  </a:txBody>
                  <a:tcPr marL="0" marR="0" marT="0" marB="0" anchor="ctr">
                    <a:solidFill>
                      <a:srgbClr val="9F2241"/>
                    </a:solidFill>
                  </a:tcPr>
                </a:tc>
                <a:tc>
                  <a:txBody>
                    <a:bodyPr/>
                    <a:lstStyle/>
                    <a:p>
                      <a:pPr algn="ctr">
                        <a:defRPr sz="1000" b="1">
                          <a:solidFill>
                            <a:srgbClr val="FFFFFF"/>
                          </a:solidFill>
                          <a:latin typeface="Montserrat"/>
                        </a:defRPr>
                      </a:pPr>
                      <a:r>
                        <a:t>67,000</a:t>
                      </a:r>
                    </a:p>
                  </a:txBody>
                  <a:tcPr marL="0" marR="0" marT="0" marB="0" anchor="ctr">
                    <a:solidFill>
                      <a:srgbClr val="9F2241"/>
                    </a:solidFill>
                  </a:tcPr>
                </a:tc>
                <a:tc>
                  <a:txBody>
                    <a:bodyPr/>
                    <a:lstStyle/>
                    <a:p>
                      <a:pPr algn="ctr">
                        <a:defRPr sz="1000" b="1">
                          <a:solidFill>
                            <a:srgbClr val="FFFFFF"/>
                          </a:solidFill>
                          <a:latin typeface="Montserrat"/>
                        </a:defRPr>
                      </a:pPr>
                      <a:r>
                        <a:t>48.2%</a:t>
                      </a:r>
                    </a:p>
                  </a:txBody>
                  <a:tcPr marL="0" marR="0" marT="0" marB="0" anchor="ctr">
                    <a:solidFill>
                      <a:srgbClr val="9F2241"/>
                    </a:solidFill>
                  </a:tcPr>
                </a:tc>
                <a:extLst>
                  <a:ext uri="{0D108BD9-81ED-4DB2-BD59-A6C34878D82A}">
                    <a16:rowId xmlns:a16="http://schemas.microsoft.com/office/drawing/2014/main" val="10006"/>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4151244055"/>
              </p:ext>
            </p:extLst>
          </p:nvPr>
        </p:nvGraphicFramePr>
        <p:xfrm>
          <a:off x="4780800" y="56147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5072515" y="6257700"/>
            <a:ext cx="1183907" cy="461665"/>
          </a:xfrm>
          <a:prstGeom prst="rect">
            <a:avLst/>
          </a:prstGeom>
          <a:noFill/>
        </p:spPr>
        <p:txBody>
          <a:bodyPr wrap="square">
            <a:spAutoFit/>
          </a:bodyPr>
          <a:lstStyle/>
          <a:p>
            <a:pPr algn="ctr"/>
            <a:r>
              <a:rPr sz="2400" b="1">
                <a:solidFill>
                  <a:srgbClr val="9F2241"/>
                </a:solidFill>
                <a:latin typeface="Montserrat"/>
              </a:rPr>
              <a:t>48.2%</a:t>
            </a:r>
          </a:p>
        </p:txBody>
      </p:sp>
      <p:sp>
        <p:nvSpPr>
          <p:cNvPr id="11" name="TextBox 10"/>
          <p:cNvSpPr txBox="1"/>
          <p:nvPr/>
        </p:nvSpPr>
        <p:spPr>
          <a:xfrm>
            <a:off x="4780800" y="72347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5614700"/>
            <a:ext cx="2854800" cy="1198800"/>
          </a:xfrm>
          <a:prstGeom prst="rect">
            <a:avLst/>
          </a:prstGeom>
          <a:noFill/>
        </p:spPr>
        <p:txBody>
          <a:bodyPr wrap="square">
            <a:spAutoFit/>
          </a:bodyPr>
          <a:lstStyle/>
          <a:p>
            <a:pPr algn="ctr">
              <a:defRPr sz="3600" b="1">
                <a:solidFill>
                  <a:srgbClr val="9F2241"/>
                </a:solidFill>
                <a:latin typeface="Montserrat"/>
              </a:defRPr>
            </a:pPr>
            <a:r>
              <a:t>67,000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3E7CBA-1C58-8DCE-F283-E4734033525E}"/>
              </a:ext>
            </a:extLst>
          </p:cNvPr>
          <p:cNvSpPr txBox="1"/>
          <p:nvPr/>
        </p:nvSpPr>
        <p:spPr>
          <a:xfrm>
            <a:off x="4256736" y="5635056"/>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2 Nuevas UMTC con   2 consultorios</a:t>
            </a:r>
          </a:p>
        </p:txBody>
      </p:sp>
      <p:sp>
        <p:nvSpPr>
          <p:cNvPr id="10" name="CuadroTexto 9">
            <a:extLst>
              <a:ext uri="{FF2B5EF4-FFF2-40B4-BE49-F238E27FC236}">
                <a16:creationId xmlns:a16="http://schemas.microsoft.com/office/drawing/2014/main" id="{E113D526-D62C-4603-D371-B5EF06E5A80E}"/>
              </a:ext>
            </a:extLst>
          </p:cNvPr>
          <p:cNvSpPr txBox="1"/>
          <p:nvPr/>
        </p:nvSpPr>
        <p:spPr>
          <a:xfrm>
            <a:off x="4772973" y="6650719"/>
            <a:ext cx="2733027" cy="523220"/>
          </a:xfrm>
          <a:prstGeom prst="rect">
            <a:avLst/>
          </a:prstGeom>
          <a:noFill/>
        </p:spPr>
        <p:txBody>
          <a:bodyPr wrap="square">
            <a:spAutoFit/>
          </a:bodyPr>
          <a:lstStyle/>
          <a:p>
            <a:pPr marL="342900" indent="-342900">
              <a:buFont typeface="+mj-lt"/>
              <a:buAutoNum type="arabicParenR"/>
            </a:pPr>
            <a:r>
              <a:rPr lang="pt-BR">
                <a:latin typeface="Montserrat" panose="00000500000000000000" pitchFamily="2" charset="0"/>
              </a:rPr>
              <a:t>UMF 48 </a:t>
            </a:r>
            <a:r>
              <a:rPr lang="pt-BR" err="1">
                <a:latin typeface="Montserrat" panose="00000500000000000000" pitchFamily="2" charset="0"/>
              </a:rPr>
              <a:t>Tlaxco</a:t>
            </a:r>
            <a:endParaRPr lang="pt-BR">
              <a:latin typeface="Montserrat" panose="00000500000000000000" pitchFamily="2" charset="0"/>
            </a:endParaRPr>
          </a:p>
          <a:p>
            <a:pPr marL="342900" indent="-342900">
              <a:buFont typeface="+mj-lt"/>
              <a:buAutoNum type="arabicParenR"/>
            </a:pPr>
            <a:r>
              <a:rPr lang="pt-BR">
                <a:latin typeface="Montserrat" panose="00000500000000000000" pitchFamily="2" charset="0"/>
              </a:rPr>
              <a:t>UMF 18 Santa Cruz</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13" name="TextBox 12"/>
          <p:cNvSpPr txBox="1"/>
          <p:nvPr/>
        </p:nvSpPr>
        <p:spPr>
          <a:xfrm>
            <a:off x="147600" y="1093094"/>
            <a:ext cx="7473600" cy="381600"/>
          </a:xfrm>
          <a:prstGeom prst="rect">
            <a:avLst/>
          </a:prstGeom>
          <a:noFill/>
        </p:spPr>
        <p:txBody>
          <a:bodyPr wrap="none">
            <a:spAutoFit/>
          </a:bodyPr>
          <a:lstStyle/>
          <a:p>
            <a:pPr algn="l">
              <a:defRPr sz="1600" b="1">
                <a:solidFill>
                  <a:srgbClr val="5B0F00"/>
                </a:solidFill>
                <a:latin typeface="Montserrat"/>
              </a:defRPr>
            </a:pPr>
            <a:r>
              <a:t>9 Unidades Médicas de tiempo completo (19 consultorios)</a:t>
            </a:r>
          </a:p>
        </p:txBody>
      </p:sp>
      <p:sp>
        <p:nvSpPr>
          <p:cNvPr id="14" name="TextBox 13"/>
          <p:cNvSpPr txBox="1"/>
          <p:nvPr/>
        </p:nvSpPr>
        <p:spPr>
          <a:xfrm>
            <a:off x="125999" y="1666335"/>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435095"/>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17" name="TextBox 16"/>
          <p:cNvSpPr txBox="1"/>
          <p:nvPr/>
        </p:nvSpPr>
        <p:spPr>
          <a:xfrm>
            <a:off x="2251680" y="5607495"/>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(93,279 consultas)</a:t>
            </a:r>
          </a:p>
        </p:txBody>
      </p:sp>
      <p:graphicFrame>
        <p:nvGraphicFramePr>
          <p:cNvPr id="18" name="Table 17"/>
          <p:cNvGraphicFramePr>
            <a:graphicFrameLocks noGrp="1"/>
          </p:cNvGraphicFramePr>
          <p:nvPr>
            <p:extLst>
              <p:ext uri="{D42A27DB-BD31-4B8C-83A1-F6EECF244321}">
                <p14:modId xmlns:p14="http://schemas.microsoft.com/office/powerpoint/2010/main" val="3595436819"/>
              </p:ext>
            </p:extLst>
          </p:nvPr>
        </p:nvGraphicFramePr>
        <p:xfrm>
          <a:off x="147600" y="2072785"/>
          <a:ext cx="7473599" cy="2050482"/>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solidFill>
                            <a:srgbClr val="000000"/>
                          </a:solidFill>
                          <a:latin typeface="Montserrat"/>
                        </a:defRPr>
                      </a:pPr>
                      <a:r>
                        <a:t>UMF 7 Santa Inés</a:t>
                      </a:r>
                    </a:p>
                  </a:txBody>
                  <a:tcPr marL="0" marR="0" marT="0" marB="0" anchor="ctr">
                    <a:solidFill>
                      <a:srgbClr val="FFFFFF"/>
                    </a:solidFill>
                  </a:tcPr>
                </a:tc>
                <a:tc>
                  <a:txBody>
                    <a:bodyPr/>
                    <a:lstStyle/>
                    <a:p>
                      <a:pPr algn="ctr">
                        <a:defRPr sz="1000">
                          <a:solidFill>
                            <a:srgbClr val="000000"/>
                          </a:solidFill>
                          <a:latin typeface="Montserrat"/>
                        </a:defRPr>
                      </a:pPr>
                      <a:r>
                        <a:t>89,244</a:t>
                      </a:r>
                    </a:p>
                  </a:txBody>
                  <a:tcPr marL="0" marR="0" marT="0" marB="0" anchor="ctr">
                    <a:solidFill>
                      <a:srgbClr val="FFFFFF"/>
                    </a:solidFill>
                  </a:tcPr>
                </a:tc>
                <a:tc>
                  <a:txBody>
                    <a:bodyPr/>
                    <a:lstStyle/>
                    <a:p>
                      <a:pPr algn="ctr">
                        <a:defRPr sz="1000">
                          <a:solidFill>
                            <a:srgbClr val="000000"/>
                          </a:solidFill>
                          <a:latin typeface="Montserrat"/>
                        </a:defRPr>
                      </a:pPr>
                      <a:r>
                        <a:t>11,737</a:t>
                      </a:r>
                    </a:p>
                  </a:txBody>
                  <a:tcPr marL="0" marR="0" marT="0" marB="0" anchor="ctr">
                    <a:solidFill>
                      <a:srgbClr val="FFFFFF"/>
                    </a:solidFill>
                  </a:tcPr>
                </a:tc>
                <a:tc>
                  <a:txBody>
                    <a:bodyPr/>
                    <a:lstStyle/>
                    <a:p>
                      <a:pPr algn="ctr">
                        <a:defRPr sz="1000">
                          <a:solidFill>
                            <a:srgbClr val="000000"/>
                          </a:solidFill>
                          <a:latin typeface="Montserrat"/>
                        </a:defRPr>
                      </a:pPr>
                      <a:r>
                        <a:t>39,578</a:t>
                      </a:r>
                    </a:p>
                  </a:txBody>
                  <a:tcPr marL="0" marR="0" marT="0" marB="0" anchor="ctr">
                    <a:solidFill>
                      <a:srgbClr val="ECD3D9"/>
                    </a:solidFill>
                  </a:tcPr>
                </a:tc>
                <a:tc>
                  <a:txBody>
                    <a:bodyPr/>
                    <a:lstStyle/>
                    <a:p>
                      <a:pPr algn="ctr">
                        <a:defRPr sz="1000">
                          <a:solidFill>
                            <a:srgbClr val="000000"/>
                          </a:solidFill>
                          <a:latin typeface="Montserrat"/>
                        </a:defRPr>
                      </a:pPr>
                      <a:r>
                        <a:t>87,000</a:t>
                      </a:r>
                    </a:p>
                  </a:txBody>
                  <a:tcPr marL="0" marR="0" marT="0" marB="0" anchor="ctr">
                    <a:solidFill>
                      <a:srgbClr val="ECD3D9"/>
                    </a:solidFill>
                  </a:tcPr>
                </a:tc>
                <a:tc>
                  <a:txBody>
                    <a:bodyPr/>
                    <a:lstStyle/>
                    <a:p>
                      <a:pPr algn="ctr">
                        <a:defRPr sz="1000">
                          <a:solidFill>
                            <a:srgbClr val="000000"/>
                          </a:solidFill>
                          <a:latin typeface="Montserrat"/>
                        </a:defRPr>
                      </a:pPr>
                      <a:r>
                        <a:t>45.5%</a:t>
                      </a:r>
                    </a:p>
                  </a:txBody>
                  <a:tcPr marL="0" marR="0" marT="0" marB="0" anchor="ctr">
                    <a:solidFill>
                      <a:srgbClr val="ECD3D9"/>
                    </a:solidFill>
                  </a:tcPr>
                </a:tc>
                <a:extLst>
                  <a:ext uri="{0D108BD9-81ED-4DB2-BD59-A6C34878D82A}">
                    <a16:rowId xmlns:a16="http://schemas.microsoft.com/office/drawing/2014/main" val="10001"/>
                  </a:ext>
                </a:extLst>
              </a:tr>
              <a:tr h="151200">
                <a:tc>
                  <a:txBody>
                    <a:bodyPr/>
                    <a:lstStyle/>
                    <a:p>
                      <a:pPr algn="l">
                        <a:defRPr sz="1000">
                          <a:solidFill>
                            <a:srgbClr val="000000"/>
                          </a:solidFill>
                          <a:latin typeface="Montserrat"/>
                        </a:defRPr>
                      </a:pPr>
                      <a:r>
                        <a:t>UMF 6 Panzacola</a:t>
                      </a:r>
                    </a:p>
                  </a:txBody>
                  <a:tcPr marL="0" marR="0" marT="0" marB="0" anchor="ctr">
                    <a:solidFill>
                      <a:srgbClr val="EFEFEF"/>
                    </a:solidFill>
                  </a:tcPr>
                </a:tc>
                <a:tc>
                  <a:txBody>
                    <a:bodyPr/>
                    <a:lstStyle/>
                    <a:p>
                      <a:pPr algn="ctr">
                        <a:defRPr sz="1000">
                          <a:solidFill>
                            <a:srgbClr val="000000"/>
                          </a:solidFill>
                          <a:latin typeface="Montserrat"/>
                        </a:defRPr>
                      </a:pPr>
                      <a:r>
                        <a:t>45,945</a:t>
                      </a:r>
                    </a:p>
                  </a:txBody>
                  <a:tcPr marL="0" marR="0" marT="0" marB="0" anchor="ctr">
                    <a:solidFill>
                      <a:srgbClr val="EFEFEF"/>
                    </a:solidFill>
                  </a:tcPr>
                </a:tc>
                <a:tc>
                  <a:txBody>
                    <a:bodyPr/>
                    <a:lstStyle/>
                    <a:p>
                      <a:pPr algn="ctr">
                        <a:defRPr sz="1000">
                          <a:solidFill>
                            <a:srgbClr val="000000"/>
                          </a:solidFill>
                          <a:latin typeface="Montserrat"/>
                        </a:defRPr>
                      </a:pPr>
                      <a:r>
                        <a:t>6,711</a:t>
                      </a:r>
                    </a:p>
                  </a:txBody>
                  <a:tcPr marL="0" marR="0" marT="0" marB="0" anchor="ctr">
                    <a:solidFill>
                      <a:srgbClr val="EFEFEF"/>
                    </a:solidFill>
                  </a:tcPr>
                </a:tc>
                <a:tc>
                  <a:txBody>
                    <a:bodyPr/>
                    <a:lstStyle/>
                    <a:p>
                      <a:pPr algn="ctr">
                        <a:defRPr sz="1000">
                          <a:solidFill>
                            <a:srgbClr val="000000"/>
                          </a:solidFill>
                          <a:latin typeface="Montserrat"/>
                        </a:defRPr>
                      </a:pPr>
                      <a:r>
                        <a:t>21,789</a:t>
                      </a:r>
                    </a:p>
                  </a:txBody>
                  <a:tcPr marL="0" marR="0" marT="0" marB="0" anchor="ctr">
                    <a:solidFill>
                      <a:srgbClr val="ECD3D9"/>
                    </a:solidFill>
                  </a:tcPr>
                </a:tc>
                <a:tc>
                  <a:txBody>
                    <a:bodyPr/>
                    <a:lstStyle/>
                    <a:p>
                      <a:pPr algn="ctr">
                        <a:defRPr sz="1000">
                          <a:solidFill>
                            <a:srgbClr val="000000"/>
                          </a:solidFill>
                          <a:latin typeface="Montserrat"/>
                        </a:defRPr>
                      </a:pPr>
                      <a:r>
                        <a:t>45,000</a:t>
                      </a:r>
                    </a:p>
                  </a:txBody>
                  <a:tcPr marL="0" marR="0" marT="0" marB="0" anchor="ctr">
                    <a:solidFill>
                      <a:srgbClr val="ECD3D9"/>
                    </a:solidFill>
                  </a:tcPr>
                </a:tc>
                <a:tc>
                  <a:txBody>
                    <a:bodyPr/>
                    <a:lstStyle/>
                    <a:p>
                      <a:pPr algn="ctr">
                        <a:defRPr sz="1000">
                          <a:solidFill>
                            <a:srgbClr val="000000"/>
                          </a:solidFill>
                          <a:latin typeface="Montserrat"/>
                        </a:defRPr>
                      </a:pPr>
                      <a:r>
                        <a:t>48.4%</a:t>
                      </a:r>
                    </a:p>
                  </a:txBody>
                  <a:tcPr marL="0" marR="0" marT="0" marB="0" anchor="ctr">
                    <a:solidFill>
                      <a:srgbClr val="ECD3D9"/>
                    </a:solidFill>
                  </a:tcPr>
                </a:tc>
                <a:extLst>
                  <a:ext uri="{0D108BD9-81ED-4DB2-BD59-A6C34878D82A}">
                    <a16:rowId xmlns:a16="http://schemas.microsoft.com/office/drawing/2014/main" val="10002"/>
                  </a:ext>
                </a:extLst>
              </a:tr>
              <a:tr h="151200">
                <a:tc>
                  <a:txBody>
                    <a:bodyPr/>
                    <a:lstStyle/>
                    <a:p>
                      <a:pPr algn="l">
                        <a:defRPr sz="1000">
                          <a:solidFill>
                            <a:srgbClr val="000000"/>
                          </a:solidFill>
                          <a:latin typeface="Montserrat"/>
                        </a:defRPr>
                      </a:pPr>
                      <a:r>
                        <a:t>UMF 9 Santa Ana</a:t>
                      </a:r>
                    </a:p>
                  </a:txBody>
                  <a:tcPr marL="0" marR="0" marT="0" marB="0" anchor="ctr">
                    <a:solidFill>
                      <a:srgbClr val="FFFFFF"/>
                    </a:solidFill>
                  </a:tcPr>
                </a:tc>
                <a:tc>
                  <a:txBody>
                    <a:bodyPr/>
                    <a:lstStyle/>
                    <a:p>
                      <a:pPr algn="ctr">
                        <a:defRPr sz="1000">
                          <a:solidFill>
                            <a:srgbClr val="000000"/>
                          </a:solidFill>
                          <a:latin typeface="Montserrat"/>
                        </a:defRPr>
                      </a:pPr>
                      <a:r>
                        <a:t>79,485</a:t>
                      </a:r>
                    </a:p>
                  </a:txBody>
                  <a:tcPr marL="0" marR="0" marT="0" marB="0" anchor="ctr">
                    <a:solidFill>
                      <a:srgbClr val="FFFFFF"/>
                    </a:solidFill>
                  </a:tcPr>
                </a:tc>
                <a:tc>
                  <a:txBody>
                    <a:bodyPr/>
                    <a:lstStyle/>
                    <a:p>
                      <a:pPr algn="ctr">
                        <a:defRPr sz="1000">
                          <a:solidFill>
                            <a:srgbClr val="000000"/>
                          </a:solidFill>
                          <a:latin typeface="Montserrat"/>
                        </a:defRPr>
                      </a:pPr>
                      <a:r>
                        <a:t>14,040</a:t>
                      </a:r>
                    </a:p>
                  </a:txBody>
                  <a:tcPr marL="0" marR="0" marT="0" marB="0" anchor="ctr">
                    <a:solidFill>
                      <a:srgbClr val="FFFFFF"/>
                    </a:solidFill>
                  </a:tcPr>
                </a:tc>
                <a:tc>
                  <a:txBody>
                    <a:bodyPr/>
                    <a:lstStyle/>
                    <a:p>
                      <a:pPr algn="ctr">
                        <a:defRPr sz="1000">
                          <a:solidFill>
                            <a:srgbClr val="000000"/>
                          </a:solidFill>
                          <a:latin typeface="Montserrat"/>
                        </a:defRPr>
                      </a:pPr>
                      <a:r>
                        <a:t>37,930</a:t>
                      </a:r>
                    </a:p>
                  </a:txBody>
                  <a:tcPr marL="0" marR="0" marT="0" marB="0" anchor="ctr">
                    <a:solidFill>
                      <a:srgbClr val="ECD3D9"/>
                    </a:solidFill>
                  </a:tcPr>
                </a:tc>
                <a:tc>
                  <a:txBody>
                    <a:bodyPr/>
                    <a:lstStyle/>
                    <a:p>
                      <a:pPr algn="ctr">
                        <a:defRPr sz="1000">
                          <a:solidFill>
                            <a:srgbClr val="000000"/>
                          </a:solidFill>
                          <a:latin typeface="Montserrat"/>
                        </a:defRPr>
                      </a:pPr>
                      <a:r>
                        <a:t>82,656</a:t>
                      </a:r>
                    </a:p>
                  </a:txBody>
                  <a:tcPr marL="0" marR="0" marT="0" marB="0" anchor="ctr">
                    <a:solidFill>
                      <a:srgbClr val="ECD3D9"/>
                    </a:solidFill>
                  </a:tcPr>
                </a:tc>
                <a:tc>
                  <a:txBody>
                    <a:bodyPr/>
                    <a:lstStyle/>
                    <a:p>
                      <a:pPr algn="ctr">
                        <a:defRPr sz="1000">
                          <a:solidFill>
                            <a:srgbClr val="000000"/>
                          </a:solidFill>
                          <a:latin typeface="Montserrat"/>
                        </a:defRPr>
                      </a:pPr>
                      <a:r>
                        <a:t>45.9%</a:t>
                      </a:r>
                    </a:p>
                  </a:txBody>
                  <a:tcPr marL="0" marR="0" marT="0" marB="0" anchor="ctr">
                    <a:solidFill>
                      <a:srgbClr val="ECD3D9"/>
                    </a:solidFill>
                  </a:tcPr>
                </a:tc>
                <a:extLst>
                  <a:ext uri="{0D108BD9-81ED-4DB2-BD59-A6C34878D82A}">
                    <a16:rowId xmlns:a16="http://schemas.microsoft.com/office/drawing/2014/main" val="10003"/>
                  </a:ext>
                </a:extLst>
              </a:tr>
              <a:tr h="151200">
                <a:tc>
                  <a:txBody>
                    <a:bodyPr/>
                    <a:lstStyle/>
                    <a:p>
                      <a:pPr algn="l">
                        <a:defRPr sz="1000">
                          <a:solidFill>
                            <a:srgbClr val="000000"/>
                          </a:solidFill>
                          <a:latin typeface="Montserrat"/>
                        </a:defRPr>
                      </a:pPr>
                      <a:r>
                        <a:t>UMF 10 San Pablo</a:t>
                      </a:r>
                    </a:p>
                  </a:txBody>
                  <a:tcPr marL="0" marR="0" marT="0" marB="0" anchor="ctr">
                    <a:solidFill>
                      <a:srgbClr val="EFEFEF"/>
                    </a:solidFill>
                  </a:tcPr>
                </a:tc>
                <a:tc>
                  <a:txBody>
                    <a:bodyPr/>
                    <a:lstStyle/>
                    <a:p>
                      <a:pPr algn="ctr">
                        <a:defRPr sz="1000">
                          <a:solidFill>
                            <a:srgbClr val="000000"/>
                          </a:solidFill>
                          <a:latin typeface="Montserrat"/>
                        </a:defRPr>
                      </a:pPr>
                      <a:r>
                        <a:t>43,811</a:t>
                      </a:r>
                    </a:p>
                  </a:txBody>
                  <a:tcPr marL="0" marR="0" marT="0" marB="0" anchor="ctr">
                    <a:solidFill>
                      <a:srgbClr val="EFEFEF"/>
                    </a:solidFill>
                  </a:tcPr>
                </a:tc>
                <a:tc>
                  <a:txBody>
                    <a:bodyPr/>
                    <a:lstStyle/>
                    <a:p>
                      <a:pPr algn="ctr">
                        <a:defRPr sz="1000">
                          <a:solidFill>
                            <a:srgbClr val="000000"/>
                          </a:solidFill>
                          <a:latin typeface="Montserrat"/>
                        </a:defRPr>
                      </a:pPr>
                      <a:r>
                        <a:t>9,170</a:t>
                      </a:r>
                    </a:p>
                  </a:txBody>
                  <a:tcPr marL="0" marR="0" marT="0" marB="0" anchor="ctr">
                    <a:solidFill>
                      <a:srgbClr val="EFEFEF"/>
                    </a:solidFill>
                  </a:tcPr>
                </a:tc>
                <a:tc>
                  <a:txBody>
                    <a:bodyPr/>
                    <a:lstStyle/>
                    <a:p>
                      <a:pPr algn="ctr">
                        <a:defRPr sz="1000">
                          <a:solidFill>
                            <a:srgbClr val="000000"/>
                          </a:solidFill>
                          <a:latin typeface="Montserrat"/>
                        </a:defRPr>
                      </a:pPr>
                      <a:r>
                        <a:t>20,526</a:t>
                      </a:r>
                    </a:p>
                  </a:txBody>
                  <a:tcPr marL="0" marR="0" marT="0" marB="0" anchor="ctr">
                    <a:solidFill>
                      <a:srgbClr val="ECD3D9"/>
                    </a:solidFill>
                  </a:tcPr>
                </a:tc>
                <a:tc>
                  <a:txBody>
                    <a:bodyPr/>
                    <a:lstStyle/>
                    <a:p>
                      <a:pPr algn="ctr">
                        <a:defRPr sz="1000">
                          <a:solidFill>
                            <a:srgbClr val="000000"/>
                          </a:solidFill>
                          <a:latin typeface="Montserrat"/>
                        </a:defRPr>
                      </a:pPr>
                      <a:r>
                        <a:t>43,000</a:t>
                      </a:r>
                    </a:p>
                  </a:txBody>
                  <a:tcPr marL="0" marR="0" marT="0" marB="0" anchor="ctr">
                    <a:solidFill>
                      <a:srgbClr val="ECD3D9"/>
                    </a:solidFill>
                  </a:tcPr>
                </a:tc>
                <a:tc>
                  <a:txBody>
                    <a:bodyPr/>
                    <a:lstStyle/>
                    <a:p>
                      <a:pPr algn="ctr">
                        <a:defRPr sz="1000">
                          <a:solidFill>
                            <a:srgbClr val="000000"/>
                          </a:solidFill>
                          <a:latin typeface="Montserrat"/>
                        </a:defRPr>
                      </a:pPr>
                      <a:r>
                        <a:t>47.7%</a:t>
                      </a:r>
                    </a:p>
                  </a:txBody>
                  <a:tcPr marL="0" marR="0" marT="0" marB="0" anchor="ctr">
                    <a:solidFill>
                      <a:srgbClr val="ECD3D9"/>
                    </a:solidFill>
                  </a:tcPr>
                </a:tc>
                <a:extLst>
                  <a:ext uri="{0D108BD9-81ED-4DB2-BD59-A6C34878D82A}">
                    <a16:rowId xmlns:a16="http://schemas.microsoft.com/office/drawing/2014/main" val="10004"/>
                  </a:ext>
                </a:extLst>
              </a:tr>
              <a:tr h="151200">
                <a:tc>
                  <a:txBody>
                    <a:bodyPr/>
                    <a:lstStyle/>
                    <a:p>
                      <a:pPr algn="l">
                        <a:defRPr sz="1000">
                          <a:solidFill>
                            <a:srgbClr val="000000"/>
                          </a:solidFill>
                          <a:latin typeface="Montserrat"/>
                        </a:defRPr>
                      </a:pPr>
                      <a:r>
                        <a:t>UMF 22 San Pablo Monte</a:t>
                      </a:r>
                    </a:p>
                  </a:txBody>
                  <a:tcPr marL="0" marR="0" marT="0" marB="0" anchor="ctr">
                    <a:solidFill>
                      <a:srgbClr val="FFFFFF"/>
                    </a:solidFill>
                  </a:tcPr>
                </a:tc>
                <a:tc>
                  <a:txBody>
                    <a:bodyPr/>
                    <a:lstStyle/>
                    <a:p>
                      <a:pPr algn="ctr">
                        <a:defRPr sz="1000">
                          <a:solidFill>
                            <a:srgbClr val="000000"/>
                          </a:solidFill>
                          <a:latin typeface="Montserrat"/>
                        </a:defRPr>
                      </a:pPr>
                      <a:r>
                        <a:t>44,291</a:t>
                      </a:r>
                    </a:p>
                  </a:txBody>
                  <a:tcPr marL="0" marR="0" marT="0" marB="0" anchor="ctr">
                    <a:solidFill>
                      <a:srgbClr val="FFFFFF"/>
                    </a:solidFill>
                  </a:tcPr>
                </a:tc>
                <a:tc>
                  <a:txBody>
                    <a:bodyPr/>
                    <a:lstStyle/>
                    <a:p>
                      <a:pPr algn="ctr">
                        <a:defRPr sz="1000">
                          <a:solidFill>
                            <a:srgbClr val="000000"/>
                          </a:solidFill>
                          <a:latin typeface="Montserrat"/>
                        </a:defRPr>
                      </a:pPr>
                      <a:r>
                        <a:t>7,687</a:t>
                      </a:r>
                    </a:p>
                  </a:txBody>
                  <a:tcPr marL="0" marR="0" marT="0" marB="0" anchor="ctr">
                    <a:solidFill>
                      <a:srgbClr val="FFFFFF"/>
                    </a:solidFill>
                  </a:tcPr>
                </a:tc>
                <a:tc>
                  <a:txBody>
                    <a:bodyPr/>
                    <a:lstStyle/>
                    <a:p>
                      <a:pPr algn="ctr">
                        <a:defRPr sz="1000">
                          <a:solidFill>
                            <a:srgbClr val="000000"/>
                          </a:solidFill>
                          <a:latin typeface="Montserrat"/>
                        </a:defRPr>
                      </a:pPr>
                      <a:r>
                        <a:t>20,879</a:t>
                      </a:r>
                    </a:p>
                  </a:txBody>
                  <a:tcPr marL="0" marR="0" marT="0" marB="0" anchor="ctr">
                    <a:solidFill>
                      <a:srgbClr val="ECD3D9"/>
                    </a:solidFill>
                  </a:tcPr>
                </a:tc>
                <a:tc>
                  <a:txBody>
                    <a:bodyPr/>
                    <a:lstStyle/>
                    <a:p>
                      <a:pPr algn="ctr">
                        <a:defRPr sz="1000">
                          <a:solidFill>
                            <a:srgbClr val="000000"/>
                          </a:solidFill>
                          <a:latin typeface="Montserrat"/>
                        </a:defRPr>
                      </a:pPr>
                      <a:r>
                        <a:t>43,000</a:t>
                      </a:r>
                    </a:p>
                  </a:txBody>
                  <a:tcPr marL="0" marR="0" marT="0" marB="0" anchor="ctr">
                    <a:solidFill>
                      <a:srgbClr val="ECD3D9"/>
                    </a:solidFill>
                  </a:tcPr>
                </a:tc>
                <a:tc>
                  <a:txBody>
                    <a:bodyPr/>
                    <a:lstStyle/>
                    <a:p>
                      <a:pPr algn="ctr">
                        <a:defRPr sz="1000">
                          <a:solidFill>
                            <a:srgbClr val="000000"/>
                          </a:solidFill>
                          <a:latin typeface="Montserrat"/>
                        </a:defRPr>
                      </a:pPr>
                      <a:r>
                        <a:t>48.6%</a:t>
                      </a:r>
                    </a:p>
                  </a:txBody>
                  <a:tcPr marL="0" marR="0" marT="0" marB="0" anchor="ctr">
                    <a:solidFill>
                      <a:srgbClr val="ECD3D9"/>
                    </a:solidFill>
                  </a:tcPr>
                </a:tc>
                <a:extLst>
                  <a:ext uri="{0D108BD9-81ED-4DB2-BD59-A6C34878D82A}">
                    <a16:rowId xmlns:a16="http://schemas.microsoft.com/office/drawing/2014/main" val="10005"/>
                  </a:ext>
                </a:extLst>
              </a:tr>
              <a:tr h="151200">
                <a:tc>
                  <a:txBody>
                    <a:bodyPr/>
                    <a:lstStyle/>
                    <a:p>
                      <a:pPr algn="l">
                        <a:defRPr sz="1000">
                          <a:solidFill>
                            <a:srgbClr val="000000"/>
                          </a:solidFill>
                          <a:latin typeface="Montserrat"/>
                        </a:defRPr>
                      </a:pPr>
                      <a:r>
                        <a:t>UMF 19 Apizaco</a:t>
                      </a:r>
                    </a:p>
                  </a:txBody>
                  <a:tcPr marL="0" marR="0" marT="0" marB="0" anchor="ctr">
                    <a:solidFill>
                      <a:srgbClr val="EFEFEF"/>
                    </a:solidFill>
                  </a:tcPr>
                </a:tc>
                <a:tc>
                  <a:txBody>
                    <a:bodyPr/>
                    <a:lstStyle/>
                    <a:p>
                      <a:pPr algn="ctr">
                        <a:defRPr sz="1000">
                          <a:solidFill>
                            <a:srgbClr val="000000"/>
                          </a:solidFill>
                          <a:latin typeface="Montserrat"/>
                        </a:defRPr>
                      </a:pPr>
                      <a:r>
                        <a:t>144,651</a:t>
                      </a:r>
                    </a:p>
                  </a:txBody>
                  <a:tcPr marL="0" marR="0" marT="0" marB="0" anchor="ctr">
                    <a:solidFill>
                      <a:srgbClr val="EFEFEF"/>
                    </a:solidFill>
                  </a:tcPr>
                </a:tc>
                <a:tc>
                  <a:txBody>
                    <a:bodyPr/>
                    <a:lstStyle/>
                    <a:p>
                      <a:pPr algn="ctr">
                        <a:defRPr sz="1000">
                          <a:solidFill>
                            <a:srgbClr val="000000"/>
                          </a:solidFill>
                          <a:latin typeface="Montserrat"/>
                        </a:defRPr>
                      </a:pPr>
                      <a:r>
                        <a:t>23,310</a:t>
                      </a:r>
                    </a:p>
                  </a:txBody>
                  <a:tcPr marL="0" marR="0" marT="0" marB="0" anchor="ctr">
                    <a:solidFill>
                      <a:srgbClr val="EFEFEF"/>
                    </a:solidFill>
                  </a:tcPr>
                </a:tc>
                <a:tc>
                  <a:txBody>
                    <a:bodyPr/>
                    <a:lstStyle/>
                    <a:p>
                      <a:pPr algn="ctr">
                        <a:defRPr sz="1000">
                          <a:solidFill>
                            <a:srgbClr val="000000"/>
                          </a:solidFill>
                          <a:latin typeface="Montserrat"/>
                        </a:defRPr>
                      </a:pPr>
                      <a:r>
                        <a:t>69,270</a:t>
                      </a:r>
                    </a:p>
                  </a:txBody>
                  <a:tcPr marL="0" marR="0" marT="0" marB="0" anchor="ctr">
                    <a:solidFill>
                      <a:srgbClr val="ECD3D9"/>
                    </a:solidFill>
                  </a:tcPr>
                </a:tc>
                <a:tc>
                  <a:txBody>
                    <a:bodyPr/>
                    <a:lstStyle/>
                    <a:p>
                      <a:pPr algn="ctr">
                        <a:defRPr sz="1000">
                          <a:solidFill>
                            <a:srgbClr val="000000"/>
                          </a:solidFill>
                          <a:latin typeface="Montserrat"/>
                        </a:defRPr>
                      </a:pPr>
                      <a:r>
                        <a:t>151,536</a:t>
                      </a:r>
                    </a:p>
                  </a:txBody>
                  <a:tcPr marL="0" marR="0" marT="0" marB="0" anchor="ctr">
                    <a:solidFill>
                      <a:srgbClr val="ECD3D9"/>
                    </a:solidFill>
                  </a:tcPr>
                </a:tc>
                <a:tc>
                  <a:txBody>
                    <a:bodyPr/>
                    <a:lstStyle/>
                    <a:p>
                      <a:pPr algn="ctr">
                        <a:defRPr sz="1000">
                          <a:solidFill>
                            <a:srgbClr val="000000"/>
                          </a:solidFill>
                          <a:latin typeface="Montserrat"/>
                        </a:defRPr>
                      </a:pPr>
                      <a:r>
                        <a:t>45.7%</a:t>
                      </a:r>
                    </a:p>
                  </a:txBody>
                  <a:tcPr marL="0" marR="0" marT="0" marB="0" anchor="ctr">
                    <a:solidFill>
                      <a:srgbClr val="ECD3D9"/>
                    </a:solidFill>
                  </a:tcPr>
                </a:tc>
                <a:extLst>
                  <a:ext uri="{0D108BD9-81ED-4DB2-BD59-A6C34878D82A}">
                    <a16:rowId xmlns:a16="http://schemas.microsoft.com/office/drawing/2014/main" val="10006"/>
                  </a:ext>
                </a:extLst>
              </a:tr>
              <a:tr h="151200">
                <a:tc>
                  <a:txBody>
                    <a:bodyPr/>
                    <a:lstStyle/>
                    <a:p>
                      <a:pPr algn="l">
                        <a:defRPr sz="1000">
                          <a:solidFill>
                            <a:srgbClr val="000000"/>
                          </a:solidFill>
                          <a:latin typeface="Montserrat"/>
                        </a:defRPr>
                      </a:pPr>
                      <a:r>
                        <a:t>UMF 20 Huamantla</a:t>
                      </a:r>
                    </a:p>
                  </a:txBody>
                  <a:tcPr marL="0" marR="0" marT="0" marB="0" anchor="ctr">
                    <a:solidFill>
                      <a:srgbClr val="FFFFFF"/>
                    </a:solidFill>
                  </a:tcPr>
                </a:tc>
                <a:tc>
                  <a:txBody>
                    <a:bodyPr/>
                    <a:lstStyle/>
                    <a:p>
                      <a:pPr algn="ctr">
                        <a:defRPr sz="1000">
                          <a:solidFill>
                            <a:srgbClr val="000000"/>
                          </a:solidFill>
                          <a:latin typeface="Montserrat"/>
                        </a:defRPr>
                      </a:pPr>
                      <a:r>
                        <a:t>59,671</a:t>
                      </a:r>
                    </a:p>
                  </a:txBody>
                  <a:tcPr marL="0" marR="0" marT="0" marB="0" anchor="ctr">
                    <a:solidFill>
                      <a:srgbClr val="FFFFFF"/>
                    </a:solidFill>
                  </a:tcPr>
                </a:tc>
                <a:tc>
                  <a:txBody>
                    <a:bodyPr/>
                    <a:lstStyle/>
                    <a:p>
                      <a:pPr algn="ctr">
                        <a:defRPr sz="1000">
                          <a:solidFill>
                            <a:srgbClr val="000000"/>
                          </a:solidFill>
                          <a:latin typeface="Montserrat"/>
                        </a:defRPr>
                      </a:pPr>
                      <a:r>
                        <a:t>6,792</a:t>
                      </a:r>
                    </a:p>
                  </a:txBody>
                  <a:tcPr marL="0" marR="0" marT="0" marB="0" anchor="ctr">
                    <a:solidFill>
                      <a:srgbClr val="FFFFFF"/>
                    </a:solidFill>
                  </a:tcPr>
                </a:tc>
                <a:tc>
                  <a:txBody>
                    <a:bodyPr/>
                    <a:lstStyle/>
                    <a:p>
                      <a:pPr algn="ctr">
                        <a:defRPr sz="1000">
                          <a:solidFill>
                            <a:srgbClr val="000000"/>
                          </a:solidFill>
                          <a:latin typeface="Montserrat"/>
                        </a:defRPr>
                      </a:pPr>
                      <a:r>
                        <a:t>27,386</a:t>
                      </a:r>
                    </a:p>
                  </a:txBody>
                  <a:tcPr marL="0" marR="0" marT="0" marB="0" anchor="ctr">
                    <a:solidFill>
                      <a:srgbClr val="ECD3D9"/>
                    </a:solidFill>
                  </a:tcPr>
                </a:tc>
                <a:tc>
                  <a:txBody>
                    <a:bodyPr/>
                    <a:lstStyle/>
                    <a:p>
                      <a:pPr algn="ctr">
                        <a:defRPr sz="1000">
                          <a:solidFill>
                            <a:srgbClr val="000000"/>
                          </a:solidFill>
                          <a:latin typeface="Montserrat"/>
                        </a:defRPr>
                      </a:pPr>
                      <a:r>
                        <a:t>58,000</a:t>
                      </a:r>
                    </a:p>
                  </a:txBody>
                  <a:tcPr marL="0" marR="0" marT="0" marB="0" anchor="ctr">
                    <a:solidFill>
                      <a:srgbClr val="ECD3D9"/>
                    </a:solidFill>
                  </a:tcPr>
                </a:tc>
                <a:tc>
                  <a:txBody>
                    <a:bodyPr/>
                    <a:lstStyle/>
                    <a:p>
                      <a:pPr algn="ctr">
                        <a:defRPr sz="1000">
                          <a:solidFill>
                            <a:srgbClr val="000000"/>
                          </a:solidFill>
                          <a:latin typeface="Montserrat"/>
                        </a:defRPr>
                      </a:pPr>
                      <a:r>
                        <a:t>47.2%</a:t>
                      </a:r>
                    </a:p>
                  </a:txBody>
                  <a:tcPr marL="0" marR="0" marT="0" marB="0" anchor="ctr">
                    <a:solidFill>
                      <a:srgbClr val="ECD3D9"/>
                    </a:solidFill>
                  </a:tcPr>
                </a:tc>
                <a:extLst>
                  <a:ext uri="{0D108BD9-81ED-4DB2-BD59-A6C34878D82A}">
                    <a16:rowId xmlns:a16="http://schemas.microsoft.com/office/drawing/2014/main" val="10007"/>
                  </a:ext>
                </a:extLst>
              </a:tr>
              <a:tr h="151200">
                <a:tc>
                  <a:txBody>
                    <a:bodyPr/>
                    <a:lstStyle/>
                    <a:p>
                      <a:pPr algn="l">
                        <a:defRPr sz="1000">
                          <a:solidFill>
                            <a:srgbClr val="000000"/>
                          </a:solidFill>
                          <a:latin typeface="Montserrat"/>
                        </a:defRPr>
                      </a:pPr>
                      <a:r>
                        <a:t>UMF 51 Teolocholco</a:t>
                      </a:r>
                    </a:p>
                  </a:txBody>
                  <a:tcPr marL="0" marR="0" marT="0" marB="0" anchor="ctr">
                    <a:solidFill>
                      <a:srgbClr val="EFEFEF"/>
                    </a:solidFill>
                  </a:tcPr>
                </a:tc>
                <a:tc>
                  <a:txBody>
                    <a:bodyPr/>
                    <a:lstStyle/>
                    <a:p>
                      <a:pPr algn="ctr">
                        <a:defRPr sz="1000">
                          <a:solidFill>
                            <a:srgbClr val="000000"/>
                          </a:solidFill>
                          <a:latin typeface="Montserrat"/>
                        </a:defRPr>
                      </a:pPr>
                      <a:r>
                        <a:t>27,221</a:t>
                      </a:r>
                    </a:p>
                  </a:txBody>
                  <a:tcPr marL="0" marR="0" marT="0" marB="0" anchor="ctr">
                    <a:solidFill>
                      <a:srgbClr val="EFEFEF"/>
                    </a:solidFill>
                  </a:tcPr>
                </a:tc>
                <a:tc>
                  <a:txBody>
                    <a:bodyPr/>
                    <a:lstStyle/>
                    <a:p>
                      <a:pPr algn="ctr">
                        <a:defRPr sz="1000">
                          <a:solidFill>
                            <a:srgbClr val="000000"/>
                          </a:solidFill>
                          <a:latin typeface="Montserrat"/>
                        </a:defRPr>
                      </a:pPr>
                      <a:r>
                        <a:t>3,398</a:t>
                      </a:r>
                    </a:p>
                  </a:txBody>
                  <a:tcPr marL="0" marR="0" marT="0" marB="0" anchor="ctr">
                    <a:solidFill>
                      <a:srgbClr val="EFEFEF"/>
                    </a:solidFill>
                  </a:tcPr>
                </a:tc>
                <a:tc>
                  <a:txBody>
                    <a:bodyPr/>
                    <a:lstStyle/>
                    <a:p>
                      <a:pPr algn="ctr">
                        <a:defRPr sz="1000">
                          <a:solidFill>
                            <a:srgbClr val="000000"/>
                          </a:solidFill>
                          <a:latin typeface="Montserrat"/>
                        </a:defRPr>
                      </a:pPr>
                      <a:r>
                        <a:t>12,750</a:t>
                      </a:r>
                    </a:p>
                  </a:txBody>
                  <a:tcPr marL="0" marR="0" marT="0" marB="0" anchor="ctr">
                    <a:solidFill>
                      <a:srgbClr val="ECD3D9"/>
                    </a:solidFill>
                  </a:tcPr>
                </a:tc>
                <a:tc>
                  <a:txBody>
                    <a:bodyPr/>
                    <a:lstStyle/>
                    <a:p>
                      <a:pPr algn="ctr">
                        <a:defRPr sz="1000">
                          <a:solidFill>
                            <a:srgbClr val="000000"/>
                          </a:solidFill>
                          <a:latin typeface="Montserrat"/>
                        </a:defRPr>
                      </a:pPr>
                      <a:r>
                        <a:t>27,000</a:t>
                      </a:r>
                    </a:p>
                  </a:txBody>
                  <a:tcPr marL="0" marR="0" marT="0" marB="0" anchor="ctr">
                    <a:solidFill>
                      <a:srgbClr val="ECD3D9"/>
                    </a:solidFill>
                  </a:tcPr>
                </a:tc>
                <a:tc>
                  <a:txBody>
                    <a:bodyPr/>
                    <a:lstStyle/>
                    <a:p>
                      <a:pPr algn="ctr">
                        <a:defRPr sz="1000">
                          <a:solidFill>
                            <a:srgbClr val="000000"/>
                          </a:solidFill>
                          <a:latin typeface="Montserrat"/>
                        </a:defRPr>
                      </a:pPr>
                      <a:r>
                        <a:t>47.2%</a:t>
                      </a:r>
                    </a:p>
                  </a:txBody>
                  <a:tcPr marL="0" marR="0" marT="0" marB="0" anchor="ctr">
                    <a:solidFill>
                      <a:srgbClr val="ECD3D9"/>
                    </a:solidFill>
                  </a:tcPr>
                </a:tc>
                <a:extLst>
                  <a:ext uri="{0D108BD9-81ED-4DB2-BD59-A6C34878D82A}">
                    <a16:rowId xmlns:a16="http://schemas.microsoft.com/office/drawing/2014/main" val="10008"/>
                  </a:ext>
                </a:extLst>
              </a:tr>
              <a:tr h="151200">
                <a:tc>
                  <a:txBody>
                    <a:bodyPr/>
                    <a:lstStyle/>
                    <a:p>
                      <a:pPr algn="l">
                        <a:defRPr sz="1000">
                          <a:solidFill>
                            <a:srgbClr val="000000"/>
                          </a:solidFill>
                          <a:latin typeface="Montserrat"/>
                        </a:defRPr>
                      </a:pPr>
                      <a:r>
                        <a:t>UMF 37 Calpulalpan</a:t>
                      </a:r>
                    </a:p>
                  </a:txBody>
                  <a:tcPr marL="0" marR="0" marT="0" marB="0" anchor="ctr">
                    <a:solidFill>
                      <a:srgbClr val="FFFFFF"/>
                    </a:solidFill>
                  </a:tcPr>
                </a:tc>
                <a:tc>
                  <a:txBody>
                    <a:bodyPr/>
                    <a:lstStyle/>
                    <a:p>
                      <a:pPr algn="ctr">
                        <a:defRPr sz="1000">
                          <a:solidFill>
                            <a:srgbClr val="000000"/>
                          </a:solidFill>
                          <a:latin typeface="Montserrat"/>
                        </a:defRPr>
                      </a:pPr>
                      <a:r>
                        <a:t>29,180</a:t>
                      </a:r>
                    </a:p>
                  </a:txBody>
                  <a:tcPr marL="0" marR="0" marT="0" marB="0" anchor="ctr">
                    <a:solidFill>
                      <a:srgbClr val="FFFFFF"/>
                    </a:solidFill>
                  </a:tcPr>
                </a:tc>
                <a:tc>
                  <a:txBody>
                    <a:bodyPr/>
                    <a:lstStyle/>
                    <a:p>
                      <a:pPr algn="ctr">
                        <a:defRPr sz="1000">
                          <a:solidFill>
                            <a:srgbClr val="000000"/>
                          </a:solidFill>
                          <a:latin typeface="Montserrat"/>
                        </a:defRPr>
                      </a:pPr>
                      <a:r>
                        <a:t>3,728</a:t>
                      </a:r>
                    </a:p>
                  </a:txBody>
                  <a:tcPr marL="0" marR="0" marT="0" marB="0" anchor="ctr">
                    <a:solidFill>
                      <a:srgbClr val="FFFFFF"/>
                    </a:solidFill>
                  </a:tcPr>
                </a:tc>
                <a:tc>
                  <a:txBody>
                    <a:bodyPr/>
                    <a:lstStyle/>
                    <a:p>
                      <a:pPr algn="ctr">
                        <a:defRPr sz="1000">
                          <a:solidFill>
                            <a:srgbClr val="000000"/>
                          </a:solidFill>
                          <a:latin typeface="Montserrat"/>
                        </a:defRPr>
                      </a:pPr>
                      <a:r>
                        <a:t>13,089</a:t>
                      </a:r>
                    </a:p>
                  </a:txBody>
                  <a:tcPr marL="0" marR="0" marT="0" marB="0" anchor="ctr">
                    <a:solidFill>
                      <a:srgbClr val="ECD3D9"/>
                    </a:solidFill>
                  </a:tcPr>
                </a:tc>
                <a:tc>
                  <a:txBody>
                    <a:bodyPr/>
                    <a:lstStyle/>
                    <a:p>
                      <a:pPr algn="ctr">
                        <a:defRPr sz="1000">
                          <a:solidFill>
                            <a:srgbClr val="000000"/>
                          </a:solidFill>
                          <a:latin typeface="Montserrat"/>
                        </a:defRPr>
                      </a:pPr>
                      <a:r>
                        <a:t>29,000</a:t>
                      </a:r>
                    </a:p>
                  </a:txBody>
                  <a:tcPr marL="0" marR="0" marT="0" marB="0" anchor="ctr">
                    <a:solidFill>
                      <a:srgbClr val="ECD3D9"/>
                    </a:solidFill>
                  </a:tcPr>
                </a:tc>
                <a:tc>
                  <a:txBody>
                    <a:bodyPr/>
                    <a:lstStyle/>
                    <a:p>
                      <a:pPr algn="ctr">
                        <a:defRPr sz="1000">
                          <a:solidFill>
                            <a:srgbClr val="000000"/>
                          </a:solidFill>
                          <a:latin typeface="Montserrat"/>
                        </a:defRPr>
                      </a:pPr>
                      <a:r>
                        <a:t>45.1%</a:t>
                      </a:r>
                    </a:p>
                  </a:txBody>
                  <a:tcPr marL="0" marR="0" marT="0" marB="0" anchor="ctr">
                    <a:solidFill>
                      <a:srgbClr val="ECD3D9"/>
                    </a:solidFill>
                  </a:tcPr>
                </a:tc>
                <a:extLst>
                  <a:ext uri="{0D108BD9-81ED-4DB2-BD59-A6C34878D82A}">
                    <a16:rowId xmlns:a16="http://schemas.microsoft.com/office/drawing/2014/main" val="10009"/>
                  </a:ext>
                </a:extLst>
              </a:tr>
              <a:tr h="282642">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563,499</a:t>
                      </a:r>
                    </a:p>
                  </a:txBody>
                  <a:tcPr marL="0" marR="0" marT="0" marB="0" anchor="ctr">
                    <a:solidFill>
                      <a:srgbClr val="D3E9E7"/>
                    </a:solidFill>
                  </a:tcPr>
                </a:tc>
                <a:tc>
                  <a:txBody>
                    <a:bodyPr/>
                    <a:lstStyle/>
                    <a:p>
                      <a:pPr algn="ctr">
                        <a:defRPr sz="1000" b="1">
                          <a:solidFill>
                            <a:srgbClr val="006556"/>
                          </a:solidFill>
                          <a:latin typeface="Montserrat"/>
                        </a:defRPr>
                      </a:pPr>
                      <a:r>
                        <a:t>86,573</a:t>
                      </a:r>
                    </a:p>
                  </a:txBody>
                  <a:tcPr marL="0" marR="0" marT="0" marB="0" anchor="ctr">
                    <a:solidFill>
                      <a:srgbClr val="D3E9E7"/>
                    </a:solidFill>
                  </a:tcPr>
                </a:tc>
                <a:tc>
                  <a:txBody>
                    <a:bodyPr/>
                    <a:lstStyle/>
                    <a:p>
                      <a:pPr algn="ctr">
                        <a:defRPr sz="1000" b="1">
                          <a:solidFill>
                            <a:srgbClr val="FFFFFF"/>
                          </a:solidFill>
                          <a:latin typeface="Montserrat"/>
                        </a:defRPr>
                      </a:pPr>
                      <a:r>
                        <a:t>263,197</a:t>
                      </a:r>
                    </a:p>
                  </a:txBody>
                  <a:tcPr marL="0" marR="0" marT="0" marB="0" anchor="ctr">
                    <a:solidFill>
                      <a:srgbClr val="9F2241"/>
                    </a:solidFill>
                  </a:tcPr>
                </a:tc>
                <a:tc>
                  <a:txBody>
                    <a:bodyPr/>
                    <a:lstStyle/>
                    <a:p>
                      <a:pPr algn="ctr">
                        <a:defRPr sz="1000" b="1">
                          <a:solidFill>
                            <a:srgbClr val="FFFFFF"/>
                          </a:solidFill>
                          <a:latin typeface="Montserrat"/>
                        </a:defRPr>
                      </a:pPr>
                      <a:r>
                        <a:t>566,192</a:t>
                      </a:r>
                    </a:p>
                  </a:txBody>
                  <a:tcPr marL="0" marR="0" marT="0" marB="0" anchor="ctr">
                    <a:solidFill>
                      <a:srgbClr val="9F2241"/>
                    </a:solidFill>
                  </a:tcPr>
                </a:tc>
                <a:tc>
                  <a:txBody>
                    <a:bodyPr/>
                    <a:lstStyle/>
                    <a:p>
                      <a:pPr algn="ctr">
                        <a:defRPr sz="1000" b="1">
                          <a:solidFill>
                            <a:srgbClr val="FFFFFF"/>
                          </a:solidFill>
                          <a:latin typeface="Montserrat"/>
                        </a:defRPr>
                      </a:pPr>
                      <a:r>
                        <a:t>46.5%</a:t>
                      </a:r>
                    </a:p>
                  </a:txBody>
                  <a:tcPr marL="0" marR="0" marT="0" marB="0" anchor="ctr">
                    <a:solidFill>
                      <a:srgbClr val="9F2241"/>
                    </a:solidFill>
                  </a:tcPr>
                </a:tc>
                <a:extLst>
                  <a:ext uri="{0D108BD9-81ED-4DB2-BD59-A6C34878D82A}">
                    <a16:rowId xmlns:a16="http://schemas.microsoft.com/office/drawing/2014/main" val="10010"/>
                  </a:ext>
                </a:extLst>
              </a:tr>
            </a:tbl>
          </a:graphicData>
        </a:graphic>
      </p:graphicFrame>
      <p:graphicFrame>
        <p:nvGraphicFramePr>
          <p:cNvPr id="19" name="Chart 18"/>
          <p:cNvGraphicFramePr>
            <a:graphicFrameLocks noGrp="1"/>
          </p:cNvGraphicFramePr>
          <p:nvPr>
            <p:extLst>
              <p:ext uri="{D42A27DB-BD31-4B8C-83A1-F6EECF244321}">
                <p14:modId xmlns:p14="http://schemas.microsoft.com/office/powerpoint/2010/main" val="2359225072"/>
              </p:ext>
            </p:extLst>
          </p:nvPr>
        </p:nvGraphicFramePr>
        <p:xfrm>
          <a:off x="147600" y="5313386"/>
          <a:ext cx="2104080" cy="2050482"/>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860081" y="6275565"/>
            <a:ext cx="756937" cy="461665"/>
          </a:xfrm>
          <a:prstGeom prst="rect">
            <a:avLst/>
          </a:prstGeom>
          <a:noFill/>
        </p:spPr>
        <p:txBody>
          <a:bodyPr wrap="none">
            <a:spAutoFit/>
          </a:bodyPr>
          <a:lstStyle/>
          <a:p>
            <a:pPr algn="ctr"/>
            <a:r>
              <a:rPr sz="24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11732128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Consultas de especialidad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extLst>
              <p:ext uri="{D42A27DB-BD31-4B8C-83A1-F6EECF244321}">
                <p14:modId xmlns:p14="http://schemas.microsoft.com/office/powerpoint/2010/main" val="190956700"/>
              </p:ext>
            </p:extLst>
          </p:nvPr>
        </p:nvGraphicFramePr>
        <p:xfrm>
          <a:off x="143502" y="1526400"/>
          <a:ext cx="7340399" cy="2665772"/>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635435">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494088">
                <a:tc>
                  <a:txBody>
                    <a:bodyPr/>
                    <a:lstStyle/>
                    <a:p>
                      <a:pPr algn="l">
                        <a:defRPr sz="1000">
                          <a:latin typeface="Montserrat"/>
                        </a:defRPr>
                      </a:pPr>
                      <a:r>
                        <a:t>HGZ 1 Tlaxcala</a:t>
                      </a:r>
                    </a:p>
                  </a:txBody>
                  <a:tcPr>
                    <a:solidFill>
                      <a:srgbClr val="FFFFFF"/>
                    </a:solidFill>
                  </a:tcPr>
                </a:tc>
                <a:tc>
                  <a:txBody>
                    <a:bodyPr/>
                    <a:lstStyle/>
                    <a:p>
                      <a:pPr algn="ctr">
                        <a:defRPr sz="1000">
                          <a:latin typeface="Montserrat"/>
                        </a:defRPr>
                      </a:pPr>
                      <a:r>
                        <a:t>152,515</a:t>
                      </a:r>
                    </a:p>
                  </a:txBody>
                  <a:tcPr>
                    <a:solidFill>
                      <a:srgbClr val="FFFFFF"/>
                    </a:solidFill>
                  </a:tcPr>
                </a:tc>
                <a:tc>
                  <a:txBody>
                    <a:bodyPr/>
                    <a:lstStyle/>
                    <a:p>
                      <a:pPr algn="ctr">
                        <a:defRPr sz="1000">
                          <a:latin typeface="Montserrat"/>
                        </a:defRPr>
                      </a:pPr>
                      <a:r>
                        <a:t>13,750</a:t>
                      </a:r>
                    </a:p>
                  </a:txBody>
                  <a:tcPr>
                    <a:solidFill>
                      <a:srgbClr val="FFFFFF"/>
                    </a:solidFill>
                  </a:tcPr>
                </a:tc>
                <a:tc>
                  <a:txBody>
                    <a:bodyPr/>
                    <a:lstStyle/>
                    <a:p>
                      <a:pPr algn="ctr">
                        <a:defRPr sz="1000">
                          <a:latin typeface="Montserrat"/>
                        </a:defRPr>
                      </a:pPr>
                      <a:r>
                        <a:t>71,120</a:t>
                      </a:r>
                    </a:p>
                  </a:txBody>
                  <a:tcPr>
                    <a:solidFill>
                      <a:srgbClr val="ECD3D9"/>
                    </a:solidFill>
                  </a:tcPr>
                </a:tc>
                <a:tc>
                  <a:txBody>
                    <a:bodyPr/>
                    <a:lstStyle/>
                    <a:p>
                      <a:pPr algn="ctr">
                        <a:defRPr sz="1000">
                          <a:latin typeface="Montserrat"/>
                        </a:defRPr>
                      </a:pPr>
                      <a:r>
                        <a:t>151,110</a:t>
                      </a:r>
                    </a:p>
                  </a:txBody>
                  <a:tcPr>
                    <a:solidFill>
                      <a:srgbClr val="ECD3D9"/>
                    </a:solidFill>
                  </a:tcPr>
                </a:tc>
                <a:tc>
                  <a:txBody>
                    <a:bodyPr/>
                    <a:lstStyle/>
                    <a:p>
                      <a:pPr algn="ctr">
                        <a:defRPr sz="1000">
                          <a:latin typeface="Montserrat"/>
                        </a:defRPr>
                      </a:pPr>
                      <a:r>
                        <a:t>47.1%</a:t>
                      </a:r>
                    </a:p>
                  </a:txBody>
                  <a:tcPr>
                    <a:solidFill>
                      <a:srgbClr val="ECD3D9"/>
                    </a:solidFill>
                  </a:tcPr>
                </a:tc>
                <a:extLst>
                  <a:ext uri="{0D108BD9-81ED-4DB2-BD59-A6C34878D82A}">
                    <a16:rowId xmlns:a16="http://schemas.microsoft.com/office/drawing/2014/main" val="10001"/>
                  </a:ext>
                </a:extLst>
              </a:tr>
              <a:tr h="494088">
                <a:tc>
                  <a:txBody>
                    <a:bodyPr/>
                    <a:lstStyle/>
                    <a:p>
                      <a:pPr algn="l">
                        <a:defRPr sz="1000">
                          <a:latin typeface="Montserrat"/>
                        </a:defRPr>
                      </a:pPr>
                      <a:r>
                        <a:t>HGSMF 8 Tlaxcala</a:t>
                      </a:r>
                    </a:p>
                  </a:txBody>
                  <a:tcPr>
                    <a:solidFill>
                      <a:srgbClr val="EFEFEF"/>
                    </a:solidFill>
                  </a:tcPr>
                </a:tc>
                <a:tc>
                  <a:txBody>
                    <a:bodyPr/>
                    <a:lstStyle/>
                    <a:p>
                      <a:pPr algn="ctr">
                        <a:defRPr sz="1000">
                          <a:latin typeface="Montserrat"/>
                        </a:defRPr>
                      </a:pPr>
                      <a:r>
                        <a:t>19,405</a:t>
                      </a:r>
                    </a:p>
                  </a:txBody>
                  <a:tcPr>
                    <a:solidFill>
                      <a:srgbClr val="EFEFEF"/>
                    </a:solidFill>
                  </a:tcPr>
                </a:tc>
                <a:tc>
                  <a:txBody>
                    <a:bodyPr/>
                    <a:lstStyle/>
                    <a:p>
                      <a:pPr algn="ctr">
                        <a:defRPr sz="1000">
                          <a:latin typeface="Montserrat"/>
                        </a:defRPr>
                      </a:pPr>
                      <a:r>
                        <a:t>1,949</a:t>
                      </a:r>
                    </a:p>
                  </a:txBody>
                  <a:tcPr>
                    <a:solidFill>
                      <a:srgbClr val="EFEFEF"/>
                    </a:solidFill>
                  </a:tcPr>
                </a:tc>
                <a:tc>
                  <a:txBody>
                    <a:bodyPr/>
                    <a:lstStyle/>
                    <a:p>
                      <a:pPr algn="ctr">
                        <a:defRPr sz="1000">
                          <a:latin typeface="Montserrat"/>
                        </a:defRPr>
                      </a:pPr>
                      <a:r>
                        <a:t>11,003</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41.9%</a:t>
                      </a:r>
                    </a:p>
                  </a:txBody>
                  <a:tcPr>
                    <a:solidFill>
                      <a:srgbClr val="ECD3D9"/>
                    </a:solidFill>
                  </a:tcPr>
                </a:tc>
                <a:extLst>
                  <a:ext uri="{0D108BD9-81ED-4DB2-BD59-A6C34878D82A}">
                    <a16:rowId xmlns:a16="http://schemas.microsoft.com/office/drawing/2014/main" val="10002"/>
                  </a:ext>
                </a:extLst>
              </a:tr>
              <a:tr h="494088">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43,756</a:t>
                      </a:r>
                    </a:p>
                  </a:txBody>
                  <a:tcPr>
                    <a:solidFill>
                      <a:srgbClr val="FFFFFF"/>
                    </a:solidFill>
                  </a:tcPr>
                </a:tc>
                <a:tc>
                  <a:txBody>
                    <a:bodyPr/>
                    <a:lstStyle/>
                    <a:p>
                      <a:pPr algn="ctr">
                        <a:defRPr sz="1000">
                          <a:latin typeface="Montserrat"/>
                        </a:defRPr>
                      </a:pPr>
                      <a:r>
                        <a:t>4,972</a:t>
                      </a:r>
                    </a:p>
                  </a:txBody>
                  <a:tcPr>
                    <a:solidFill>
                      <a:srgbClr val="FFFFFF"/>
                    </a:solidFill>
                  </a:tcPr>
                </a:tc>
                <a:tc>
                  <a:txBody>
                    <a:bodyPr/>
                    <a:lstStyle/>
                    <a:p>
                      <a:pPr algn="ctr">
                        <a:defRPr sz="1000">
                          <a:latin typeface="Montserrat"/>
                        </a:defRPr>
                      </a:pPr>
                      <a:r>
                        <a:t>21,022</a:t>
                      </a:r>
                    </a:p>
                  </a:txBody>
                  <a:tcPr>
                    <a:solidFill>
                      <a:srgbClr val="ECD3D9"/>
                    </a:solidFill>
                  </a:tcPr>
                </a:tc>
                <a:tc>
                  <a:txBody>
                    <a:bodyPr/>
                    <a:lstStyle/>
                    <a:p>
                      <a:pPr algn="ctr">
                        <a:defRPr sz="1000">
                          <a:latin typeface="Montserrat"/>
                        </a:defRPr>
                      </a:pPr>
                      <a:r>
                        <a:t>52,560</a:t>
                      </a:r>
                    </a:p>
                  </a:txBody>
                  <a:tcPr>
                    <a:solidFill>
                      <a:srgbClr val="ECD3D9"/>
                    </a:solidFill>
                  </a:tcPr>
                </a:tc>
                <a:tc>
                  <a:txBody>
                    <a:bodyPr/>
                    <a:lstStyle/>
                    <a:p>
                      <a:pPr algn="ctr">
                        <a:defRPr sz="1000">
                          <a:latin typeface="Montserrat"/>
                        </a:defRPr>
                      </a:pPr>
                      <a:r>
                        <a:t>40.0%</a:t>
                      </a:r>
                    </a:p>
                  </a:txBody>
                  <a:tcPr>
                    <a:solidFill>
                      <a:srgbClr val="ECD3D9"/>
                    </a:solidFill>
                  </a:tcPr>
                </a:tc>
                <a:extLst>
                  <a:ext uri="{0D108BD9-81ED-4DB2-BD59-A6C34878D82A}">
                    <a16:rowId xmlns:a16="http://schemas.microsoft.com/office/drawing/2014/main" val="10003"/>
                  </a:ext>
                </a:extLst>
              </a:tr>
              <a:tr h="548073">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215,676</a:t>
                      </a:r>
                    </a:p>
                  </a:txBody>
                  <a:tcPr>
                    <a:solidFill>
                      <a:srgbClr val="D3E9E7"/>
                    </a:solidFill>
                  </a:tcPr>
                </a:tc>
                <a:tc>
                  <a:txBody>
                    <a:bodyPr/>
                    <a:lstStyle/>
                    <a:p>
                      <a:pPr algn="ctr">
                        <a:defRPr sz="1000" b="1">
                          <a:solidFill>
                            <a:srgbClr val="006556"/>
                          </a:solidFill>
                          <a:latin typeface="Montserrat"/>
                        </a:defRPr>
                      </a:pPr>
                      <a:r>
                        <a:t>20,671</a:t>
                      </a:r>
                    </a:p>
                  </a:txBody>
                  <a:tcPr>
                    <a:solidFill>
                      <a:srgbClr val="D3E9E7"/>
                    </a:solidFill>
                  </a:tcPr>
                </a:tc>
                <a:tc>
                  <a:txBody>
                    <a:bodyPr/>
                    <a:lstStyle/>
                    <a:p>
                      <a:pPr algn="ctr">
                        <a:defRPr sz="1000" b="1">
                          <a:solidFill>
                            <a:srgbClr val="FFFFFF"/>
                          </a:solidFill>
                          <a:latin typeface="Montserrat"/>
                        </a:defRPr>
                      </a:pPr>
                      <a:r>
                        <a:t>103,145</a:t>
                      </a:r>
                    </a:p>
                  </a:txBody>
                  <a:tcPr>
                    <a:solidFill>
                      <a:srgbClr val="9F2241"/>
                    </a:solidFill>
                  </a:tcPr>
                </a:tc>
                <a:tc>
                  <a:txBody>
                    <a:bodyPr/>
                    <a:lstStyle/>
                    <a:p>
                      <a:pPr algn="ctr">
                        <a:defRPr sz="1000" b="1">
                          <a:solidFill>
                            <a:srgbClr val="FFFFFF"/>
                          </a:solidFill>
                          <a:latin typeface="Montserrat"/>
                        </a:defRPr>
                      </a:pPr>
                      <a:r>
                        <a:t>229,950</a:t>
                      </a:r>
                    </a:p>
                  </a:txBody>
                  <a:tcPr>
                    <a:solidFill>
                      <a:srgbClr val="9F2241"/>
                    </a:solidFill>
                  </a:tcPr>
                </a:tc>
                <a:tc>
                  <a:txBody>
                    <a:bodyPr/>
                    <a:lstStyle/>
                    <a:p>
                      <a:pPr algn="ctr">
                        <a:defRPr sz="1000" b="1">
                          <a:solidFill>
                            <a:srgbClr val="FFFFFF"/>
                          </a:solidFill>
                          <a:latin typeface="Montserrat"/>
                        </a:defRPr>
                      </a:pPr>
                      <a:r>
                        <a:t>44.9%</a:t>
                      </a:r>
                    </a:p>
                  </a:txBody>
                  <a:tcPr>
                    <a:solidFill>
                      <a:srgbClr val="9F2241"/>
                    </a:solidFill>
                  </a:tcPr>
                </a:tc>
                <a:extLst>
                  <a:ext uri="{0D108BD9-81ED-4DB2-BD59-A6C34878D82A}">
                    <a16:rowId xmlns:a16="http://schemas.microsoft.com/office/drawing/2014/main" val="10004"/>
                  </a:ext>
                </a:extLst>
              </a:tr>
            </a:tbl>
          </a:graphicData>
        </a:graphic>
      </p:graphicFrame>
      <p:graphicFrame>
        <p:nvGraphicFramePr>
          <p:cNvPr id="237" name="Chart 236"/>
          <p:cNvGraphicFramePr>
            <a:graphicFrameLocks noGrp="1"/>
          </p:cNvGraphicFramePr>
          <p:nvPr>
            <p:extLst>
              <p:ext uri="{D42A27DB-BD31-4B8C-83A1-F6EECF244321}">
                <p14:modId xmlns:p14="http://schemas.microsoft.com/office/powerpoint/2010/main" val="808172296"/>
              </p:ext>
            </p:extLst>
          </p:nvPr>
        </p:nvGraphicFramePr>
        <p:xfrm>
          <a:off x="4823003" y="5294867"/>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982503" y="5951367"/>
            <a:ext cx="1460500" cy="473900"/>
          </a:xfrm>
          <a:prstGeom prst="rect">
            <a:avLst/>
          </a:prstGeom>
          <a:noFill/>
        </p:spPr>
        <p:txBody>
          <a:bodyPr wrap="square">
            <a:spAutoFit/>
          </a:bodyPr>
          <a:lstStyle/>
          <a:p>
            <a:pPr algn="ctr"/>
            <a:r>
              <a:rPr sz="2400" b="1">
                <a:solidFill>
                  <a:srgbClr val="9F2241"/>
                </a:solidFill>
                <a:latin typeface="Montserrat"/>
              </a:rPr>
              <a:t>44.9%</a:t>
            </a:r>
          </a:p>
        </p:txBody>
      </p:sp>
      <p:sp>
        <p:nvSpPr>
          <p:cNvPr id="239" name="TextBox 238"/>
          <p:cNvSpPr txBox="1"/>
          <p:nvPr/>
        </p:nvSpPr>
        <p:spPr>
          <a:xfrm>
            <a:off x="4835703" y="6978367"/>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73002" y="5294867"/>
            <a:ext cx="2854800" cy="1198800"/>
          </a:xfrm>
          <a:prstGeom prst="rect">
            <a:avLst/>
          </a:prstGeom>
          <a:noFill/>
        </p:spPr>
        <p:txBody>
          <a:bodyPr wrap="square">
            <a:spAutoFit/>
          </a:bodyPr>
          <a:lstStyle/>
          <a:p>
            <a:pPr algn="ctr">
              <a:defRPr sz="3600" b="1">
                <a:solidFill>
                  <a:srgbClr val="9F2241"/>
                </a:solidFill>
                <a:latin typeface="Montserrat"/>
              </a:defRPr>
            </a:pPr>
            <a:r>
              <a:t>229,950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840124016"/>
              </p:ext>
            </p:extLst>
          </p:nvPr>
        </p:nvGraphicFramePr>
        <p:xfrm>
          <a:off x="143502" y="820894"/>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Cirugías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extLst>
              <p:ext uri="{D42A27DB-BD31-4B8C-83A1-F6EECF244321}">
                <p14:modId xmlns:p14="http://schemas.microsoft.com/office/powerpoint/2010/main" val="2043598708"/>
              </p:ext>
            </p:extLst>
          </p:nvPr>
        </p:nvGraphicFramePr>
        <p:xfrm>
          <a:off x="143502" y="1353550"/>
          <a:ext cx="7340399" cy="2224708"/>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520639">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404828">
                <a:tc>
                  <a:txBody>
                    <a:bodyPr/>
                    <a:lstStyle/>
                    <a:p>
                      <a:pPr algn="l">
                        <a:defRPr sz="1000">
                          <a:latin typeface="Montserrat"/>
                        </a:defRPr>
                      </a:pPr>
                      <a:r>
                        <a:t>HGZMF 2 Apizaco</a:t>
                      </a:r>
                    </a:p>
                  </a:txBody>
                  <a:tcPr anchor="ctr">
                    <a:solidFill>
                      <a:srgbClr val="FFFFFF"/>
                    </a:solidFill>
                  </a:tcPr>
                </a:tc>
                <a:tc>
                  <a:txBody>
                    <a:bodyPr/>
                    <a:lstStyle/>
                    <a:p>
                      <a:pPr algn="ctr">
                        <a:defRPr sz="1000">
                          <a:latin typeface="Montserrat"/>
                        </a:defRPr>
                      </a:pPr>
                      <a:r>
                        <a:t>4,174</a:t>
                      </a:r>
                    </a:p>
                  </a:txBody>
                  <a:tcPr anchor="ctr">
                    <a:solidFill>
                      <a:srgbClr val="FFFFFF"/>
                    </a:solidFill>
                  </a:tcPr>
                </a:tc>
                <a:tc>
                  <a:txBody>
                    <a:bodyPr/>
                    <a:lstStyle/>
                    <a:p>
                      <a:pPr algn="ctr">
                        <a:defRPr sz="1000">
                          <a:latin typeface="Montserrat"/>
                        </a:defRPr>
                      </a:pPr>
                      <a:r>
                        <a:t>1,553</a:t>
                      </a:r>
                    </a:p>
                  </a:txBody>
                  <a:tcPr anchor="ctr">
                    <a:solidFill>
                      <a:srgbClr val="FFFFFF"/>
                    </a:solidFill>
                  </a:tcPr>
                </a:tc>
                <a:tc>
                  <a:txBody>
                    <a:bodyPr/>
                    <a:lstStyle/>
                    <a:p>
                      <a:pPr algn="ctr">
                        <a:defRPr sz="1000">
                          <a:latin typeface="Montserrat"/>
                        </a:defRPr>
                      </a:pPr>
                      <a:r>
                        <a:t>2,395</a:t>
                      </a:r>
                    </a:p>
                  </a:txBody>
                  <a:tcPr anchor="ctr">
                    <a:solidFill>
                      <a:srgbClr val="ECD3D9"/>
                    </a:solidFill>
                  </a:tcPr>
                </a:tc>
                <a:tc>
                  <a:txBody>
                    <a:bodyPr/>
                    <a:lstStyle/>
                    <a:p>
                      <a:pPr algn="ctr">
                        <a:defRPr sz="1000">
                          <a:latin typeface="Montserrat"/>
                        </a:defRPr>
                      </a:pPr>
                      <a:r>
                        <a:t>4,182</a:t>
                      </a:r>
                    </a:p>
                  </a:txBody>
                  <a:tcPr anchor="ctr">
                    <a:solidFill>
                      <a:srgbClr val="ECD3D9"/>
                    </a:solidFill>
                  </a:tcPr>
                </a:tc>
                <a:tc>
                  <a:txBody>
                    <a:bodyPr/>
                    <a:lstStyle/>
                    <a:p>
                      <a:pPr algn="ctr">
                        <a:defRPr sz="1000">
                          <a:latin typeface="Montserrat"/>
                        </a:defRPr>
                      </a:pPr>
                      <a:r>
                        <a:t>57.3%</a:t>
                      </a:r>
                    </a:p>
                  </a:txBody>
                  <a:tcPr anchor="ctr">
                    <a:solidFill>
                      <a:srgbClr val="ECD3D9"/>
                    </a:solidFill>
                  </a:tcPr>
                </a:tc>
                <a:extLst>
                  <a:ext uri="{0D108BD9-81ED-4DB2-BD59-A6C34878D82A}">
                    <a16:rowId xmlns:a16="http://schemas.microsoft.com/office/drawing/2014/main" val="10001"/>
                  </a:ext>
                </a:extLst>
              </a:tr>
              <a:tr h="404828">
                <a:tc>
                  <a:txBody>
                    <a:bodyPr/>
                    <a:lstStyle/>
                    <a:p>
                      <a:pPr algn="l">
                        <a:defRPr sz="1000">
                          <a:latin typeface="Montserrat"/>
                        </a:defRPr>
                      </a:pPr>
                      <a:r>
                        <a:t>HGZ 1 Tlaxcala</a:t>
                      </a:r>
                    </a:p>
                  </a:txBody>
                  <a:tcPr anchor="ctr">
                    <a:solidFill>
                      <a:srgbClr val="EFEFEF"/>
                    </a:solidFill>
                  </a:tcPr>
                </a:tc>
                <a:tc>
                  <a:txBody>
                    <a:bodyPr/>
                    <a:lstStyle/>
                    <a:p>
                      <a:pPr algn="ctr">
                        <a:defRPr sz="1000">
                          <a:latin typeface="Montserrat"/>
                        </a:defRPr>
                      </a:pPr>
                      <a:r>
                        <a:t>7,590</a:t>
                      </a:r>
                    </a:p>
                  </a:txBody>
                  <a:tcPr anchor="ctr">
                    <a:solidFill>
                      <a:srgbClr val="EFEFEF"/>
                    </a:solidFill>
                  </a:tcPr>
                </a:tc>
                <a:tc>
                  <a:txBody>
                    <a:bodyPr/>
                    <a:lstStyle/>
                    <a:p>
                      <a:pPr algn="ctr">
                        <a:defRPr sz="1000">
                          <a:latin typeface="Montserrat"/>
                        </a:defRPr>
                      </a:pPr>
                      <a:r>
                        <a:t>1,602</a:t>
                      </a:r>
                    </a:p>
                  </a:txBody>
                  <a:tcPr anchor="ctr">
                    <a:solidFill>
                      <a:srgbClr val="EFEFEF"/>
                    </a:solidFill>
                  </a:tcPr>
                </a:tc>
                <a:tc>
                  <a:txBody>
                    <a:bodyPr/>
                    <a:lstStyle/>
                    <a:p>
                      <a:pPr algn="ctr">
                        <a:defRPr sz="1000">
                          <a:latin typeface="Montserrat"/>
                        </a:defRPr>
                      </a:pPr>
                      <a:r>
                        <a:t>3,748</a:t>
                      </a:r>
                    </a:p>
                  </a:txBody>
                  <a:tcPr anchor="ctr">
                    <a:solidFill>
                      <a:srgbClr val="ECD3D9"/>
                    </a:solidFill>
                  </a:tcPr>
                </a:tc>
                <a:tc>
                  <a:txBody>
                    <a:bodyPr/>
                    <a:lstStyle/>
                    <a:p>
                      <a:pPr algn="ctr">
                        <a:defRPr sz="1000">
                          <a:latin typeface="Montserrat"/>
                        </a:defRPr>
                      </a:pPr>
                      <a:r>
                        <a:t>8,625</a:t>
                      </a:r>
                    </a:p>
                  </a:txBody>
                  <a:tcPr anchor="ctr">
                    <a:solidFill>
                      <a:srgbClr val="ECD3D9"/>
                    </a:solidFill>
                  </a:tcPr>
                </a:tc>
                <a:tc>
                  <a:txBody>
                    <a:bodyPr/>
                    <a:lstStyle/>
                    <a:p>
                      <a:pPr algn="ctr">
                        <a:defRPr sz="1000">
                          <a:latin typeface="Montserrat"/>
                        </a:defRPr>
                      </a:pPr>
                      <a:r>
                        <a:t>43.5%</a:t>
                      </a:r>
                    </a:p>
                  </a:txBody>
                  <a:tcPr anchor="ctr">
                    <a:solidFill>
                      <a:srgbClr val="ECD3D9"/>
                    </a:solidFill>
                  </a:tcPr>
                </a:tc>
                <a:extLst>
                  <a:ext uri="{0D108BD9-81ED-4DB2-BD59-A6C34878D82A}">
                    <a16:rowId xmlns:a16="http://schemas.microsoft.com/office/drawing/2014/main" val="10002"/>
                  </a:ext>
                </a:extLst>
              </a:tr>
              <a:tr h="404828">
                <a:tc>
                  <a:txBody>
                    <a:bodyPr/>
                    <a:lstStyle/>
                    <a:p>
                      <a:pPr algn="l">
                        <a:defRPr sz="1000">
                          <a:latin typeface="Montserrat"/>
                        </a:defRPr>
                      </a:pPr>
                      <a:r>
                        <a:t>HGSMF 8 Tlaxcala</a:t>
                      </a:r>
                    </a:p>
                  </a:txBody>
                  <a:tcPr anchor="ctr">
                    <a:solidFill>
                      <a:srgbClr val="FFFFFF"/>
                    </a:solidFill>
                  </a:tcPr>
                </a:tc>
                <a:tc>
                  <a:txBody>
                    <a:bodyPr/>
                    <a:lstStyle/>
                    <a:p>
                      <a:pPr algn="ctr">
                        <a:defRPr sz="1000">
                          <a:latin typeface="Montserrat"/>
                        </a:defRPr>
                      </a:pPr>
                      <a:r>
                        <a:t>2,018</a:t>
                      </a:r>
                    </a:p>
                  </a:txBody>
                  <a:tcPr anchor="ctr">
                    <a:solidFill>
                      <a:srgbClr val="FFFFFF"/>
                    </a:solidFill>
                  </a:tcPr>
                </a:tc>
                <a:tc>
                  <a:txBody>
                    <a:bodyPr/>
                    <a:lstStyle/>
                    <a:p>
                      <a:pPr algn="ctr">
                        <a:defRPr sz="1000">
                          <a:latin typeface="Montserrat"/>
                        </a:defRPr>
                      </a:pPr>
                      <a:r>
                        <a:t>235</a:t>
                      </a:r>
                    </a:p>
                  </a:txBody>
                  <a:tcPr anchor="ctr">
                    <a:solidFill>
                      <a:srgbClr val="FFFFFF"/>
                    </a:solidFill>
                  </a:tcPr>
                </a:tc>
                <a:tc>
                  <a:txBody>
                    <a:bodyPr/>
                    <a:lstStyle/>
                    <a:p>
                      <a:pPr algn="ctr">
                        <a:defRPr sz="1000">
                          <a:latin typeface="Montserrat"/>
                        </a:defRPr>
                      </a:pPr>
                      <a:r>
                        <a:t>918</a:t>
                      </a:r>
                    </a:p>
                  </a:txBody>
                  <a:tcPr anchor="ctr">
                    <a:solidFill>
                      <a:srgbClr val="ECD3D9"/>
                    </a:solidFill>
                  </a:tcPr>
                </a:tc>
                <a:tc>
                  <a:txBody>
                    <a:bodyPr/>
                    <a:lstStyle/>
                    <a:p>
                      <a:pPr algn="ctr">
                        <a:defRPr sz="1000">
                          <a:latin typeface="Montserrat"/>
                        </a:defRPr>
                      </a:pPr>
                      <a:r>
                        <a:t>2,508</a:t>
                      </a:r>
                    </a:p>
                  </a:txBody>
                  <a:tcPr anchor="ctr">
                    <a:solidFill>
                      <a:srgbClr val="ECD3D9"/>
                    </a:solidFill>
                  </a:tcPr>
                </a:tc>
                <a:tc>
                  <a:txBody>
                    <a:bodyPr/>
                    <a:lstStyle/>
                    <a:p>
                      <a:pPr algn="ctr">
                        <a:defRPr sz="1000">
                          <a:latin typeface="Montserrat"/>
                        </a:defRPr>
                      </a:pPr>
                      <a:r>
                        <a:t>36.6%</a:t>
                      </a:r>
                    </a:p>
                  </a:txBody>
                  <a:tcPr anchor="ctr">
                    <a:solidFill>
                      <a:srgbClr val="ECD3D9"/>
                    </a:solidFill>
                  </a:tcPr>
                </a:tc>
                <a:extLst>
                  <a:ext uri="{0D108BD9-81ED-4DB2-BD59-A6C34878D82A}">
                    <a16:rowId xmlns:a16="http://schemas.microsoft.com/office/drawing/2014/main" val="10003"/>
                  </a:ext>
                </a:extLst>
              </a:tr>
              <a:tr h="489585">
                <a:tc>
                  <a:txBody>
                    <a:bodyPr/>
                    <a:lstStyle/>
                    <a:p>
                      <a:pPr algn="ctr">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t>13,782</a:t>
                      </a:r>
                    </a:p>
                  </a:txBody>
                  <a:tcPr anchor="ctr">
                    <a:solidFill>
                      <a:srgbClr val="D3E9E7"/>
                    </a:solidFill>
                  </a:tcPr>
                </a:tc>
                <a:tc>
                  <a:txBody>
                    <a:bodyPr/>
                    <a:lstStyle/>
                    <a:p>
                      <a:pPr algn="ctr">
                        <a:defRPr sz="1000" b="1">
                          <a:solidFill>
                            <a:srgbClr val="006556"/>
                          </a:solidFill>
                          <a:latin typeface="Montserrat"/>
                        </a:defRPr>
                      </a:pPr>
                      <a:r>
                        <a:t>3,390</a:t>
                      </a:r>
                    </a:p>
                  </a:txBody>
                  <a:tcPr anchor="ctr">
                    <a:solidFill>
                      <a:srgbClr val="D3E9E7"/>
                    </a:solidFill>
                  </a:tcPr>
                </a:tc>
                <a:tc>
                  <a:txBody>
                    <a:bodyPr/>
                    <a:lstStyle/>
                    <a:p>
                      <a:pPr algn="ctr">
                        <a:defRPr sz="1000" b="1">
                          <a:solidFill>
                            <a:srgbClr val="FFFFFF"/>
                          </a:solidFill>
                          <a:latin typeface="Montserrat"/>
                        </a:defRPr>
                      </a:pPr>
                      <a:r>
                        <a:t>7,061</a:t>
                      </a:r>
                    </a:p>
                  </a:txBody>
                  <a:tcPr anchor="ctr">
                    <a:solidFill>
                      <a:srgbClr val="9F2241"/>
                    </a:solidFill>
                  </a:tcPr>
                </a:tc>
                <a:tc>
                  <a:txBody>
                    <a:bodyPr/>
                    <a:lstStyle/>
                    <a:p>
                      <a:pPr algn="ctr">
                        <a:defRPr sz="1000" b="1">
                          <a:solidFill>
                            <a:srgbClr val="FFFFFF"/>
                          </a:solidFill>
                          <a:latin typeface="Montserrat"/>
                        </a:defRPr>
                      </a:pPr>
                      <a:r>
                        <a:t>15,315</a:t>
                      </a:r>
                    </a:p>
                  </a:txBody>
                  <a:tcPr anchor="ctr">
                    <a:solidFill>
                      <a:srgbClr val="9F2241"/>
                    </a:solidFill>
                  </a:tcPr>
                </a:tc>
                <a:tc>
                  <a:txBody>
                    <a:bodyPr/>
                    <a:lstStyle/>
                    <a:p>
                      <a:pPr algn="ctr">
                        <a:defRPr sz="1000" b="1">
                          <a:solidFill>
                            <a:srgbClr val="FFFFFF"/>
                          </a:solidFill>
                          <a:latin typeface="Montserrat"/>
                        </a:defRPr>
                      </a:pPr>
                      <a:r>
                        <a:t>46.1%</a:t>
                      </a:r>
                    </a:p>
                  </a:txBody>
                  <a:tcPr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234" name="Chart 233"/>
          <p:cNvGraphicFramePr>
            <a:graphicFrameLocks noGrp="1"/>
          </p:cNvGraphicFramePr>
          <p:nvPr>
            <p:extLst>
              <p:ext uri="{D42A27DB-BD31-4B8C-83A1-F6EECF244321}">
                <p14:modId xmlns:p14="http://schemas.microsoft.com/office/powerpoint/2010/main" val="1347164572"/>
              </p:ext>
            </p:extLst>
          </p:nvPr>
        </p:nvGraphicFramePr>
        <p:xfrm>
          <a:off x="4651200" y="4680142"/>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5" name="TextBox 234"/>
          <p:cNvSpPr txBox="1"/>
          <p:nvPr/>
        </p:nvSpPr>
        <p:spPr>
          <a:xfrm>
            <a:off x="4651200" y="5400142"/>
            <a:ext cx="1800000" cy="360000"/>
          </a:xfrm>
          <a:prstGeom prst="rect">
            <a:avLst/>
          </a:prstGeom>
          <a:noFill/>
        </p:spPr>
        <p:txBody>
          <a:bodyPr wrap="none">
            <a:spAutoFit/>
          </a:bodyPr>
          <a:lstStyle/>
          <a:p>
            <a:pPr algn="ctr"/>
            <a:r>
              <a:rPr sz="2400" b="1">
                <a:solidFill>
                  <a:srgbClr val="9F2241"/>
                </a:solidFill>
                <a:latin typeface="Montserrat"/>
              </a:rPr>
              <a:t>46.1%</a:t>
            </a:r>
          </a:p>
        </p:txBody>
      </p:sp>
      <p:sp>
        <p:nvSpPr>
          <p:cNvPr id="236" name="TextBox 235"/>
          <p:cNvSpPr txBox="1"/>
          <p:nvPr/>
        </p:nvSpPr>
        <p:spPr>
          <a:xfrm>
            <a:off x="4651200" y="6480142"/>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601199" y="4991422"/>
            <a:ext cx="2854800" cy="1198800"/>
          </a:xfrm>
          <a:prstGeom prst="rect">
            <a:avLst/>
          </a:prstGeom>
          <a:noFill/>
        </p:spPr>
        <p:txBody>
          <a:bodyPr wrap="square">
            <a:spAutoFit/>
          </a:bodyPr>
          <a:lstStyle/>
          <a:p>
            <a:pPr algn="ctr">
              <a:defRPr sz="3600" b="1">
                <a:solidFill>
                  <a:srgbClr val="9F2241"/>
                </a:solidFill>
                <a:latin typeface="Montserrat"/>
              </a:defRPr>
            </a:pPr>
            <a:r>
              <a:t>15,315 </a:t>
            </a:r>
            <a:br>
              <a:rP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1936787" y="1007999"/>
            <a:ext cx="3898824" cy="307777"/>
          </a:xfrm>
          <a:prstGeom prst="rect">
            <a:avLst/>
          </a:prstGeom>
          <a:noFill/>
        </p:spPr>
        <p:txBody>
          <a:bodyPr wrap="none">
            <a:spAutoFit/>
          </a:bodyPr>
          <a:lstStyle/>
          <a:p>
            <a:pPr algn="ctr">
              <a:defRPr sz="1400" b="0">
                <a:solidFill>
                  <a:srgbClr val="BC955C"/>
                </a:solidFill>
                <a:latin typeface="Montserrat"/>
              </a:defRPr>
            </a:pPr>
            <a:r>
              <a:t>8 </a:t>
            </a:r>
            <a:r>
              <a:rPr err="1"/>
              <a:t>en</a:t>
            </a:r>
            <a:r>
              <a:t> Hospitales, 1 </a:t>
            </a:r>
            <a:r>
              <a:rPr err="1"/>
              <a:t>en</a:t>
            </a:r>
            <a:r>
              <a:t> UMF y 48 </a:t>
            </a:r>
            <a:r>
              <a:rPr err="1"/>
              <a:t>sustitutos</a:t>
            </a:r>
            <a:endParaRPr/>
          </a:p>
        </p:txBody>
      </p:sp>
      <p:sp>
        <p:nvSpPr>
          <p:cNvPr id="5" name="TextBox 4"/>
          <p:cNvSpPr txBox="1"/>
          <p:nvPr/>
        </p:nvSpPr>
        <p:spPr>
          <a:xfrm>
            <a:off x="360000" y="1269522"/>
            <a:ext cx="6840000" cy="360000"/>
          </a:xfrm>
          <a:prstGeom prst="rect">
            <a:avLst/>
          </a:prstGeom>
          <a:noFill/>
        </p:spPr>
        <p:txBody>
          <a:bodyPr wrap="none" anchor="ctr">
            <a:spAutoFit/>
          </a:bodyPr>
          <a:lstStyle/>
          <a:p>
            <a:pPr algn="l">
              <a:defRPr sz="2000" b="1">
                <a:solidFill>
                  <a:srgbClr val="BC955C"/>
                </a:solidFill>
                <a:latin typeface="Montserrat"/>
              </a:defRPr>
            </a:pPr>
            <a:r>
              <a:t>8 en Hospitales</a:t>
            </a:r>
          </a:p>
        </p:txBody>
      </p:sp>
      <p:cxnSp>
        <p:nvCxnSpPr>
          <p:cNvPr id="6" name="Connector 5"/>
          <p:cNvCxnSpPr/>
          <p:nvPr/>
        </p:nvCxnSpPr>
        <p:spPr>
          <a:xfrm>
            <a:off x="360000" y="1614722"/>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2241373491"/>
              </p:ext>
            </p:extLst>
          </p:nvPr>
        </p:nvGraphicFramePr>
        <p:xfrm>
          <a:off x="360000" y="1737522"/>
          <a:ext cx="3456000" cy="864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Subzona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27735296"/>
              </p:ext>
            </p:extLst>
          </p:nvPr>
        </p:nvGraphicFramePr>
        <p:xfrm>
          <a:off x="3960000" y="1737522"/>
          <a:ext cx="3456000" cy="1728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360000" y="3674573"/>
            <a:ext cx="6840000" cy="360000"/>
          </a:xfrm>
          <a:prstGeom prst="rect">
            <a:avLst/>
          </a:prstGeom>
          <a:noFill/>
        </p:spPr>
        <p:txBody>
          <a:bodyPr wrap="none" anchor="ctr">
            <a:spAutoFit/>
          </a:bodyPr>
          <a:lstStyle/>
          <a:p>
            <a:pPr algn="l">
              <a:defRPr sz="2000" b="1">
                <a:solidFill>
                  <a:srgbClr val="BC955C"/>
                </a:solidFill>
                <a:latin typeface="Montserrat"/>
              </a:defRPr>
            </a:pPr>
            <a:r>
              <a:t>1 en Unidades de Medicina Familiar</a:t>
            </a:r>
          </a:p>
        </p:txBody>
      </p:sp>
      <p:cxnSp>
        <p:nvCxnSpPr>
          <p:cNvPr id="10" name="Connector 9"/>
          <p:cNvCxnSpPr/>
          <p:nvPr/>
        </p:nvCxnSpPr>
        <p:spPr>
          <a:xfrm>
            <a:off x="360000" y="3977585"/>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extLst>
              <p:ext uri="{D42A27DB-BD31-4B8C-83A1-F6EECF244321}">
                <p14:modId xmlns:p14="http://schemas.microsoft.com/office/powerpoint/2010/main" val="3422596298"/>
              </p:ext>
            </p:extLst>
          </p:nvPr>
        </p:nvGraphicFramePr>
        <p:xfrm>
          <a:off x="360000" y="4127075"/>
          <a:ext cx="3456000" cy="673199"/>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360000" y="5036575"/>
            <a:ext cx="6840000" cy="360000"/>
          </a:xfrm>
          <a:prstGeom prst="rect">
            <a:avLst/>
          </a:prstGeom>
          <a:noFill/>
        </p:spPr>
        <p:txBody>
          <a:bodyPr wrap="none" anchor="ctr">
            <a:spAutoFit/>
          </a:bodyPr>
          <a:lstStyle/>
          <a:p>
            <a:pPr algn="l">
              <a:defRPr sz="2000" b="1">
                <a:solidFill>
                  <a:srgbClr val="BC955C"/>
                </a:solidFill>
                <a:latin typeface="Montserrat"/>
              </a:defRPr>
            </a:pPr>
            <a:r>
              <a:t>48 </a:t>
            </a:r>
            <a:r>
              <a:rPr err="1"/>
              <a:t>especialistas</a:t>
            </a:r>
            <a:r>
              <a:t> (</a:t>
            </a:r>
            <a:r>
              <a:rPr err="1"/>
              <a:t>sustitutos</a:t>
            </a:r>
            <a:r>
              <a:t>)</a:t>
            </a:r>
          </a:p>
        </p:txBody>
      </p:sp>
      <p:cxnSp>
        <p:nvCxnSpPr>
          <p:cNvPr id="13" name="Connector 12"/>
          <p:cNvCxnSpPr/>
          <p:nvPr/>
        </p:nvCxnSpPr>
        <p:spPr>
          <a:xfrm>
            <a:off x="396000" y="538607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6">
            <a:extLst>
              <a:ext uri="{FF2B5EF4-FFF2-40B4-BE49-F238E27FC236}">
                <a16:creationId xmlns:a16="http://schemas.microsoft.com/office/drawing/2014/main" id="{7823704E-D9AA-B881-D2DD-66C5EE2FDE73}"/>
              </a:ext>
            </a:extLst>
          </p:cNvPr>
          <p:cNvGraphicFramePr>
            <a:graphicFrameLocks noGrp="1"/>
          </p:cNvGraphicFramePr>
          <p:nvPr>
            <p:extLst>
              <p:ext uri="{D42A27DB-BD31-4B8C-83A1-F6EECF244321}">
                <p14:modId xmlns:p14="http://schemas.microsoft.com/office/powerpoint/2010/main" val="2233949817"/>
              </p:ext>
            </p:extLst>
          </p:nvPr>
        </p:nvGraphicFramePr>
        <p:xfrm>
          <a:off x="360000" y="5548352"/>
          <a:ext cx="3456000" cy="34785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rPr>
                          <a:latin typeface="Montserrat" panose="00000500000000000000" pitchFamily="2" charset="0"/>
                        </a:rPr>
                        <a:t>Unidad</a:t>
                      </a:r>
                    </a:p>
                  </a:txBody>
                  <a:tcPr>
                    <a:solidFill>
                      <a:srgbClr val="006455"/>
                    </a:solidFill>
                  </a:tcPr>
                </a:tc>
                <a:tc>
                  <a:txBody>
                    <a:bodyPr/>
                    <a:lstStyle/>
                    <a:p>
                      <a:pPr algn="ctr">
                        <a:defRPr sz="800" b="1">
                          <a:solidFill>
                            <a:srgbClr val="FFFFFF"/>
                          </a:solidFill>
                          <a:latin typeface="Montserrat"/>
                        </a:defRPr>
                      </a:pPr>
                      <a:r>
                        <a:rPr>
                          <a:latin typeface="Montserrat" panose="00000500000000000000" pitchFamily="2" charset="0"/>
                        </a:rPr>
                        <a:t>Especialidad</a:t>
                      </a:r>
                    </a:p>
                  </a:txBody>
                  <a:tcPr>
                    <a:solidFill>
                      <a:srgbClr val="006455"/>
                    </a:solidFill>
                  </a:tcPr>
                </a:tc>
                <a:tc>
                  <a:txBody>
                    <a:bodyPr/>
                    <a:lstStyle/>
                    <a:p>
                      <a:pPr algn="ctr">
                        <a:defRPr sz="800" b="1">
                          <a:solidFill>
                            <a:srgbClr val="FFFFFF"/>
                          </a:solidFill>
                          <a:latin typeface="Montserrat"/>
                        </a:defRPr>
                      </a:pPr>
                      <a:r>
                        <a:rPr>
                          <a:latin typeface="Montserrat" panose="00000500000000000000" pitchFamily="2" charset="0"/>
                        </a:rPr>
                        <a:t>No.</a:t>
                      </a:r>
                    </a:p>
                  </a:txBody>
                  <a:tcPr>
                    <a:solidFill>
                      <a:srgbClr val="006455"/>
                    </a:solidFill>
                  </a:tcPr>
                </a:tc>
                <a:extLst>
                  <a:ext uri="{0D108BD9-81ED-4DB2-BD59-A6C34878D82A}">
                    <a16:rowId xmlns:a16="http://schemas.microsoft.com/office/drawing/2014/main" val="10000"/>
                  </a:ext>
                </a:extLst>
              </a:tr>
              <a:tr h="216000">
                <a:tc rowSpan="14">
                  <a:txBody>
                    <a:bodyPr/>
                    <a:lstStyle/>
                    <a:p>
                      <a:pPr algn="ctr">
                        <a:defRPr sz="800" b="1">
                          <a:solidFill>
                            <a:srgbClr val="000000"/>
                          </a:solidFill>
                          <a:latin typeface="Montserrat"/>
                        </a:defRPr>
                      </a:pPr>
                      <a:r>
                        <a:rPr>
                          <a:latin typeface="Montserrat" panose="00000500000000000000" pitchFamily="2" charset="0"/>
                        </a:rPr>
                        <a:t>Sustitución 8</a:t>
                      </a:r>
                    </a:p>
                  </a:txBody>
                  <a:tcPr anchor="ctr">
                    <a:noFill/>
                  </a:tcPr>
                </a:tc>
                <a:tc>
                  <a:txBody>
                    <a:bodyPr/>
                    <a:lstStyle/>
                    <a:p>
                      <a:pPr algn="ctr">
                        <a:defRPr sz="800" b="0">
                          <a:solidFill>
                            <a:srgbClr val="000000"/>
                          </a:solidFill>
                          <a:latin typeface="Montserrat"/>
                        </a:defRPr>
                      </a:pPr>
                      <a:r>
                        <a:rPr>
                          <a:latin typeface="Montserrat" panose="00000500000000000000" pitchFamily="2" charset="0"/>
                        </a:rPr>
                        <a:t>Anestesiología</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8</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Cirugía General</a:t>
                      </a: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5</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Epidemiología</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Geriatría</a:t>
                      </a: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Ginecología y Obstetricia</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6</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Imagenología Diagnóstico y Terapéutica</a:t>
                      </a: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2</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Medicina Familiar</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Medicina Interna</a:t>
                      </a: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Medicina de Urgencias</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9</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Medicina del Enfermo </a:t>
                      </a:r>
                      <a:r>
                        <a:rPr err="1">
                          <a:latin typeface="Montserrat" panose="00000500000000000000" pitchFamily="2" charset="0"/>
                        </a:rPr>
                        <a:t>en</a:t>
                      </a:r>
                      <a:r>
                        <a:rPr>
                          <a:latin typeface="Montserrat" panose="00000500000000000000" pitchFamily="2" charset="0"/>
                        </a:rPr>
                        <a:t> Estado </a:t>
                      </a:r>
                      <a:r>
                        <a:rPr err="1">
                          <a:latin typeface="Montserrat" panose="00000500000000000000" pitchFamily="2" charset="0"/>
                        </a:rPr>
                        <a:t>Crítico</a:t>
                      </a:r>
                      <a:endParaRPr>
                        <a:latin typeface="Montserrat" panose="00000500000000000000" pitchFamily="2" charset="0"/>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1</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Oftalmología</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Pediatría</a:t>
                      </a:r>
                    </a:p>
                  </a:txBody>
                  <a:tcPr>
                    <a:solidFill>
                      <a:srgbClr val="F0F0F0"/>
                    </a:solidFill>
                  </a:tcPr>
                </a:tc>
                <a:tc>
                  <a:txBody>
                    <a:bodyPr/>
                    <a:lstStyle/>
                    <a:p>
                      <a:pPr algn="ctr">
                        <a:defRPr sz="800" b="0">
                          <a:solidFill>
                            <a:srgbClr val="000000"/>
                          </a:solidFill>
                          <a:latin typeface="Montserrat"/>
                        </a:defRPr>
                      </a:pPr>
                      <a:r>
                        <a:rPr>
                          <a:latin typeface="Montserrat" panose="00000500000000000000" pitchFamily="2" charset="0"/>
                        </a:rPr>
                        <a:t>5</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Traumatología y Ortopedia</a:t>
                      </a:r>
                    </a:p>
                  </a:txBody>
                  <a:tcPr>
                    <a:solidFill>
                      <a:srgbClr val="FFFFFF"/>
                    </a:solidFill>
                  </a:tcPr>
                </a:tc>
                <a:tc>
                  <a:txBody>
                    <a:bodyPr/>
                    <a:lstStyle/>
                    <a:p>
                      <a:pPr algn="ctr">
                        <a:defRPr sz="800" b="0">
                          <a:solidFill>
                            <a:srgbClr val="000000"/>
                          </a:solidFill>
                          <a:latin typeface="Montserrat"/>
                        </a:defRPr>
                      </a:pPr>
                      <a:r>
                        <a:rPr>
                          <a:latin typeface="Montserrat" panose="00000500000000000000" pitchFamily="2" charset="0"/>
                        </a:rPr>
                        <a:t>5</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rPr>
                          <a:latin typeface="Montserrat" panose="00000500000000000000" pitchFamily="2" charset="0"/>
                        </a:rPr>
                        <a:t>Total</a:t>
                      </a:r>
                    </a:p>
                  </a:txBody>
                  <a:tcPr>
                    <a:solidFill>
                      <a:srgbClr val="D3E9E7"/>
                    </a:solidFill>
                  </a:tcPr>
                </a:tc>
                <a:tc>
                  <a:txBody>
                    <a:bodyPr/>
                    <a:lstStyle/>
                    <a:p>
                      <a:pPr algn="ctr">
                        <a:defRPr sz="800" b="1">
                          <a:solidFill>
                            <a:srgbClr val="006455"/>
                          </a:solidFill>
                          <a:latin typeface="Montserrat"/>
                        </a:defRPr>
                      </a:pPr>
                      <a:r>
                        <a:rPr>
                          <a:latin typeface="Montserrat" panose="00000500000000000000" pitchFamily="2" charset="0"/>
                        </a:rPr>
                        <a:t>48</a:t>
                      </a:r>
                    </a:p>
                  </a:txBody>
                  <a:tcPr>
                    <a:solidFill>
                      <a:srgbClr val="D3E9E7"/>
                    </a:solidFill>
                  </a:tcPr>
                </a:tc>
                <a:extLst>
                  <a:ext uri="{0D108BD9-81ED-4DB2-BD59-A6C34878D82A}">
                    <a16:rowId xmlns:a16="http://schemas.microsoft.com/office/drawing/2014/main" val="10014"/>
                  </a:ext>
                </a:extLst>
              </a:tr>
            </a:tbl>
          </a:graphicData>
        </a:graphic>
      </p:graphicFrame>
      <p:sp>
        <p:nvSpPr>
          <p:cNvPr id="17" name="TextBox 7">
            <a:extLst>
              <a:ext uri="{FF2B5EF4-FFF2-40B4-BE49-F238E27FC236}">
                <a16:creationId xmlns:a16="http://schemas.microsoft.com/office/drawing/2014/main" id="{BB06E8D2-E9A5-238A-A8BF-F9EEC394917E}"/>
              </a:ext>
            </a:extLst>
          </p:cNvPr>
          <p:cNvSpPr txBox="1"/>
          <p:nvPr/>
        </p:nvSpPr>
        <p:spPr>
          <a:xfrm>
            <a:off x="270000" y="9505531"/>
            <a:ext cx="7200000" cy="400110"/>
          </a:xfrm>
          <a:prstGeom prst="rect">
            <a:avLst/>
          </a:prstGeom>
          <a:noFill/>
        </p:spPr>
        <p:txBody>
          <a:bodyPr wrap="square">
            <a:spAutoFit/>
          </a:bodyPr>
          <a:lstStyle/>
          <a:p>
            <a:pPr algn="l">
              <a:defRPr sz="1000">
                <a:solidFill>
                  <a:srgbClr val="000000"/>
                </a:solidFill>
                <a:latin typeface="Montserrat"/>
              </a:defRPr>
            </a:pPr>
            <a:r>
              <a:rPr lang="es-MX">
                <a:solidFill>
                  <a:schemeClr val="bg1"/>
                </a:solidFill>
              </a:rPr>
              <a:t>Los s</a:t>
            </a:r>
            <a:r>
              <a:rPr err="1">
                <a:solidFill>
                  <a:schemeClr val="bg1"/>
                </a:solidFill>
              </a:rPr>
              <a:t>ustitutos</a:t>
            </a:r>
            <a:r>
              <a:rPr>
                <a:solidFill>
                  <a:schemeClr val="bg1"/>
                </a:solidFill>
              </a:rPr>
              <a:t> se </a:t>
            </a:r>
            <a:r>
              <a:rPr err="1">
                <a:solidFill>
                  <a:schemeClr val="bg1"/>
                </a:solidFill>
              </a:rPr>
              <a:t>integran</a:t>
            </a:r>
            <a:r>
              <a:rPr>
                <a:solidFill>
                  <a:schemeClr val="bg1"/>
                </a:solidFill>
              </a:rPr>
              <a:t> a </a:t>
            </a:r>
            <a:r>
              <a:rPr err="1">
                <a:solidFill>
                  <a:schemeClr val="bg1"/>
                </a:solidFill>
              </a:rPr>
              <a:t>los</a:t>
            </a:r>
            <a:r>
              <a:rPr>
                <a:solidFill>
                  <a:schemeClr val="bg1"/>
                </a:solidFill>
              </a:rPr>
              <a:t> </a:t>
            </a:r>
            <a:r>
              <a:rPr err="1">
                <a:solidFill>
                  <a:schemeClr val="bg1"/>
                </a:solidFill>
              </a:rPr>
              <a:t>Listados</a:t>
            </a:r>
            <a:r>
              <a:rPr>
                <a:solidFill>
                  <a:schemeClr val="bg1"/>
                </a:solidFill>
              </a:rPr>
              <a:t> de Bolsa de </a:t>
            </a:r>
            <a:r>
              <a:rPr err="1">
                <a:solidFill>
                  <a:schemeClr val="bg1"/>
                </a:solidFill>
              </a:rPr>
              <a:t>Trabajo</a:t>
            </a:r>
            <a:r>
              <a:rPr>
                <a:solidFill>
                  <a:schemeClr val="bg1"/>
                </a:solidFill>
              </a:rPr>
              <a:t>, para </a:t>
            </a:r>
            <a:r>
              <a:rPr err="1">
                <a:solidFill>
                  <a:schemeClr val="bg1"/>
                </a:solidFill>
              </a:rPr>
              <a:t>cubrir</a:t>
            </a:r>
            <a:r>
              <a:rPr>
                <a:solidFill>
                  <a:schemeClr val="bg1"/>
                </a:solidFill>
              </a:rPr>
              <a:t> las </a:t>
            </a:r>
            <a:r>
              <a:rPr err="1">
                <a:solidFill>
                  <a:schemeClr val="bg1"/>
                </a:solidFill>
              </a:rPr>
              <a:t>futuras</a:t>
            </a:r>
            <a:r>
              <a:rPr>
                <a:solidFill>
                  <a:schemeClr val="bg1"/>
                </a:solidFill>
              </a:rPr>
              <a:t> </a:t>
            </a:r>
            <a:r>
              <a:rPr err="1">
                <a:solidFill>
                  <a:schemeClr val="bg1"/>
                </a:solidFill>
              </a:rPr>
              <a:t>vacantes</a:t>
            </a:r>
            <a:r>
              <a:rPr>
                <a:solidFill>
                  <a:schemeClr val="bg1"/>
                </a:solidFill>
              </a:rPr>
              <a:t> </a:t>
            </a:r>
            <a:r>
              <a:rPr err="1">
                <a:solidFill>
                  <a:schemeClr val="bg1"/>
                </a:solidFill>
              </a:rPr>
              <a:t>por</a:t>
            </a:r>
            <a:r>
              <a:rPr>
                <a:solidFill>
                  <a:schemeClr val="bg1"/>
                </a:solidFill>
              </a:rPr>
              <a:t> </a:t>
            </a:r>
            <a:r>
              <a:rPr err="1">
                <a:solidFill>
                  <a:schemeClr val="bg1"/>
                </a:solidFill>
              </a:rPr>
              <a:t>jubilación</a:t>
            </a:r>
            <a:r>
              <a:rPr>
                <a:solidFill>
                  <a:schemeClr val="bg1"/>
                </a:solidFill>
              </a:rPr>
              <a:t>, </a:t>
            </a:r>
            <a:r>
              <a:rPr err="1">
                <a:solidFill>
                  <a:schemeClr val="bg1"/>
                </a:solidFill>
              </a:rPr>
              <a:t>renuncia</a:t>
            </a:r>
            <a:r>
              <a:rPr>
                <a:solidFill>
                  <a:schemeClr val="bg1"/>
                </a:solidFill>
              </a:rPr>
              <a:t>, </a:t>
            </a:r>
            <a:r>
              <a:rPr err="1">
                <a:solidFill>
                  <a:schemeClr val="bg1"/>
                </a:solidFill>
              </a:rPr>
              <a:t>fallecimiento</a:t>
            </a:r>
            <a:r>
              <a:rPr>
                <a:solidFill>
                  <a:schemeClr val="bg1"/>
                </a:solidFill>
              </a:rPr>
              <a:t>, etc., </a:t>
            </a:r>
            <a:r>
              <a:rPr err="1">
                <a:solidFill>
                  <a:schemeClr val="bg1"/>
                </a:solidFill>
              </a:rPr>
              <a:t>así</a:t>
            </a:r>
            <a:r>
              <a:rPr>
                <a:solidFill>
                  <a:schemeClr val="bg1"/>
                </a:solidFill>
              </a:rPr>
              <a:t> </a:t>
            </a:r>
            <a:r>
              <a:rPr err="1">
                <a:solidFill>
                  <a:schemeClr val="bg1"/>
                </a:solidFill>
              </a:rPr>
              <a:t>como</a:t>
            </a:r>
            <a:r>
              <a:rPr>
                <a:solidFill>
                  <a:schemeClr val="bg1"/>
                </a:solidFill>
              </a:rPr>
              <a:t> </a:t>
            </a:r>
            <a:r>
              <a:rPr err="1">
                <a:solidFill>
                  <a:schemeClr val="bg1"/>
                </a:solidFill>
              </a:rPr>
              <a:t>ausentismo</a:t>
            </a:r>
            <a:r>
              <a:rPr>
                <a:solidFill>
                  <a:schemeClr val="bg1"/>
                </a:solidFill>
              </a:rPr>
              <a:t> </a:t>
            </a:r>
            <a:r>
              <a:rPr err="1">
                <a:solidFill>
                  <a:schemeClr val="bg1"/>
                </a:solidFill>
              </a:rPr>
              <a:t>programado</a:t>
            </a:r>
            <a:r>
              <a:rPr>
                <a:solidFill>
                  <a:schemeClr val="bg1"/>
                </a:solidFill>
              </a:rPr>
              <a:t> y no </a:t>
            </a:r>
            <a:r>
              <a:rPr err="1">
                <a:solidFill>
                  <a:schemeClr val="bg1"/>
                </a:solidFill>
              </a:rPr>
              <a:t>programado</a:t>
            </a:r>
            <a:r>
              <a:rPr>
                <a:solidFill>
                  <a:schemeClr val="bg1"/>
                </a:solidFill>
              </a:rPr>
              <a:t>.</a:t>
            </a:r>
          </a:p>
        </p:txBody>
      </p:sp>
    </p:spTree>
    <p:extLst>
      <p:ext uri="{BB962C8B-B14F-4D97-AF65-F5344CB8AC3E}">
        <p14:creationId xmlns:p14="http://schemas.microsoft.com/office/powerpoint/2010/main" val="365716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1738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494389035"/>
              </p:ext>
            </p:extLst>
          </p:nvPr>
        </p:nvGraphicFramePr>
        <p:xfrm>
          <a:off x="577312" y="1624200"/>
          <a:ext cx="6617776" cy="5559196"/>
        </p:xfrm>
        <a:graphic>
          <a:graphicData uri="http://schemas.openxmlformats.org/drawingml/2006/table">
            <a:tbl>
              <a:tblPr firstRow="1" bandRow="1">
                <a:tableStyleId>{5C22544A-7EE6-4342-B048-85BDC9FD1C3A}</a:tableStyleId>
              </a:tblPr>
              <a:tblGrid>
                <a:gridCol w="3435888">
                  <a:extLst>
                    <a:ext uri="{9D8B030D-6E8A-4147-A177-3AD203B41FA5}">
                      <a16:colId xmlns:a16="http://schemas.microsoft.com/office/drawing/2014/main" val="20000"/>
                    </a:ext>
                  </a:extLst>
                </a:gridCol>
                <a:gridCol w="1485023">
                  <a:extLst>
                    <a:ext uri="{9D8B030D-6E8A-4147-A177-3AD203B41FA5}">
                      <a16:colId xmlns:a16="http://schemas.microsoft.com/office/drawing/2014/main" val="20001"/>
                    </a:ext>
                  </a:extLst>
                </a:gridCol>
                <a:gridCol w="1696865">
                  <a:extLst>
                    <a:ext uri="{9D8B030D-6E8A-4147-A177-3AD203B41FA5}">
                      <a16:colId xmlns:a16="http://schemas.microsoft.com/office/drawing/2014/main" val="20002"/>
                    </a:ext>
                  </a:extLst>
                </a:gridCol>
              </a:tblGrid>
              <a:tr h="503002">
                <a:tc>
                  <a:txBody>
                    <a:bodyPr/>
                    <a:lstStyle/>
                    <a:p>
                      <a:pPr algn="ctr">
                        <a:defRPr sz="1100" b="1">
                          <a:solidFill>
                            <a:srgbClr val="FFFFFF"/>
                          </a:solidFill>
                          <a:latin typeface="Montserrat"/>
                        </a:defRPr>
                      </a:pPr>
                      <a:r>
                        <a:rPr err="1"/>
                        <a:t>Especialidad</a:t>
                      </a:r>
                      <a:endParaRPr/>
                    </a:p>
                  </a:txBody>
                  <a:tcPr marL="14400" marR="14400" marT="14400" marB="14400" anchor="ctr">
                    <a:solidFill>
                      <a:srgbClr val="006455"/>
                    </a:solidFill>
                  </a:tcPr>
                </a:tc>
                <a:tc>
                  <a:txBody>
                    <a:bodyPr/>
                    <a:lstStyle/>
                    <a:p>
                      <a:pPr algn="ctr">
                        <a:defRPr sz="1100" b="1">
                          <a:solidFill>
                            <a:srgbClr val="FFFFFF"/>
                          </a:solidFill>
                          <a:latin typeface="Montserrat"/>
                        </a:defRPr>
                      </a:pPr>
                      <a:r>
                        <a:rPr err="1"/>
                        <a:t>Número</a:t>
                      </a:r>
                      <a:endParaRPr/>
                    </a:p>
                  </a:txBody>
                  <a:tcPr marL="14400" marR="14400" marT="14400" marB="14400" anchor="ctr">
                    <a:solidFill>
                      <a:srgbClr val="006455"/>
                    </a:solidFill>
                  </a:tcPr>
                </a:tc>
                <a:tc>
                  <a:txBody>
                    <a:bodyPr/>
                    <a:lstStyle/>
                    <a:p>
                      <a:pPr algn="ctr">
                        <a:defRPr sz="1100" b="1">
                          <a:solidFill>
                            <a:srgbClr val="FFFFFF"/>
                          </a:solidFill>
                          <a:latin typeface="Montserrat"/>
                        </a:defRPr>
                      </a:pPr>
                      <a:r>
                        <a:t>% </a:t>
                      </a:r>
                      <a:r>
                        <a:rPr err="1"/>
                        <a:t>Acumulado</a:t>
                      </a:r>
                      <a:endParaRPr/>
                    </a:p>
                  </a:txBody>
                  <a:tcPr marL="14400" marR="14400" marT="14400" marB="14400" anchor="ctr">
                    <a:solidFill>
                      <a:srgbClr val="006455"/>
                    </a:solidFill>
                  </a:tcPr>
                </a:tc>
                <a:extLst>
                  <a:ext uri="{0D108BD9-81ED-4DB2-BD59-A6C34878D82A}">
                    <a16:rowId xmlns:a16="http://schemas.microsoft.com/office/drawing/2014/main" val="10000"/>
                  </a:ext>
                </a:extLst>
              </a:tr>
              <a:tr h="297249">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11</a:t>
                      </a:r>
                    </a:p>
                  </a:txBody>
                  <a:tcPr marL="45720" marR="45720" anchor="ctr">
                    <a:solidFill>
                      <a:srgbClr val="FFFFFF"/>
                    </a:solidFill>
                  </a:tcPr>
                </a:tc>
                <a:tc>
                  <a:txBody>
                    <a:bodyPr/>
                    <a:lstStyle/>
                    <a:p>
                      <a:pPr algn="ctr">
                        <a:defRPr sz="1100" b="1">
                          <a:solidFill>
                            <a:srgbClr val="000000"/>
                          </a:solidFill>
                          <a:latin typeface="Montserrat"/>
                        </a:defRPr>
                      </a:pPr>
                      <a:r>
                        <a:t>19.2%</a:t>
                      </a:r>
                    </a:p>
                  </a:txBody>
                  <a:tcPr marL="45720" marR="45720" anchor="ctr">
                    <a:solidFill>
                      <a:srgbClr val="FFFFFF"/>
                    </a:solidFill>
                  </a:tcPr>
                </a:tc>
                <a:extLst>
                  <a:ext uri="{0D108BD9-81ED-4DB2-BD59-A6C34878D82A}">
                    <a16:rowId xmlns:a16="http://schemas.microsoft.com/office/drawing/2014/main" val="10001"/>
                  </a:ext>
                </a:extLst>
              </a:tr>
              <a:tr h="297249">
                <a:tc>
                  <a:txBody>
                    <a:bodyPr/>
                    <a:lstStyle/>
                    <a:p>
                      <a:pPr algn="l">
                        <a:defRPr sz="1100" b="0">
                          <a:solidFill>
                            <a:srgbClr val="000000"/>
                          </a:solidFill>
                          <a:latin typeface="Montserrat"/>
                        </a:defRPr>
                      </a:pPr>
                      <a:r>
                        <a:rPr err="1"/>
                        <a:t>Anestesiología</a:t>
                      </a:r>
                      <a:endParaRPr/>
                    </a:p>
                  </a:txBody>
                  <a:tcPr marL="45720" marR="45720" anchor="ctr">
                    <a:solidFill>
                      <a:srgbClr val="D9D9D9"/>
                    </a:solidFill>
                  </a:tcPr>
                </a:tc>
                <a:tc>
                  <a:txBody>
                    <a:bodyPr/>
                    <a:lstStyle/>
                    <a:p>
                      <a:pPr algn="ctr">
                        <a:defRPr sz="1100" b="0">
                          <a:solidFill>
                            <a:srgbClr val="000000"/>
                          </a:solidFill>
                          <a:latin typeface="Montserrat"/>
                        </a:defRPr>
                      </a:pPr>
                      <a:r>
                        <a:t>8</a:t>
                      </a:r>
                    </a:p>
                  </a:txBody>
                  <a:tcPr marL="45720" marR="45720" anchor="ctr">
                    <a:solidFill>
                      <a:srgbClr val="D9D9D9"/>
                    </a:solidFill>
                  </a:tcPr>
                </a:tc>
                <a:tc>
                  <a:txBody>
                    <a:bodyPr/>
                    <a:lstStyle/>
                    <a:p>
                      <a:pPr algn="ctr">
                        <a:defRPr sz="1100" b="1">
                          <a:solidFill>
                            <a:srgbClr val="000000"/>
                          </a:solidFill>
                          <a:latin typeface="Montserrat"/>
                        </a:defRPr>
                      </a:pPr>
                      <a:r>
                        <a:t>33.3%</a:t>
                      </a:r>
                    </a:p>
                  </a:txBody>
                  <a:tcPr marL="45720" marR="45720" anchor="ctr">
                    <a:solidFill>
                      <a:srgbClr val="D9D9D9"/>
                    </a:solidFill>
                  </a:tcPr>
                </a:tc>
                <a:extLst>
                  <a:ext uri="{0D108BD9-81ED-4DB2-BD59-A6C34878D82A}">
                    <a16:rowId xmlns:a16="http://schemas.microsoft.com/office/drawing/2014/main" val="10002"/>
                  </a:ext>
                </a:extLst>
              </a:tr>
              <a:tr h="297249">
                <a:tc>
                  <a:txBody>
                    <a:bodyPr/>
                    <a:lstStyle/>
                    <a:p>
                      <a:pPr algn="l">
                        <a:defRPr sz="1100" b="0">
                          <a:solidFill>
                            <a:srgbClr val="000000"/>
                          </a:solidFill>
                          <a:latin typeface="Montserrat"/>
                        </a:defRPr>
                      </a:pPr>
                      <a:r>
                        <a:t>Ginecología y Obstetricia</a:t>
                      </a:r>
                    </a:p>
                  </a:txBody>
                  <a:tcPr marL="45720" marR="45720" anchor="ctr">
                    <a:solidFill>
                      <a:srgbClr val="FFFFFF"/>
                    </a:solidFill>
                  </a:tcPr>
                </a:tc>
                <a:tc>
                  <a:txBody>
                    <a:bodyPr/>
                    <a:lstStyle/>
                    <a:p>
                      <a:pPr algn="ctr">
                        <a:defRPr sz="1100" b="0">
                          <a:solidFill>
                            <a:srgbClr val="000000"/>
                          </a:solidFill>
                          <a:latin typeface="Montserrat"/>
                        </a:defRPr>
                      </a:pPr>
                      <a:r>
                        <a:t>6</a:t>
                      </a:r>
                    </a:p>
                  </a:txBody>
                  <a:tcPr marL="45720" marR="45720" anchor="ctr">
                    <a:solidFill>
                      <a:srgbClr val="FFFFFF"/>
                    </a:solidFill>
                  </a:tcPr>
                </a:tc>
                <a:tc>
                  <a:txBody>
                    <a:bodyPr/>
                    <a:lstStyle/>
                    <a:p>
                      <a:pPr algn="ctr">
                        <a:defRPr sz="1100" b="1">
                          <a:solidFill>
                            <a:srgbClr val="000000"/>
                          </a:solidFill>
                          <a:latin typeface="Montserrat"/>
                        </a:defRPr>
                      </a:pPr>
                      <a:r>
                        <a:t>43.8%</a:t>
                      </a:r>
                    </a:p>
                  </a:txBody>
                  <a:tcPr marL="45720" marR="45720" anchor="ctr">
                    <a:solidFill>
                      <a:srgbClr val="FFFFFF"/>
                    </a:solidFill>
                  </a:tcPr>
                </a:tc>
                <a:extLst>
                  <a:ext uri="{0D108BD9-81ED-4DB2-BD59-A6C34878D82A}">
                    <a16:rowId xmlns:a16="http://schemas.microsoft.com/office/drawing/2014/main" val="10003"/>
                  </a:ext>
                </a:extLst>
              </a:tr>
              <a:tr h="297249">
                <a:tc>
                  <a:txBody>
                    <a:bodyPr/>
                    <a:lstStyle/>
                    <a:p>
                      <a:pPr algn="l">
                        <a:defRPr sz="1100" b="0">
                          <a:solidFill>
                            <a:srgbClr val="000000"/>
                          </a:solidFill>
                          <a:latin typeface="Montserrat"/>
                        </a:defRPr>
                      </a:pPr>
                      <a:r>
                        <a:t>Cirugía General</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54.3%</a:t>
                      </a:r>
                    </a:p>
                  </a:txBody>
                  <a:tcPr marL="45720" marR="45720" anchor="ctr">
                    <a:solidFill>
                      <a:srgbClr val="D9D9D9"/>
                    </a:solidFill>
                  </a:tcPr>
                </a:tc>
                <a:extLst>
                  <a:ext uri="{0D108BD9-81ED-4DB2-BD59-A6C34878D82A}">
                    <a16:rowId xmlns:a16="http://schemas.microsoft.com/office/drawing/2014/main" val="10004"/>
                  </a:ext>
                </a:extLst>
              </a:tr>
              <a:tr h="297249">
                <a:tc>
                  <a:txBody>
                    <a:bodyPr/>
                    <a:lstStyle/>
                    <a:p>
                      <a:pPr algn="l">
                        <a:defRPr sz="1100" b="0">
                          <a:solidFill>
                            <a:srgbClr val="000000"/>
                          </a:solidFill>
                          <a:latin typeface="Montserrat"/>
                        </a:defRPr>
                      </a:pPr>
                      <a:r>
                        <a:t>Traumatología y Ortopedia</a:t>
                      </a:r>
                    </a:p>
                  </a:txBody>
                  <a:tcPr marL="45720" marR="45720" anchor="ctr">
                    <a:solidFill>
                      <a:srgbClr val="FFFFFF"/>
                    </a:solidFill>
                  </a:tcPr>
                </a:tc>
                <a:tc>
                  <a:txBody>
                    <a:bodyPr/>
                    <a:lstStyle/>
                    <a:p>
                      <a:pPr algn="ctr">
                        <a:defRPr sz="1100" b="0">
                          <a:solidFill>
                            <a:srgbClr val="000000"/>
                          </a:solidFill>
                          <a:latin typeface="Montserrat"/>
                        </a:defRPr>
                      </a:pPr>
                      <a:r>
                        <a:t>6</a:t>
                      </a:r>
                    </a:p>
                  </a:txBody>
                  <a:tcPr marL="45720" marR="45720" anchor="ctr">
                    <a:solidFill>
                      <a:srgbClr val="FFFFFF"/>
                    </a:solidFill>
                  </a:tcPr>
                </a:tc>
                <a:tc>
                  <a:txBody>
                    <a:bodyPr/>
                    <a:lstStyle/>
                    <a:p>
                      <a:pPr algn="ctr">
                        <a:defRPr sz="1100" b="1">
                          <a:solidFill>
                            <a:srgbClr val="000000"/>
                          </a:solidFill>
                          <a:latin typeface="Montserrat"/>
                        </a:defRPr>
                      </a:pPr>
                      <a:r>
                        <a:t>64.9%</a:t>
                      </a:r>
                    </a:p>
                  </a:txBody>
                  <a:tcPr marL="45720" marR="45720" anchor="ctr">
                    <a:solidFill>
                      <a:srgbClr val="FFFFFF"/>
                    </a:solidFill>
                  </a:tcPr>
                </a:tc>
                <a:extLst>
                  <a:ext uri="{0D108BD9-81ED-4DB2-BD59-A6C34878D82A}">
                    <a16:rowId xmlns:a16="http://schemas.microsoft.com/office/drawing/2014/main" val="10005"/>
                  </a:ext>
                </a:extLst>
              </a:tr>
              <a:tr h="297249">
                <a:tc>
                  <a:txBody>
                    <a:bodyPr/>
                    <a:lstStyle/>
                    <a:p>
                      <a:pPr algn="l">
                        <a:defRPr sz="1100" b="0">
                          <a:solidFill>
                            <a:srgbClr val="000000"/>
                          </a:solidFill>
                          <a:latin typeface="Montserrat"/>
                        </a:defRPr>
                      </a:pPr>
                      <a:r>
                        <a:t>Pediatría</a:t>
                      </a:r>
                    </a:p>
                  </a:txBody>
                  <a:tcPr marL="45720" marR="45720" anchor="ctr">
                    <a:solidFill>
                      <a:srgbClr val="D9D9D9"/>
                    </a:solidFill>
                  </a:tcPr>
                </a:tc>
                <a:tc>
                  <a:txBody>
                    <a:bodyPr/>
                    <a:lstStyle/>
                    <a:p>
                      <a:pPr algn="ctr">
                        <a:defRPr sz="1100" b="0">
                          <a:solidFill>
                            <a:srgbClr val="000000"/>
                          </a:solidFill>
                          <a:latin typeface="Montserrat"/>
                        </a:defRPr>
                      </a:pPr>
                      <a:r>
                        <a:t>5</a:t>
                      </a:r>
                    </a:p>
                  </a:txBody>
                  <a:tcPr marL="45720" marR="45720" anchor="ctr">
                    <a:solidFill>
                      <a:srgbClr val="D9D9D9"/>
                    </a:solidFill>
                  </a:tcPr>
                </a:tc>
                <a:tc>
                  <a:txBody>
                    <a:bodyPr/>
                    <a:lstStyle/>
                    <a:p>
                      <a:pPr algn="ctr">
                        <a:defRPr sz="1100" b="1">
                          <a:solidFill>
                            <a:srgbClr val="000000"/>
                          </a:solidFill>
                          <a:latin typeface="Montserrat"/>
                        </a:defRPr>
                      </a:pPr>
                      <a:r>
                        <a:t>73.6%</a:t>
                      </a:r>
                    </a:p>
                  </a:txBody>
                  <a:tcPr marL="45720" marR="45720" anchor="ctr">
                    <a:solidFill>
                      <a:srgbClr val="D9D9D9"/>
                    </a:solidFill>
                  </a:tcPr>
                </a:tc>
                <a:extLst>
                  <a:ext uri="{0D108BD9-81ED-4DB2-BD59-A6C34878D82A}">
                    <a16:rowId xmlns:a16="http://schemas.microsoft.com/office/drawing/2014/main" val="10006"/>
                  </a:ext>
                </a:extLst>
              </a:tr>
              <a:tr h="297249">
                <a:tc>
                  <a:txBody>
                    <a:bodyPr/>
                    <a:lstStyle/>
                    <a:p>
                      <a:pPr algn="l">
                        <a:defRPr sz="1100" b="0">
                          <a:solidFill>
                            <a:srgbClr val="000000"/>
                          </a:solidFill>
                          <a:latin typeface="Montserrat"/>
                        </a:defRPr>
                      </a:pPr>
                      <a:r>
                        <a:t>Epidemiología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78.9%</a:t>
                      </a:r>
                    </a:p>
                  </a:txBody>
                  <a:tcPr marL="45720" marR="45720" anchor="ctr">
                    <a:solidFill>
                      <a:srgbClr val="FFFFFF"/>
                    </a:solidFill>
                  </a:tcPr>
                </a:tc>
                <a:extLst>
                  <a:ext uri="{0D108BD9-81ED-4DB2-BD59-A6C34878D82A}">
                    <a16:rowId xmlns:a16="http://schemas.microsoft.com/office/drawing/2014/main" val="10007"/>
                  </a:ext>
                </a:extLst>
              </a:tr>
              <a:tr h="287855">
                <a:tc>
                  <a:txBody>
                    <a:bodyPr/>
                    <a:lstStyle/>
                    <a:p>
                      <a:pPr algn="l">
                        <a:defRPr sz="1100" b="0">
                          <a:solidFill>
                            <a:srgbClr val="000000"/>
                          </a:solidFill>
                          <a:latin typeface="Montserrat"/>
                        </a:defRPr>
                      </a:pPr>
                      <a:r>
                        <a:t>Imagenología Diagnóstico y Terapéutica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82.4%</a:t>
                      </a:r>
                    </a:p>
                  </a:txBody>
                  <a:tcPr marL="45720" marR="45720" anchor="ctr">
                    <a:solidFill>
                      <a:srgbClr val="D9D9D9"/>
                    </a:solidFill>
                  </a:tcPr>
                </a:tc>
                <a:extLst>
                  <a:ext uri="{0D108BD9-81ED-4DB2-BD59-A6C34878D82A}">
                    <a16:rowId xmlns:a16="http://schemas.microsoft.com/office/drawing/2014/main" val="10008"/>
                  </a:ext>
                </a:extLst>
              </a:tr>
              <a:tr h="297249">
                <a:tc>
                  <a:txBody>
                    <a:bodyPr/>
                    <a:lstStyle/>
                    <a:p>
                      <a:pPr algn="l">
                        <a:defRPr sz="1100" b="0">
                          <a:solidFill>
                            <a:srgbClr val="000000"/>
                          </a:solidFill>
                          <a:latin typeface="Montserrat"/>
                        </a:defRPr>
                      </a:pPr>
                      <a:r>
                        <a:t>Geriatría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85.9%</a:t>
                      </a:r>
                    </a:p>
                  </a:txBody>
                  <a:tcPr marL="45720" marR="45720" anchor="ctr">
                    <a:solidFill>
                      <a:srgbClr val="FFFFFF"/>
                    </a:solidFill>
                  </a:tcPr>
                </a:tc>
                <a:extLst>
                  <a:ext uri="{0D108BD9-81ED-4DB2-BD59-A6C34878D82A}">
                    <a16:rowId xmlns:a16="http://schemas.microsoft.com/office/drawing/2014/main" val="10009"/>
                  </a:ext>
                </a:extLst>
              </a:tr>
              <a:tr h="297249">
                <a:tc>
                  <a:txBody>
                    <a:bodyPr/>
                    <a:lstStyle/>
                    <a:p>
                      <a:pPr algn="l">
                        <a:defRPr sz="1100" b="0">
                          <a:solidFill>
                            <a:srgbClr val="000000"/>
                          </a:solidFill>
                          <a:latin typeface="Montserrat"/>
                        </a:defRPr>
                      </a:pPr>
                      <a:r>
                        <a:t>Medicina Familiar</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89.4%</a:t>
                      </a:r>
                    </a:p>
                  </a:txBody>
                  <a:tcPr marL="45720" marR="45720" anchor="ctr">
                    <a:solidFill>
                      <a:srgbClr val="D9D9D9"/>
                    </a:solidFill>
                  </a:tcPr>
                </a:tc>
                <a:extLst>
                  <a:ext uri="{0D108BD9-81ED-4DB2-BD59-A6C34878D82A}">
                    <a16:rowId xmlns:a16="http://schemas.microsoft.com/office/drawing/2014/main" val="10010"/>
                  </a:ext>
                </a:extLst>
              </a:tr>
              <a:tr h="297249">
                <a:tc>
                  <a:txBody>
                    <a:bodyPr/>
                    <a:lstStyle/>
                    <a:p>
                      <a:pPr algn="l">
                        <a:defRPr sz="1100" b="0">
                          <a:solidFill>
                            <a:srgbClr val="000000"/>
                          </a:solidFill>
                          <a:latin typeface="Montserrat"/>
                        </a:defRPr>
                      </a:pPr>
                      <a:r>
                        <a:t>Cirugía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91.2%</a:t>
                      </a:r>
                    </a:p>
                  </a:txBody>
                  <a:tcPr marL="45720" marR="45720" anchor="ctr">
                    <a:solidFill>
                      <a:srgbClr val="FFFFFF"/>
                    </a:solidFill>
                  </a:tcPr>
                </a:tc>
                <a:extLst>
                  <a:ext uri="{0D108BD9-81ED-4DB2-BD59-A6C34878D82A}">
                    <a16:rowId xmlns:a16="http://schemas.microsoft.com/office/drawing/2014/main" val="10011"/>
                  </a:ext>
                </a:extLst>
              </a:tr>
              <a:tr h="297249">
                <a:tc>
                  <a:txBody>
                    <a:bodyPr/>
                    <a:lstStyle/>
                    <a:p>
                      <a:pPr algn="l">
                        <a:defRPr sz="1100" b="0">
                          <a:solidFill>
                            <a:srgbClr val="000000"/>
                          </a:solidFill>
                          <a:latin typeface="Montserrat"/>
                        </a:defRPr>
                      </a:pPr>
                      <a:r>
                        <a:t>Medicina Interna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92.9%</a:t>
                      </a:r>
                    </a:p>
                  </a:txBody>
                  <a:tcPr marL="45720" marR="45720" anchor="ctr">
                    <a:solidFill>
                      <a:srgbClr val="D9D9D9"/>
                    </a:solidFill>
                  </a:tcPr>
                </a:tc>
                <a:extLst>
                  <a:ext uri="{0D108BD9-81ED-4DB2-BD59-A6C34878D82A}">
                    <a16:rowId xmlns:a16="http://schemas.microsoft.com/office/drawing/2014/main" val="10012"/>
                  </a:ext>
                </a:extLst>
              </a:tr>
              <a:tr h="309604">
                <a:tc>
                  <a:txBody>
                    <a:bodyPr/>
                    <a:lstStyle/>
                    <a:p>
                      <a:pPr algn="l">
                        <a:defRPr sz="1100" b="0">
                          <a:solidFill>
                            <a:srgbClr val="000000"/>
                          </a:solidFill>
                          <a:latin typeface="Montserrat"/>
                        </a:defRPr>
                      </a:pPr>
                      <a:r>
                        <a:t>Medicina del Enfermo en Estado Crítico</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94.7%</a:t>
                      </a:r>
                    </a:p>
                  </a:txBody>
                  <a:tcPr marL="45720" marR="45720" anchor="ctr">
                    <a:solidFill>
                      <a:srgbClr val="FFFFFF"/>
                    </a:solidFill>
                  </a:tcPr>
                </a:tc>
                <a:extLst>
                  <a:ext uri="{0D108BD9-81ED-4DB2-BD59-A6C34878D82A}">
                    <a16:rowId xmlns:a16="http://schemas.microsoft.com/office/drawing/2014/main" val="10013"/>
                  </a:ext>
                </a:extLst>
              </a:tr>
              <a:tr h="297249">
                <a:tc>
                  <a:txBody>
                    <a:bodyPr/>
                    <a:lstStyle/>
                    <a:p>
                      <a:pPr algn="l">
                        <a:defRPr sz="1100" b="0">
                          <a:solidFill>
                            <a:srgbClr val="000000"/>
                          </a:solidFill>
                          <a:latin typeface="Montserrat"/>
                        </a:defRPr>
                      </a:pPr>
                      <a:r>
                        <a:t>Medicina Materno Fetal</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96.4%</a:t>
                      </a:r>
                    </a:p>
                  </a:txBody>
                  <a:tcPr marL="45720" marR="45720" anchor="ctr">
                    <a:solidFill>
                      <a:srgbClr val="D9D9D9"/>
                    </a:solidFill>
                  </a:tcPr>
                </a:tc>
                <a:extLst>
                  <a:ext uri="{0D108BD9-81ED-4DB2-BD59-A6C34878D82A}">
                    <a16:rowId xmlns:a16="http://schemas.microsoft.com/office/drawing/2014/main" val="10014"/>
                  </a:ext>
                </a:extLst>
              </a:tr>
              <a:tr h="297249">
                <a:tc>
                  <a:txBody>
                    <a:bodyPr/>
                    <a:lstStyle/>
                    <a:p>
                      <a:pPr algn="l">
                        <a:defRPr sz="1100" b="0">
                          <a:solidFill>
                            <a:srgbClr val="000000"/>
                          </a:solidFill>
                          <a:latin typeface="Montserrat"/>
                        </a:defRPr>
                      </a:pPr>
                      <a:r>
                        <a:t>Oftalmología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98.2%</a:t>
                      </a:r>
                    </a:p>
                  </a:txBody>
                  <a:tcPr marL="45720" marR="45720" anchor="ctr">
                    <a:solidFill>
                      <a:srgbClr val="FFFFFF"/>
                    </a:solidFill>
                  </a:tcPr>
                </a:tc>
                <a:extLst>
                  <a:ext uri="{0D108BD9-81ED-4DB2-BD59-A6C34878D82A}">
                    <a16:rowId xmlns:a16="http://schemas.microsoft.com/office/drawing/2014/main" val="10015"/>
                  </a:ext>
                </a:extLst>
              </a:tr>
              <a:tr h="297249">
                <a:tc>
                  <a:txBody>
                    <a:bodyPr/>
                    <a:lstStyle/>
                    <a:p>
                      <a:pPr algn="l">
                        <a:defRPr sz="1100" b="0">
                          <a:solidFill>
                            <a:srgbClr val="000000"/>
                          </a:solidFill>
                          <a:latin typeface="Montserrat"/>
                        </a:defRPr>
                      </a:pPr>
                      <a:r>
                        <a:t>Urología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100.0%</a:t>
                      </a:r>
                    </a:p>
                  </a:txBody>
                  <a:tcPr marL="45720" marR="45720" anchor="ctr">
                    <a:solidFill>
                      <a:srgbClr val="D9D9D9"/>
                    </a:solidFill>
                  </a:tcPr>
                </a:tc>
                <a:extLst>
                  <a:ext uri="{0D108BD9-81ED-4DB2-BD59-A6C34878D82A}">
                    <a16:rowId xmlns:a16="http://schemas.microsoft.com/office/drawing/2014/main" val="10016"/>
                  </a:ext>
                </a:extLst>
              </a:tr>
              <a:tr h="297249">
                <a:tc>
                  <a:txBody>
                    <a:bodyPr/>
                    <a:lstStyle/>
                    <a:p>
                      <a:pPr algn="ctr">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57</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65AAF74A-D151-811B-0A9C-2ACDA58925C1}"/>
              </a:ext>
            </a:extLst>
          </p:cNvPr>
          <p:cNvGraphicFramePr/>
          <p:nvPr>
            <p:extLst>
              <p:ext uri="{D42A27DB-BD31-4B8C-83A1-F6EECF244321}">
                <p14:modId xmlns:p14="http://schemas.microsoft.com/office/powerpoint/2010/main" val="2264528360"/>
              </p:ext>
            </p:extLst>
          </p:nvPr>
        </p:nvGraphicFramePr>
        <p:xfrm>
          <a:off x="287050" y="645973"/>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 por especialidad y por cirugía prioritaria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4" name="TextBox 3"/>
          <p:cNvSpPr txBox="1"/>
          <p:nvPr/>
        </p:nvSpPr>
        <p:spPr>
          <a:xfrm>
            <a:off x="4029725" y="4192720"/>
            <a:ext cx="2675288"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Corte de </a:t>
            </a:r>
            <a:r>
              <a:rPr err="1">
                <a:solidFill>
                  <a:schemeClr val="tx1"/>
                </a:solidFill>
              </a:rPr>
              <a:t>información</a:t>
            </a:r>
            <a:r>
              <a:rPr>
                <a:solidFill>
                  <a:schemeClr val="tx1"/>
                </a:solidFill>
              </a:rPr>
              <a:t>: </a:t>
            </a:r>
            <a:r>
              <a:rPr err="1">
                <a:solidFill>
                  <a:schemeClr val="tx1"/>
                </a:solidFill>
              </a:rPr>
              <a:t>semana</a:t>
            </a:r>
            <a:r>
              <a:rPr>
                <a:solidFill>
                  <a:schemeClr val="tx1"/>
                </a:solidFill>
              </a:rPr>
              <a:t> 24, 7 </a:t>
            </a:r>
            <a:r>
              <a:rPr err="1">
                <a:solidFill>
                  <a:schemeClr val="tx1"/>
                </a:solidFill>
              </a:rPr>
              <a:t>junio</a:t>
            </a:r>
            <a:r>
              <a:rPr>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289345616"/>
              </p:ext>
            </p:extLst>
          </p:nvPr>
        </p:nvGraphicFramePr>
        <p:xfrm>
          <a:off x="233874" y="1366229"/>
          <a:ext cx="3639599" cy="35814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824</a:t>
                      </a:r>
                    </a:p>
                  </a:txBody>
                  <a:tcPr anchor="ctr">
                    <a:solidFill>
                      <a:srgbClr val="FFFFFF"/>
                    </a:solidFill>
                  </a:tcPr>
                </a:tc>
                <a:tc>
                  <a:txBody>
                    <a:bodyPr/>
                    <a:lstStyle/>
                    <a:p>
                      <a:pPr algn="ctr">
                        <a:defRPr sz="1000">
                          <a:latin typeface="Montserrat"/>
                        </a:defRPr>
                      </a:pPr>
                      <a:r>
                        <a:t>34.0%</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657</a:t>
                      </a:r>
                    </a:p>
                  </a:txBody>
                  <a:tcPr anchor="ctr">
                    <a:solidFill>
                      <a:srgbClr val="D9D9D9"/>
                    </a:solidFill>
                  </a:tcPr>
                </a:tc>
                <a:tc>
                  <a:txBody>
                    <a:bodyPr/>
                    <a:lstStyle/>
                    <a:p>
                      <a:pPr algn="ctr">
                        <a:defRPr sz="1000">
                          <a:latin typeface="Montserrat"/>
                        </a:defRPr>
                      </a:pPr>
                      <a:r>
                        <a:t>61.1%</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294</a:t>
                      </a:r>
                    </a:p>
                  </a:txBody>
                  <a:tcPr anchor="ctr">
                    <a:solidFill>
                      <a:srgbClr val="FFFFFF"/>
                    </a:solidFill>
                  </a:tcPr>
                </a:tc>
                <a:tc>
                  <a:txBody>
                    <a:bodyPr/>
                    <a:lstStyle/>
                    <a:p>
                      <a:pPr algn="ctr">
                        <a:defRPr sz="1000">
                          <a:latin typeface="Montserrat"/>
                        </a:defRPr>
                      </a:pPr>
                      <a:r>
                        <a:t>73.2%</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191</a:t>
                      </a:r>
                    </a:p>
                  </a:txBody>
                  <a:tcPr anchor="ctr">
                    <a:solidFill>
                      <a:srgbClr val="D9D9D9"/>
                    </a:solidFill>
                  </a:tcPr>
                </a:tc>
                <a:tc>
                  <a:txBody>
                    <a:bodyPr/>
                    <a:lstStyle/>
                    <a:p>
                      <a:pPr algn="ctr">
                        <a:defRPr sz="1000">
                          <a:latin typeface="Montserrat"/>
                        </a:defRPr>
                      </a:pPr>
                      <a:r>
                        <a:t>81.1%</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181</a:t>
                      </a:r>
                    </a:p>
                  </a:txBody>
                  <a:tcPr anchor="ctr">
                    <a:solidFill>
                      <a:srgbClr val="FFFFFF"/>
                    </a:solidFill>
                  </a:tcPr>
                </a:tc>
                <a:tc>
                  <a:txBody>
                    <a:bodyPr/>
                    <a:lstStyle/>
                    <a:p>
                      <a:pPr algn="ctr">
                        <a:defRPr sz="1000">
                          <a:latin typeface="Montserrat"/>
                        </a:defRPr>
                      </a:pPr>
                      <a:r>
                        <a:t>88.5%</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111</a:t>
                      </a:r>
                    </a:p>
                  </a:txBody>
                  <a:tcPr anchor="ctr">
                    <a:solidFill>
                      <a:srgbClr val="D9D9D9"/>
                    </a:solidFill>
                  </a:tcPr>
                </a:tc>
                <a:tc>
                  <a:txBody>
                    <a:bodyPr/>
                    <a:lstStyle/>
                    <a:p>
                      <a:pPr algn="ctr">
                        <a:defRPr sz="1000">
                          <a:latin typeface="Montserrat"/>
                        </a:defRPr>
                      </a:pPr>
                      <a:r>
                        <a:t>93.1%</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69</a:t>
                      </a:r>
                    </a:p>
                  </a:txBody>
                  <a:tcPr anchor="ctr">
                    <a:solidFill>
                      <a:srgbClr val="FFFFFF"/>
                    </a:solidFill>
                  </a:tcPr>
                </a:tc>
                <a:tc>
                  <a:txBody>
                    <a:bodyPr/>
                    <a:lstStyle/>
                    <a:p>
                      <a:pPr algn="ctr">
                        <a:defRPr sz="1000">
                          <a:latin typeface="Montserrat"/>
                        </a:defRPr>
                      </a:pPr>
                      <a:r>
                        <a:t>96.0%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98.4%</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Angiología y Cirugía Vascular</a:t>
                      </a:r>
                    </a:p>
                  </a:txBody>
                  <a:tcPr anchor="ctr">
                    <a:solidFill>
                      <a:srgbClr val="FFFFFF"/>
                    </a:solidFill>
                  </a:tcPr>
                </a:tc>
                <a:tc>
                  <a:txBody>
                    <a:bodyPr/>
                    <a:lstStyle/>
                    <a:p>
                      <a:pPr algn="ctr">
                        <a:defRPr sz="1000">
                          <a:latin typeface="Montserrat"/>
                        </a:defRPr>
                      </a:pPr>
                      <a:r>
                        <a:t>21</a:t>
                      </a:r>
                    </a:p>
                  </a:txBody>
                  <a:tcPr anchor="ctr">
                    <a:solidFill>
                      <a:srgbClr val="FFFFFF"/>
                    </a:solidFill>
                  </a:tcPr>
                </a:tc>
                <a:tc>
                  <a:txBody>
                    <a:bodyPr/>
                    <a:lstStyle/>
                    <a:p>
                      <a:pPr algn="ctr">
                        <a:defRPr sz="1000">
                          <a:latin typeface="Montserrat"/>
                        </a:defRPr>
                      </a:pPr>
                      <a:r>
                        <a:t>99.3%</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18</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ctr">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rPr dirty="0"/>
                        <a:t>2,425</a:t>
                      </a:r>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51949239"/>
              </p:ext>
            </p:extLst>
          </p:nvPr>
        </p:nvGraphicFramePr>
        <p:xfrm>
          <a:off x="3992400" y="1352075"/>
          <a:ext cx="3639599" cy="2719331"/>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616211">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176</a:t>
                      </a:r>
                    </a:p>
                  </a:txBody>
                  <a:tcPr anchor="ctr">
                    <a:solidFill>
                      <a:srgbClr val="FFFFFF"/>
                    </a:solidFill>
                  </a:tcPr>
                </a:tc>
                <a:tc>
                  <a:txBody>
                    <a:bodyPr/>
                    <a:lstStyle/>
                    <a:p>
                      <a:pPr algn="ctr">
                        <a:defRPr sz="1000">
                          <a:latin typeface="Montserrat"/>
                        </a:defRPr>
                      </a:pPr>
                      <a:r>
                        <a:t>28.7%</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133</a:t>
                      </a:r>
                    </a:p>
                  </a:txBody>
                  <a:tcPr anchor="ctr">
                    <a:solidFill>
                      <a:srgbClr val="D9D9D9"/>
                    </a:solidFill>
                  </a:tcPr>
                </a:tc>
                <a:tc>
                  <a:txBody>
                    <a:bodyPr/>
                    <a:lstStyle/>
                    <a:p>
                      <a:pPr algn="ctr">
                        <a:defRPr sz="1000">
                          <a:latin typeface="Montserrat"/>
                        </a:defRPr>
                      </a:pPr>
                      <a:r>
                        <a:t>50.4%</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103</a:t>
                      </a:r>
                    </a:p>
                  </a:txBody>
                  <a:tcPr anchor="ctr">
                    <a:solidFill>
                      <a:srgbClr val="FFFFFF"/>
                    </a:solidFill>
                  </a:tcPr>
                </a:tc>
                <a:tc>
                  <a:txBody>
                    <a:bodyPr/>
                    <a:lstStyle/>
                    <a:p>
                      <a:pPr algn="ctr">
                        <a:defRPr sz="1000">
                          <a:latin typeface="Montserrat"/>
                        </a:defRPr>
                      </a:pPr>
                      <a:r>
                        <a:t>67.2%</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80.8%</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89.1%</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43</a:t>
                      </a:r>
                    </a:p>
                  </a:txBody>
                  <a:tcPr anchor="ctr">
                    <a:solidFill>
                      <a:srgbClr val="D9D9D9"/>
                    </a:solidFill>
                  </a:tcPr>
                </a:tc>
                <a:tc>
                  <a:txBody>
                    <a:bodyPr/>
                    <a:lstStyle/>
                    <a:p>
                      <a:pPr algn="ctr">
                        <a:defRPr sz="1000">
                          <a:latin typeface="Montserrat"/>
                        </a:defRPr>
                      </a:pPr>
                      <a:r>
                        <a:t>96.1%</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24</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216000">
                <a:tc>
                  <a:txBody>
                    <a:bodyPr/>
                    <a:lstStyle/>
                    <a:p>
                      <a:pPr algn="ctr">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613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8" name="TextBox 231">
            <a:extLst>
              <a:ext uri="{FF2B5EF4-FFF2-40B4-BE49-F238E27FC236}">
                <a16:creationId xmlns:a16="http://schemas.microsoft.com/office/drawing/2014/main" id="{1CAAE09C-20F6-D56C-03EA-614BBF4D8687}"/>
              </a:ext>
            </a:extLst>
          </p:cNvPr>
          <p:cNvSpPr txBox="1"/>
          <p:nvPr/>
        </p:nvSpPr>
        <p:spPr>
          <a:xfrm>
            <a:off x="642541" y="6490939"/>
            <a:ext cx="5324400" cy="123111"/>
          </a:xfrm>
          <a:prstGeom prst="rect">
            <a:avLst/>
          </a:prstGeom>
          <a:noFill/>
        </p:spPr>
        <p:txBody>
          <a:bodyPr wrap="square" lIns="0" tIns="0" rIns="0" bIns="0">
            <a:spAutoFit/>
          </a:bodyPr>
          <a:lstStyle/>
          <a:p>
            <a:pPr algn="l">
              <a:defRPr sz="800">
                <a:solidFill>
                  <a:srgbClr val="000000"/>
                </a:solidFill>
                <a:latin typeface="Montserrat"/>
              </a:defRPr>
            </a:pPr>
            <a:r>
              <a:t>Corte de </a:t>
            </a:r>
            <a:r>
              <a:rPr err="1"/>
              <a:t>información</a:t>
            </a:r>
            <a:r>
              <a:t>: </a:t>
            </a:r>
            <a:r>
              <a:rPr lang="es-MX"/>
              <a:t>18</a:t>
            </a:r>
            <a:r>
              <a:t> </a:t>
            </a:r>
            <a:r>
              <a:rPr lang="es-MX"/>
              <a:t>de junio de</a:t>
            </a:r>
            <a:r>
              <a:t> 2026</a:t>
            </a:r>
          </a:p>
        </p:txBody>
      </p:sp>
      <p:graphicFrame>
        <p:nvGraphicFramePr>
          <p:cNvPr id="10" name="Google Shape;230;g370e87ffe7a_2_137">
            <a:extLst>
              <a:ext uri="{FF2B5EF4-FFF2-40B4-BE49-F238E27FC236}">
                <a16:creationId xmlns:a16="http://schemas.microsoft.com/office/drawing/2014/main" id="{8C40227E-DECE-5262-139B-5C6E24CDEB3A}"/>
              </a:ext>
            </a:extLst>
          </p:cNvPr>
          <p:cNvGraphicFramePr/>
          <p:nvPr>
            <p:extLst>
              <p:ext uri="{D42A27DB-BD31-4B8C-83A1-F6EECF244321}">
                <p14:modId xmlns:p14="http://schemas.microsoft.com/office/powerpoint/2010/main" val="4044176592"/>
              </p:ext>
            </p:extLst>
          </p:nvPr>
        </p:nvGraphicFramePr>
        <p:xfrm>
          <a:off x="200058" y="539434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Vive saludable, Vive feliz</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2" name="Table 232">
            <a:extLst>
              <a:ext uri="{FF2B5EF4-FFF2-40B4-BE49-F238E27FC236}">
                <a16:creationId xmlns:a16="http://schemas.microsoft.com/office/drawing/2014/main" id="{6920ED55-BAA2-041A-28D6-CF4AECE1DE9D}"/>
              </a:ext>
            </a:extLst>
          </p:cNvPr>
          <p:cNvGraphicFramePr>
            <a:graphicFrameLocks noGrp="1"/>
          </p:cNvGraphicFramePr>
          <p:nvPr>
            <p:extLst>
              <p:ext uri="{D42A27DB-BD31-4B8C-83A1-F6EECF244321}">
                <p14:modId xmlns:p14="http://schemas.microsoft.com/office/powerpoint/2010/main" val="3947920099"/>
              </p:ext>
            </p:extLst>
          </p:nvPr>
        </p:nvGraphicFramePr>
        <p:xfrm>
          <a:off x="659906" y="5809336"/>
          <a:ext cx="6352206"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gridCol w="1323169">
                  <a:extLst>
                    <a:ext uri="{9D8B030D-6E8A-4147-A177-3AD203B41FA5}">
                      <a16:colId xmlns:a16="http://schemas.microsoft.com/office/drawing/2014/main" val="20002"/>
                    </a:ext>
                  </a:extLst>
                </a:gridCol>
                <a:gridCol w="1323169">
                  <a:extLst>
                    <a:ext uri="{9D8B030D-6E8A-4147-A177-3AD203B41FA5}">
                      <a16:colId xmlns:a16="http://schemas.microsoft.com/office/drawing/2014/main" val="1781743087"/>
                    </a:ext>
                  </a:extLst>
                </a:gridCol>
              </a:tblGrid>
              <a:tr h="216000">
                <a:tc>
                  <a:txBody>
                    <a:bodyPr/>
                    <a:lstStyle/>
                    <a:p>
                      <a:pPr algn="ctr">
                        <a:defRPr sz="1100" b="1">
                          <a:solidFill>
                            <a:srgbClr val="FFFFFF"/>
                          </a:solidFill>
                          <a:latin typeface="Montserrat"/>
                        </a:defRPr>
                      </a:pPr>
                      <a:r>
                        <a:rPr lang="es-MX"/>
                        <a:t>Total de Escuelas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Escuelas visitadas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Población </a:t>
                      </a:r>
                      <a:endParaRPr/>
                    </a:p>
                  </a:txBody>
                  <a:tcPr marL="14400" marR="14400" anchor="ctr">
                    <a:solidFill>
                      <a:srgbClr val="006455"/>
                    </a:solidFill>
                  </a:tcPr>
                </a:tc>
                <a:tc>
                  <a:txBody>
                    <a:bodyPr/>
                    <a:lstStyle/>
                    <a:p>
                      <a:pPr algn="ctr">
                        <a:defRPr sz="1100" b="1">
                          <a:solidFill>
                            <a:srgbClr val="FFFFFF"/>
                          </a:solidFill>
                          <a:latin typeface="Montserrat"/>
                        </a:defRPr>
                      </a:pPr>
                      <a:r>
                        <a:rPr lang="es-MX"/>
                        <a:t>Menores tamizados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670</a:t>
                      </a:r>
                    </a:p>
                  </a:txBody>
                  <a:tcPr anchor="ctr">
                    <a:solidFill>
                      <a:srgbClr val="D3E9E7"/>
                    </a:solidFill>
                  </a:tcPr>
                </a:tc>
                <a:tc>
                  <a:txBody>
                    <a:bodyPr/>
                    <a:lstStyle/>
                    <a:p>
                      <a:pPr algn="ctr">
                        <a:defRPr sz="1000" b="1">
                          <a:solidFill>
                            <a:srgbClr val="006455"/>
                          </a:solidFill>
                          <a:latin typeface="Montserrat"/>
                        </a:defRPr>
                      </a:pPr>
                      <a:r>
                        <a:rPr lang="es-MX"/>
                        <a:t>649</a:t>
                      </a:r>
                    </a:p>
                  </a:txBody>
                  <a:tcPr anchor="ctr">
                    <a:solidFill>
                      <a:srgbClr val="D3E9E7"/>
                    </a:solidFill>
                  </a:tcPr>
                </a:tc>
                <a:tc>
                  <a:txBody>
                    <a:bodyPr/>
                    <a:lstStyle/>
                    <a:p>
                      <a:pPr algn="ctr">
                        <a:defRPr sz="1000" b="1">
                          <a:solidFill>
                            <a:srgbClr val="006455"/>
                          </a:solidFill>
                          <a:latin typeface="Montserrat"/>
                        </a:defRPr>
                      </a:pPr>
                      <a:r>
                        <a:rPr lang="es-MX"/>
                        <a:t>153,015</a:t>
                      </a:r>
                    </a:p>
                  </a:txBody>
                  <a:tcPr anchor="ctr">
                    <a:solidFill>
                      <a:srgbClr val="D3E9E7"/>
                    </a:solidFill>
                  </a:tcPr>
                </a:tc>
                <a:tc>
                  <a:txBody>
                    <a:bodyPr/>
                    <a:lstStyle/>
                    <a:p>
                      <a:pPr algn="ctr">
                        <a:defRPr sz="1000" b="1">
                          <a:solidFill>
                            <a:srgbClr val="006455"/>
                          </a:solidFill>
                          <a:latin typeface="Montserrat"/>
                        </a:defRPr>
                      </a:pPr>
                      <a:r>
                        <a:rPr lang="es-MX"/>
                        <a:t>89,593</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14" name="Table 232">
            <a:extLst>
              <a:ext uri="{FF2B5EF4-FFF2-40B4-BE49-F238E27FC236}">
                <a16:creationId xmlns:a16="http://schemas.microsoft.com/office/drawing/2014/main" id="{028AD6D1-493C-BEC8-484F-2E8A6B4CCC9A}"/>
              </a:ext>
            </a:extLst>
          </p:cNvPr>
          <p:cNvGraphicFramePr>
            <a:graphicFrameLocks noGrp="1"/>
          </p:cNvGraphicFramePr>
          <p:nvPr>
            <p:extLst>
              <p:ext uri="{D42A27DB-BD31-4B8C-83A1-F6EECF244321}">
                <p14:modId xmlns:p14="http://schemas.microsoft.com/office/powerpoint/2010/main" val="3295664117"/>
              </p:ext>
            </p:extLst>
          </p:nvPr>
        </p:nvGraphicFramePr>
        <p:xfrm>
          <a:off x="1735038" y="6794521"/>
          <a:ext cx="3705868"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a:defRPr>
                      </a:pPr>
                      <a:r>
                        <a:rPr lang="es-MX"/>
                        <a:t>Brigadas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Personal de enfermería IMSS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9</a:t>
                      </a:r>
                    </a:p>
                  </a:txBody>
                  <a:tcPr anchor="ctr">
                    <a:solidFill>
                      <a:srgbClr val="D3E9E7"/>
                    </a:solidFill>
                  </a:tcPr>
                </a:tc>
                <a:tc>
                  <a:txBody>
                    <a:bodyPr/>
                    <a:lstStyle/>
                    <a:p>
                      <a:pPr algn="ctr">
                        <a:defRPr sz="1000" b="1">
                          <a:solidFill>
                            <a:srgbClr val="006455"/>
                          </a:solidFill>
                          <a:latin typeface="Montserrat"/>
                        </a:defRPr>
                      </a:pPr>
                      <a:r>
                        <a:rPr lang="es-MX"/>
                        <a:t>45</a:t>
                      </a:r>
                    </a:p>
                  </a:txBody>
                  <a:tcPr anchor="ctr">
                    <a:solidFill>
                      <a:srgbClr val="D3E9E7"/>
                    </a:solidFill>
                  </a:tcPr>
                </a:tc>
                <a:extLst>
                  <a:ext uri="{0D108BD9-81ED-4DB2-BD59-A6C34878D82A}">
                    <a16:rowId xmlns:a16="http://schemas.microsoft.com/office/drawing/2014/main" val="10011"/>
                  </a:ext>
                </a:extLst>
              </a:tr>
            </a:tbl>
          </a:graphicData>
        </a:graphic>
      </p:graphicFrame>
      <p:sp>
        <p:nvSpPr>
          <p:cNvPr id="16" name="TextBox 231">
            <a:extLst>
              <a:ext uri="{FF2B5EF4-FFF2-40B4-BE49-F238E27FC236}">
                <a16:creationId xmlns:a16="http://schemas.microsoft.com/office/drawing/2014/main" id="{B34BDEF7-69D4-1182-E531-988E9FBBF37C}"/>
              </a:ext>
            </a:extLst>
          </p:cNvPr>
          <p:cNvSpPr txBox="1"/>
          <p:nvPr/>
        </p:nvSpPr>
        <p:spPr>
          <a:xfrm>
            <a:off x="1735038" y="7497054"/>
            <a:ext cx="5324400" cy="123111"/>
          </a:xfrm>
          <a:prstGeom prst="rect">
            <a:avLst/>
          </a:prstGeom>
          <a:noFill/>
        </p:spPr>
        <p:txBody>
          <a:bodyPr wrap="square" lIns="0" tIns="0" rIns="0" bIns="0">
            <a:spAutoFit/>
          </a:bodyPr>
          <a:lstStyle/>
          <a:p>
            <a:pPr algn="l">
              <a:defRPr sz="800">
                <a:solidFill>
                  <a:srgbClr val="000000"/>
                </a:solidFill>
                <a:latin typeface="Montserrat"/>
              </a:defRPr>
            </a:pPr>
            <a:r>
              <a:rPr lang="es-MX"/>
              <a:t>En cada brigada participan 5 personas del IMSS.</a:t>
            </a:r>
            <a:endParaRPr/>
          </a:p>
        </p:txBody>
      </p:sp>
      <p:sp>
        <p:nvSpPr>
          <p:cNvPr id="18" name="CuadroTexto 17">
            <a:extLst>
              <a:ext uri="{FF2B5EF4-FFF2-40B4-BE49-F238E27FC236}">
                <a16:creationId xmlns:a16="http://schemas.microsoft.com/office/drawing/2014/main" id="{05D4E997-54E6-E4DE-C66D-C5FBE2A1CF00}"/>
              </a:ext>
            </a:extLst>
          </p:cNvPr>
          <p:cNvSpPr txBox="1"/>
          <p:nvPr/>
        </p:nvSpPr>
        <p:spPr>
          <a:xfrm>
            <a:off x="197428" y="8354629"/>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4,107</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20" name="CuadroTexto 19">
            <a:extLst>
              <a:ext uri="{FF2B5EF4-FFF2-40B4-BE49-F238E27FC236}">
                <a16:creationId xmlns:a16="http://schemas.microsoft.com/office/drawing/2014/main" id="{33233470-EB59-EEF9-3BA5-57E7A6A4B769}"/>
              </a:ext>
            </a:extLst>
          </p:cNvPr>
          <p:cNvSpPr txBox="1"/>
          <p:nvPr/>
        </p:nvSpPr>
        <p:spPr>
          <a:xfrm>
            <a:off x="2924003" y="8354629"/>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4,458</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22" name="CuadroTexto 21">
            <a:extLst>
              <a:ext uri="{FF2B5EF4-FFF2-40B4-BE49-F238E27FC236}">
                <a16:creationId xmlns:a16="http://schemas.microsoft.com/office/drawing/2014/main" id="{3C218B9B-752F-8219-B353-24C485F12CBF}"/>
              </a:ext>
            </a:extLst>
          </p:cNvPr>
          <p:cNvSpPr txBox="1"/>
          <p:nvPr/>
        </p:nvSpPr>
        <p:spPr>
          <a:xfrm>
            <a:off x="5218315" y="8354629"/>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1,510</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24" name="Imagen 23" descr="Icono&#10;&#10;El contenido generado por IA puede ser incorrecto.">
            <a:extLst>
              <a:ext uri="{FF2B5EF4-FFF2-40B4-BE49-F238E27FC236}">
                <a16:creationId xmlns:a16="http://schemas.microsoft.com/office/drawing/2014/main" id="{8A506224-1FB2-14EC-0FF5-37E888F6E5B4}"/>
              </a:ext>
            </a:extLst>
          </p:cNvPr>
          <p:cNvPicPr>
            <a:picLocks noChangeAspect="1"/>
          </p:cNvPicPr>
          <p:nvPr/>
        </p:nvPicPr>
        <p:blipFill>
          <a:blip r:embed="rId4"/>
          <a:stretch>
            <a:fillRect/>
          </a:stretch>
        </p:blipFill>
        <p:spPr>
          <a:xfrm>
            <a:off x="3462944" y="7710570"/>
            <a:ext cx="730135" cy="669175"/>
          </a:xfrm>
          <a:prstGeom prst="rect">
            <a:avLst/>
          </a:prstGeom>
        </p:spPr>
      </p:pic>
      <p:pic>
        <p:nvPicPr>
          <p:cNvPr id="26" name="Imagen 25" descr="Icono&#10;&#10;El contenido generado por IA puede ser incorrecto.">
            <a:extLst>
              <a:ext uri="{FF2B5EF4-FFF2-40B4-BE49-F238E27FC236}">
                <a16:creationId xmlns:a16="http://schemas.microsoft.com/office/drawing/2014/main" id="{0D313CFF-BC94-1439-7531-3D1854135886}"/>
              </a:ext>
            </a:extLst>
          </p:cNvPr>
          <p:cNvPicPr>
            <a:picLocks noChangeAspect="1"/>
          </p:cNvPicPr>
          <p:nvPr/>
        </p:nvPicPr>
        <p:blipFill>
          <a:blip r:embed="rId5"/>
          <a:stretch>
            <a:fillRect/>
          </a:stretch>
        </p:blipFill>
        <p:spPr>
          <a:xfrm>
            <a:off x="5655945" y="7888597"/>
            <a:ext cx="924445" cy="491944"/>
          </a:xfrm>
          <a:prstGeom prst="rect">
            <a:avLst/>
          </a:prstGeom>
        </p:spPr>
      </p:pic>
      <p:pic>
        <p:nvPicPr>
          <p:cNvPr id="28" name="Imagen 27" descr="Icono&#10;&#10;El contenido generado por IA puede ser incorrecto.">
            <a:extLst>
              <a:ext uri="{FF2B5EF4-FFF2-40B4-BE49-F238E27FC236}">
                <a16:creationId xmlns:a16="http://schemas.microsoft.com/office/drawing/2014/main" id="{0A6A93C3-F723-BAF4-662F-04E45528D1FD}"/>
              </a:ext>
            </a:extLst>
          </p:cNvPr>
          <p:cNvPicPr>
            <a:picLocks noChangeAspect="1"/>
          </p:cNvPicPr>
          <p:nvPr/>
        </p:nvPicPr>
        <p:blipFill>
          <a:blip r:embed="rId6"/>
          <a:stretch>
            <a:fillRect/>
          </a:stretch>
        </p:blipFill>
        <p:spPr>
          <a:xfrm>
            <a:off x="816379" y="7692559"/>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extLst>
              <p:ext uri="{D42A27DB-BD31-4B8C-83A1-F6EECF244321}">
                <p14:modId xmlns:p14="http://schemas.microsoft.com/office/powerpoint/2010/main" val="542616058"/>
              </p:ext>
            </p:extLst>
          </p:nvPr>
        </p:nvGraphicFramePr>
        <p:xfrm>
          <a:off x="287700" y="7585449"/>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287215"/>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297441"/>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142165"/>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393366"/>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362341"/>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430141"/>
            <a:ext cx="1165250" cy="1022551"/>
          </a:xfrm>
          <a:prstGeom prst="rect">
            <a:avLst/>
          </a:prstGeom>
          <a:noFill/>
          <a:ln>
            <a:noFill/>
          </a:ln>
        </p:spPr>
      </p:pic>
      <p:graphicFrame>
        <p:nvGraphicFramePr>
          <p:cNvPr id="295" name="Google Shape;295;p8"/>
          <p:cNvGraphicFramePr/>
          <p:nvPr>
            <p:extLst>
              <p:ext uri="{D42A27DB-BD31-4B8C-83A1-F6EECF244321}">
                <p14:modId xmlns:p14="http://schemas.microsoft.com/office/powerpoint/2010/main" val="3041313294"/>
              </p:ext>
            </p:extLst>
          </p:nvPr>
        </p:nvGraphicFramePr>
        <p:xfrm>
          <a:off x="287700" y="4878934"/>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TLAXCALA</a:t>
            </a:r>
          </a:p>
        </p:txBody>
      </p:sp>
      <p:sp>
        <p:nvSpPr>
          <p:cNvPr id="297" name="TextBox 296"/>
          <p:cNvSpPr txBox="1"/>
          <p:nvPr/>
        </p:nvSpPr>
        <p:spPr>
          <a:xfrm>
            <a:off x="137160" y="582894"/>
            <a:ext cx="7470648" cy="384048"/>
          </a:xfrm>
          <a:prstGeom prst="rect">
            <a:avLst/>
          </a:prstGeom>
          <a:noFill/>
        </p:spPr>
        <p:txBody>
          <a:bodyPr wrap="none">
            <a:spAutoFit/>
          </a:bodyPr>
          <a:lstStyle/>
          <a:p>
            <a:pPr algn="l">
              <a:defRPr sz="2100" b="1">
                <a:solidFill>
                  <a:srgbClr val="B4975A"/>
                </a:solidFill>
                <a:latin typeface="Montserrat"/>
              </a:defRPr>
            </a:pPr>
            <a:r>
              <a:t>Personal Total: 4,679	 Personal de Salud: 2,380</a:t>
            </a:r>
          </a:p>
        </p:txBody>
      </p:sp>
      <p:cxnSp>
        <p:nvCxnSpPr>
          <p:cNvPr id="298" name="Connector 297"/>
          <p:cNvCxnSpPr/>
          <p:nvPr/>
        </p:nvCxnSpPr>
        <p:spPr>
          <a:xfrm>
            <a:off x="137160" y="966942"/>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25040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25040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+119.0%</a:t>
            </a:r>
          </a:p>
        </p:txBody>
      </p:sp>
      <p:graphicFrame>
        <p:nvGraphicFramePr>
          <p:cNvPr id="301" name="Table 300"/>
          <p:cNvGraphicFramePr>
            <a:graphicFrameLocks noGrp="1"/>
          </p:cNvGraphicFramePr>
          <p:nvPr>
            <p:extLst>
              <p:ext uri="{D42A27DB-BD31-4B8C-83A1-F6EECF244321}">
                <p14:modId xmlns:p14="http://schemas.microsoft.com/office/powerpoint/2010/main" val="3904809041"/>
              </p:ext>
            </p:extLst>
          </p:nvPr>
        </p:nvGraphicFramePr>
        <p:xfrm>
          <a:off x="1517904" y="177618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21</a:t>
                      </a:r>
                    </a:p>
                  </a:txBody>
                  <a:tcPr marL="0" marR="0" marT="0" marB="0">
                    <a:noFill/>
                  </a:tcPr>
                </a:tc>
                <a:tc>
                  <a:txBody>
                    <a:bodyPr/>
                    <a:lstStyle/>
                    <a:p>
                      <a:pPr algn="ctr">
                        <a:defRPr sz="1500" b="1">
                          <a:solidFill>
                            <a:srgbClr val="B4975A"/>
                          </a:solidFill>
                          <a:latin typeface="Montserrat"/>
                        </a:defRPr>
                      </a:pPr>
                      <a:r>
                        <a:t>46</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250406"/>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25040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+35.5%</a:t>
            </a:r>
          </a:p>
        </p:txBody>
      </p:sp>
      <p:graphicFrame>
        <p:nvGraphicFramePr>
          <p:cNvPr id="304" name="Table 303"/>
          <p:cNvGraphicFramePr>
            <a:graphicFrameLocks noGrp="1"/>
          </p:cNvGraphicFramePr>
          <p:nvPr>
            <p:extLst>
              <p:ext uri="{D42A27DB-BD31-4B8C-83A1-F6EECF244321}">
                <p14:modId xmlns:p14="http://schemas.microsoft.com/office/powerpoint/2010/main" val="64272876"/>
              </p:ext>
            </p:extLst>
          </p:nvPr>
        </p:nvGraphicFramePr>
        <p:xfrm>
          <a:off x="5495544" y="1776186"/>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434</a:t>
                      </a:r>
                    </a:p>
                  </a:txBody>
                  <a:tcPr marL="0" marR="0" marT="0" marB="0">
                    <a:noFill/>
                  </a:tcPr>
                </a:tc>
                <a:tc>
                  <a:txBody>
                    <a:bodyPr/>
                    <a:lstStyle/>
                    <a:p>
                      <a:pPr algn="ctr">
                        <a:defRPr sz="1500" b="1">
                          <a:solidFill>
                            <a:srgbClr val="B4975A"/>
                          </a:solidFill>
                          <a:latin typeface="Montserrat"/>
                        </a:defRPr>
                      </a:pPr>
                      <a:r>
                        <a:t>588</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393406"/>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39340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+14.5%</a:t>
            </a:r>
          </a:p>
        </p:txBody>
      </p:sp>
      <p:graphicFrame>
        <p:nvGraphicFramePr>
          <p:cNvPr id="307" name="Table 306"/>
          <p:cNvGraphicFramePr>
            <a:graphicFrameLocks noGrp="1"/>
          </p:cNvGraphicFramePr>
          <p:nvPr>
            <p:extLst>
              <p:ext uri="{D42A27DB-BD31-4B8C-83A1-F6EECF244321}">
                <p14:modId xmlns:p14="http://schemas.microsoft.com/office/powerpoint/2010/main" val="3667521585"/>
              </p:ext>
            </p:extLst>
          </p:nvPr>
        </p:nvGraphicFramePr>
        <p:xfrm>
          <a:off x="1517904" y="2919186"/>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710</a:t>
                      </a:r>
                    </a:p>
                  </a:txBody>
                  <a:tcPr marL="0" marR="0" marT="0" marB="0">
                    <a:noFill/>
                  </a:tcPr>
                </a:tc>
                <a:tc>
                  <a:txBody>
                    <a:bodyPr/>
                    <a:lstStyle/>
                    <a:p>
                      <a:pPr algn="ctr">
                        <a:defRPr sz="1500" b="1">
                          <a:solidFill>
                            <a:srgbClr val="B4975A"/>
                          </a:solidFill>
                          <a:latin typeface="Montserrat"/>
                        </a:defRPr>
                      </a:pPr>
                      <a:r>
                        <a:t>813</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393406"/>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39340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+16.3%</a:t>
            </a:r>
          </a:p>
        </p:txBody>
      </p:sp>
      <p:graphicFrame>
        <p:nvGraphicFramePr>
          <p:cNvPr id="310" name="Table 309"/>
          <p:cNvGraphicFramePr>
            <a:graphicFrameLocks noGrp="1"/>
          </p:cNvGraphicFramePr>
          <p:nvPr>
            <p:extLst>
              <p:ext uri="{D42A27DB-BD31-4B8C-83A1-F6EECF244321}">
                <p14:modId xmlns:p14="http://schemas.microsoft.com/office/powerpoint/2010/main" val="2705150794"/>
              </p:ext>
            </p:extLst>
          </p:nvPr>
        </p:nvGraphicFramePr>
        <p:xfrm>
          <a:off x="5495544" y="2919186"/>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559</a:t>
                      </a:r>
                    </a:p>
                  </a:txBody>
                  <a:tcPr marL="0" marR="0" marT="0" marB="0">
                    <a:noFill/>
                  </a:tcPr>
                </a:tc>
                <a:tc>
                  <a:txBody>
                    <a:bodyPr/>
                    <a:lstStyle/>
                    <a:p>
                      <a:pPr algn="ctr">
                        <a:defRPr sz="1500" b="1">
                          <a:solidFill>
                            <a:srgbClr val="B4975A"/>
                          </a:solidFill>
                          <a:latin typeface="Montserrat"/>
                        </a:defRPr>
                      </a:pPr>
                      <a:r>
                        <a:t>650</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554694"/>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554694"/>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+290.3%</a:t>
            </a:r>
          </a:p>
        </p:txBody>
      </p:sp>
      <p:graphicFrame>
        <p:nvGraphicFramePr>
          <p:cNvPr id="313" name="Table 312"/>
          <p:cNvGraphicFramePr>
            <a:graphicFrameLocks noGrp="1"/>
          </p:cNvGraphicFramePr>
          <p:nvPr>
            <p:extLst>
              <p:ext uri="{D42A27DB-BD31-4B8C-83A1-F6EECF244321}">
                <p14:modId xmlns:p14="http://schemas.microsoft.com/office/powerpoint/2010/main" val="1105723947"/>
              </p:ext>
            </p:extLst>
          </p:nvPr>
        </p:nvGraphicFramePr>
        <p:xfrm>
          <a:off x="1517904" y="4080474"/>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31</a:t>
                      </a:r>
                    </a:p>
                  </a:txBody>
                  <a:tcPr marL="0" marR="0" marT="0" marB="0">
                    <a:noFill/>
                  </a:tcPr>
                </a:tc>
                <a:tc>
                  <a:txBody>
                    <a:bodyPr/>
                    <a:lstStyle/>
                    <a:p>
                      <a:pPr algn="ctr">
                        <a:defRPr sz="1500" b="1">
                          <a:solidFill>
                            <a:srgbClr val="B4975A"/>
                          </a:solidFill>
                          <a:latin typeface="Montserrat"/>
                        </a:defRPr>
                      </a:pPr>
                      <a:r>
                        <a:t>121</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554694"/>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554694"/>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-20.6%</a:t>
            </a:r>
          </a:p>
        </p:txBody>
      </p:sp>
      <p:graphicFrame>
        <p:nvGraphicFramePr>
          <p:cNvPr id="316" name="Table 315"/>
          <p:cNvGraphicFramePr>
            <a:graphicFrameLocks noGrp="1"/>
          </p:cNvGraphicFramePr>
          <p:nvPr>
            <p:extLst>
              <p:ext uri="{D42A27DB-BD31-4B8C-83A1-F6EECF244321}">
                <p14:modId xmlns:p14="http://schemas.microsoft.com/office/powerpoint/2010/main" val="572524736"/>
              </p:ext>
            </p:extLst>
          </p:nvPr>
        </p:nvGraphicFramePr>
        <p:xfrm>
          <a:off x="5495544" y="4080474"/>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204</a:t>
                      </a:r>
                    </a:p>
                  </a:txBody>
                  <a:tcPr marL="0" marR="0" marT="0" marB="0">
                    <a:noFill/>
                  </a:tcPr>
                </a:tc>
                <a:tc>
                  <a:txBody>
                    <a:bodyPr/>
                    <a:lstStyle/>
                    <a:p>
                      <a:pPr algn="ctr">
                        <a:defRPr sz="1500" b="1">
                          <a:solidFill>
                            <a:srgbClr val="B4975A"/>
                          </a:solidFill>
                          <a:latin typeface="Montserrat"/>
                        </a:defRPr>
                      </a:pPr>
                      <a:r>
                        <a:t>162</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extLst>
              <p:ext uri="{D42A27DB-BD31-4B8C-83A1-F6EECF244321}">
                <p14:modId xmlns:p14="http://schemas.microsoft.com/office/powerpoint/2010/main" val="3514675045"/>
              </p:ext>
            </p:extLst>
          </p:nvPr>
        </p:nvGraphicFramePr>
        <p:xfrm>
          <a:off x="4507200" y="5313726"/>
          <a:ext cx="2843784" cy="637032"/>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26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12</a:t>
                      </a:r>
                    </a:p>
                  </a:txBody>
                  <a:tcPr marL="45720" marR="45720">
                    <a:solidFill>
                      <a:srgbClr val="EFEFEF"/>
                    </a:solidFill>
                  </a:tcPr>
                </a:tc>
                <a:extLst>
                  <a:ext uri="{0D108BD9-81ED-4DB2-BD59-A6C34878D82A}">
                    <a16:rowId xmlns:a16="http://schemas.microsoft.com/office/drawing/2014/main" val="10002"/>
                  </a:ext>
                </a:extLst>
              </a:tr>
            </a:tbl>
          </a:graphicData>
        </a:graphic>
      </p:graphicFrame>
      <p:graphicFrame>
        <p:nvGraphicFramePr>
          <p:cNvPr id="318" name="Table 317"/>
          <p:cNvGraphicFramePr>
            <a:graphicFrameLocks noGrp="1"/>
          </p:cNvGraphicFramePr>
          <p:nvPr>
            <p:extLst>
              <p:ext uri="{D42A27DB-BD31-4B8C-83A1-F6EECF244321}">
                <p14:modId xmlns:p14="http://schemas.microsoft.com/office/powerpoint/2010/main" val="879581363"/>
              </p:ext>
            </p:extLst>
          </p:nvPr>
        </p:nvGraphicFramePr>
        <p:xfrm>
          <a:off x="4507200" y="6039719"/>
          <a:ext cx="2843784" cy="850392"/>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26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14</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Epidemiología</a:t>
                      </a:r>
                    </a:p>
                  </a:txBody>
                  <a:tcPr marL="45720" marR="45720">
                    <a:solidFill>
                      <a:srgbClr val="FFFFFF"/>
                    </a:solidFill>
                  </a:tcPr>
                </a:tc>
                <a:tc>
                  <a:txBody>
                    <a:bodyPr/>
                    <a:lstStyle/>
                    <a:p>
                      <a:pPr algn="ctr">
                        <a:defRPr sz="800">
                          <a:latin typeface="Montserrat"/>
                        </a:defRPr>
                      </a:pPr>
                      <a:r>
                        <a:t>4</a:t>
                      </a:r>
                    </a:p>
                  </a:txBody>
                  <a:tcPr marL="45720" marR="45720">
                    <a:solidFill>
                      <a:srgbClr val="FFFFFF"/>
                    </a:solidFill>
                  </a:tcPr>
                </a:tc>
                <a:extLst>
                  <a:ext uri="{0D108BD9-81ED-4DB2-BD59-A6C34878D82A}">
                    <a16:rowId xmlns:a16="http://schemas.microsoft.com/office/drawing/2014/main" val="10003"/>
                  </a:ext>
                </a:extLst>
              </a:tr>
            </a:tbl>
          </a:graphicData>
        </a:graphic>
      </p:graphicFrame>
      <p:graphicFrame>
        <p:nvGraphicFramePr>
          <p:cNvPr id="319" name="Table 318"/>
          <p:cNvGraphicFramePr>
            <a:graphicFrameLocks noGrp="1"/>
          </p:cNvGraphicFramePr>
          <p:nvPr>
            <p:extLst>
              <p:ext uri="{D42A27DB-BD31-4B8C-83A1-F6EECF244321}">
                <p14:modId xmlns:p14="http://schemas.microsoft.com/office/powerpoint/2010/main" val="2614783170"/>
              </p:ext>
            </p:extLst>
          </p:nvPr>
        </p:nvGraphicFramePr>
        <p:xfrm>
          <a:off x="1288968" y="8023412"/>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t>7</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t>10</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t>40</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t>29</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t>86</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extLst>
              <p:ext uri="{D42A27DB-BD31-4B8C-83A1-F6EECF244321}">
                <p14:modId xmlns:p14="http://schemas.microsoft.com/office/powerpoint/2010/main" val="1510879450"/>
              </p:ext>
            </p:extLst>
          </p:nvPr>
        </p:nvGraphicFramePr>
        <p:xfrm>
          <a:off x="320040" y="4906285"/>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625334"/>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a:t>
            </a:r>
            <a:r>
              <a:rPr err="1"/>
              <a:t>Dirección</a:t>
            </a:r>
            <a:r>
              <a:t> de Administración. Base SIAP </a:t>
            </a:r>
            <a:r>
              <a:rPr err="1"/>
              <a:t>comparativa</a:t>
            </a:r>
            <a:r>
              <a:t> del </a:t>
            </a:r>
            <a:r>
              <a:rPr err="1"/>
              <a:t>diciembre</a:t>
            </a:r>
            <a:r>
              <a:t> 2018 con el 15 de </a:t>
            </a:r>
            <a:r>
              <a:rPr err="1"/>
              <a:t>junio</a:t>
            </a:r>
            <a:r>
              <a:t> 2026.</a:t>
            </a:r>
          </a:p>
        </p:txBody>
      </p:sp>
      <p:sp>
        <p:nvSpPr>
          <p:cNvPr id="322" name="TextBox 321"/>
          <p:cNvSpPr txBox="1"/>
          <p:nvPr/>
        </p:nvSpPr>
        <p:spPr>
          <a:xfrm>
            <a:off x="475267" y="7001342"/>
            <a:ext cx="5554800" cy="370800"/>
          </a:xfrm>
          <a:prstGeom prst="rect">
            <a:avLst/>
          </a:prstGeom>
          <a:noFill/>
        </p:spPr>
        <p:txBody>
          <a:bodyPr wrap="square" lIns="0" tIns="0" rIns="0" bIns="0">
            <a:spAutoFit/>
          </a:bodyPr>
          <a:lstStyle/>
          <a:p>
            <a:pPr algn="l">
              <a:defRPr sz="800">
                <a:solidFill>
                  <a:srgbClr val="000000"/>
                </a:solidFill>
                <a:latin typeface="Montserrat"/>
              </a:defRPr>
            </a:pPr>
            <a:r>
              <a:t>Se </a:t>
            </a:r>
            <a:r>
              <a:rPr err="1"/>
              <a:t>muestra</a:t>
            </a:r>
            <a:r>
              <a:t> el total de </a:t>
            </a:r>
            <a:r>
              <a:rPr err="1"/>
              <a:t>egresos</a:t>
            </a:r>
            <a:r>
              <a:t> </a:t>
            </a:r>
            <a:r>
              <a:rPr err="1"/>
              <a:t>en</a:t>
            </a:r>
            <a:r>
              <a:t> la </a:t>
            </a:r>
            <a:r>
              <a:rPr err="1"/>
              <a:t>entidad</a:t>
            </a:r>
            <a:r>
              <a:t> y </a:t>
            </a:r>
            <a:r>
              <a:rPr err="1"/>
              <a:t>sólo</a:t>
            </a:r>
            <a:r>
              <a:t> las </a:t>
            </a:r>
            <a:r>
              <a:rPr err="1"/>
              <a:t>cinco</a:t>
            </a:r>
            <a:r>
              <a:t> </a:t>
            </a:r>
            <a:r>
              <a:rPr err="1"/>
              <a:t>especialidades</a:t>
            </a:r>
            <a:r>
              <a:t> con mayor </a:t>
            </a:r>
            <a:r>
              <a:rPr err="1"/>
              <a:t>egresos</a:t>
            </a:r>
            <a:r>
              <a:t> de </a:t>
            </a:r>
            <a:r>
              <a:rPr err="1"/>
              <a:t>cada</a:t>
            </a:r>
            <a:r>
              <a:t> </a:t>
            </a:r>
            <a:r>
              <a:rPr err="1"/>
              <a:t>año</a:t>
            </a:r>
            <a:r>
              <a:t>. Corte de </a:t>
            </a:r>
            <a:r>
              <a:rPr err="1"/>
              <a:t>información</a:t>
            </a:r>
            <a:r>
              <a:t> </a:t>
            </a:r>
            <a:r>
              <a:rPr err="1"/>
              <a:t>marzo</a:t>
            </a:r>
            <a:r>
              <a:t> 2026.</a:t>
            </a:r>
            <a:br>
              <a:rPr/>
            </a:br>
            <a:r>
              <a:t>Fuente: </a:t>
            </a:r>
            <a:r>
              <a:rPr err="1"/>
              <a:t>Dirección</a:t>
            </a:r>
            <a:r>
              <a:t> de </a:t>
            </a:r>
            <a:r>
              <a:rPr err="1"/>
              <a:t>Prestaciones</a:t>
            </a:r>
            <a:r>
              <a:t> </a:t>
            </a:r>
            <a:r>
              <a:rPr err="1"/>
              <a:t>Médicas</a:t>
            </a:r>
            <a:r>
              <a:t>.</a:t>
            </a:r>
          </a:p>
        </p:txBody>
      </p:sp>
      <p:sp>
        <p:nvSpPr>
          <p:cNvPr id="323" name="TextBox 322"/>
          <p:cNvSpPr txBox="1"/>
          <p:nvPr/>
        </p:nvSpPr>
        <p:spPr>
          <a:xfrm>
            <a:off x="1288968" y="9208135"/>
            <a:ext cx="6268212" cy="123111"/>
          </a:xfrm>
          <a:prstGeom prst="rect">
            <a:avLst/>
          </a:prstGeom>
          <a:noFill/>
        </p:spPr>
        <p:txBody>
          <a:bodyPr wrap="square" lIns="0" tIns="0" rIns="0" bIns="0">
            <a:spAutoFit/>
          </a:bodyPr>
          <a:lstStyle/>
          <a:p>
            <a:pPr algn="l">
              <a:defRPr sz="800">
                <a:solidFill>
                  <a:srgbClr val="000000"/>
                </a:solidFill>
                <a:latin typeface="Montserrat"/>
              </a:defRPr>
            </a:pPr>
            <a:r>
              <a:t>Fuente: Sistema de </a:t>
            </a:r>
            <a:r>
              <a:rPr err="1"/>
              <a:t>Información</a:t>
            </a:r>
            <a:r>
              <a:t> </a:t>
            </a:r>
            <a:r>
              <a:rPr err="1"/>
              <a:t>Operativa</a:t>
            </a:r>
            <a:r>
              <a:t>. Personal de base. Corte de </a:t>
            </a:r>
            <a:r>
              <a:rPr err="1"/>
              <a:t>información</a:t>
            </a:r>
            <a:r>
              <a:t>: mayo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203275"/>
            <a:ext cx="3428100" cy="46631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a:solidFill>
                  <a:srgbClr val="980000"/>
                </a:solidFill>
                <a:latin typeface="Montserrat"/>
                <a:ea typeface="Montserrat"/>
                <a:cs typeface="Montserrat"/>
                <a:sym typeface="Montserrat"/>
              </a:rPr>
              <a:t>consultas diarias</a:t>
            </a:r>
            <a:endParaRPr sz="2000" b="0" i="0" u="none" strike="noStrike" cap="none">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811929690"/>
              </p:ext>
            </p:extLst>
          </p:nvPr>
        </p:nvGraphicFramePr>
        <p:xfrm>
          <a:off x="218088" y="552336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Día típico</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021633"/>
            <a:ext cx="911525" cy="799891"/>
          </a:xfrm>
          <a:prstGeom prst="rect">
            <a:avLst/>
          </a:prstGeom>
          <a:noFill/>
          <a:ln>
            <a:noFill/>
          </a:ln>
        </p:spPr>
      </p:pic>
      <p:sp>
        <p:nvSpPr>
          <p:cNvPr id="314" name="Google Shape;314;p9"/>
          <p:cNvSpPr txBox="1"/>
          <p:nvPr/>
        </p:nvSpPr>
        <p:spPr>
          <a:xfrm>
            <a:off x="4850850" y="6327379"/>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336626"/>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090640"/>
            <a:ext cx="911524" cy="758100"/>
          </a:xfrm>
          <a:prstGeom prst="rect">
            <a:avLst/>
          </a:prstGeom>
          <a:noFill/>
          <a:ln>
            <a:noFill/>
          </a:ln>
        </p:spPr>
      </p:pic>
      <p:sp>
        <p:nvSpPr>
          <p:cNvPr id="319" name="Google Shape;319;p9"/>
          <p:cNvSpPr txBox="1"/>
          <p:nvPr/>
        </p:nvSpPr>
        <p:spPr>
          <a:xfrm>
            <a:off x="6651731" y="6319729"/>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021633"/>
            <a:ext cx="911525" cy="799891"/>
          </a:xfrm>
          <a:prstGeom prst="rect">
            <a:avLst/>
          </a:prstGeom>
          <a:noFill/>
          <a:ln>
            <a:noFill/>
          </a:ln>
        </p:spPr>
      </p:pic>
      <p:sp>
        <p:nvSpPr>
          <p:cNvPr id="322" name="Google Shape;322;p9"/>
          <p:cNvSpPr txBox="1"/>
          <p:nvPr/>
        </p:nvSpPr>
        <p:spPr>
          <a:xfrm>
            <a:off x="1096893" y="6154579"/>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021633"/>
            <a:ext cx="911525" cy="799891"/>
          </a:xfrm>
          <a:prstGeom prst="rect">
            <a:avLst/>
          </a:prstGeom>
          <a:noFill/>
          <a:ln>
            <a:noFill/>
          </a:ln>
        </p:spPr>
      </p:pic>
      <p:sp>
        <p:nvSpPr>
          <p:cNvPr id="325" name="Google Shape;325;p9"/>
          <p:cNvSpPr txBox="1"/>
          <p:nvPr/>
        </p:nvSpPr>
        <p:spPr>
          <a:xfrm>
            <a:off x="5737325" y="7405433"/>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090640"/>
            <a:ext cx="911524" cy="758100"/>
          </a:xfrm>
          <a:prstGeom prst="rect">
            <a:avLst/>
          </a:prstGeom>
          <a:noFill/>
          <a:ln>
            <a:noFill/>
          </a:ln>
        </p:spPr>
      </p:pic>
      <p:sp>
        <p:nvSpPr>
          <p:cNvPr id="328" name="Google Shape;328;p9"/>
          <p:cNvSpPr txBox="1"/>
          <p:nvPr/>
        </p:nvSpPr>
        <p:spPr>
          <a:xfrm>
            <a:off x="2011304" y="7277486"/>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090640"/>
            <a:ext cx="911524" cy="758100"/>
          </a:xfrm>
          <a:prstGeom prst="rect">
            <a:avLst/>
          </a:prstGeom>
          <a:noFill/>
          <a:ln>
            <a:noFill/>
          </a:ln>
        </p:spPr>
      </p:pic>
      <p:sp>
        <p:nvSpPr>
          <p:cNvPr id="331" name="Google Shape;331;p9"/>
          <p:cNvSpPr txBox="1"/>
          <p:nvPr/>
        </p:nvSpPr>
        <p:spPr>
          <a:xfrm>
            <a:off x="2955330" y="6319729"/>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021633"/>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36" name="TextBox 335"/>
          <p:cNvSpPr txBox="1"/>
          <p:nvPr/>
        </p:nvSpPr>
        <p:spPr>
          <a:xfrm>
            <a:off x="324000" y="6300315"/>
            <a:ext cx="763200" cy="241200"/>
          </a:xfrm>
          <a:prstGeom prst="rect">
            <a:avLst/>
          </a:prstGeom>
          <a:noFill/>
        </p:spPr>
        <p:txBody>
          <a:bodyPr wrap="none">
            <a:spAutoFit/>
          </a:bodyPr>
          <a:lstStyle/>
          <a:p>
            <a:pPr algn="ctr">
              <a:defRPr sz="1300">
                <a:solidFill>
                  <a:srgbClr val="006455"/>
                </a:solidFill>
                <a:latin typeface="Montserrat ExtraBold"/>
              </a:defRPr>
            </a:pPr>
            <a:r>
              <a:t>3,713</a:t>
            </a:r>
          </a:p>
        </p:txBody>
      </p:sp>
      <p:sp>
        <p:nvSpPr>
          <p:cNvPr id="337" name="TextBox 336"/>
          <p:cNvSpPr txBox="1"/>
          <p:nvPr/>
        </p:nvSpPr>
        <p:spPr>
          <a:xfrm>
            <a:off x="2224800" y="6300315"/>
            <a:ext cx="676800" cy="241200"/>
          </a:xfrm>
          <a:prstGeom prst="rect">
            <a:avLst/>
          </a:prstGeom>
          <a:noFill/>
        </p:spPr>
        <p:txBody>
          <a:bodyPr wrap="none">
            <a:spAutoFit/>
          </a:bodyPr>
          <a:lstStyle/>
          <a:p>
            <a:pPr algn="ctr">
              <a:defRPr sz="1300">
                <a:solidFill>
                  <a:srgbClr val="006455"/>
                </a:solidFill>
                <a:latin typeface="Montserrat ExtraBold"/>
              </a:defRPr>
            </a:pPr>
            <a:r>
              <a:t>264</a:t>
            </a:r>
          </a:p>
        </p:txBody>
      </p:sp>
      <p:sp>
        <p:nvSpPr>
          <p:cNvPr id="338" name="TextBox 337"/>
          <p:cNvSpPr txBox="1"/>
          <p:nvPr/>
        </p:nvSpPr>
        <p:spPr>
          <a:xfrm>
            <a:off x="4064399" y="6300315"/>
            <a:ext cx="676800" cy="241200"/>
          </a:xfrm>
          <a:prstGeom prst="rect">
            <a:avLst/>
          </a:prstGeom>
          <a:noFill/>
        </p:spPr>
        <p:txBody>
          <a:bodyPr wrap="none">
            <a:spAutoFit/>
          </a:bodyPr>
          <a:lstStyle/>
          <a:p>
            <a:pPr algn="ctr">
              <a:defRPr sz="1300">
                <a:solidFill>
                  <a:srgbClr val="006455"/>
                </a:solidFill>
                <a:latin typeface="Montserrat ExtraBold"/>
              </a:defRPr>
            </a:pPr>
            <a:r>
              <a:t>44</a:t>
            </a:r>
          </a:p>
        </p:txBody>
      </p:sp>
      <p:sp>
        <p:nvSpPr>
          <p:cNvPr id="339" name="TextBox 338"/>
          <p:cNvSpPr txBox="1"/>
          <p:nvPr/>
        </p:nvSpPr>
        <p:spPr>
          <a:xfrm>
            <a:off x="5929200" y="6300315"/>
            <a:ext cx="676800" cy="241200"/>
          </a:xfrm>
          <a:prstGeom prst="rect">
            <a:avLst/>
          </a:prstGeom>
          <a:noFill/>
        </p:spPr>
        <p:txBody>
          <a:bodyPr wrap="none">
            <a:spAutoFit/>
          </a:bodyPr>
          <a:lstStyle/>
          <a:p>
            <a:pPr algn="ctr">
              <a:defRPr sz="1300">
                <a:solidFill>
                  <a:srgbClr val="006455"/>
                </a:solidFill>
                <a:latin typeface="Montserrat ExtraBold"/>
              </a:defRPr>
            </a:pPr>
            <a:r>
              <a:t>50</a:t>
            </a:r>
          </a:p>
        </p:txBody>
      </p:sp>
      <p:sp>
        <p:nvSpPr>
          <p:cNvPr id="340" name="TextBox 339"/>
          <p:cNvSpPr txBox="1"/>
          <p:nvPr/>
        </p:nvSpPr>
        <p:spPr>
          <a:xfrm>
            <a:off x="1242000" y="7355115"/>
            <a:ext cx="763200" cy="226800"/>
          </a:xfrm>
          <a:prstGeom prst="rect">
            <a:avLst/>
          </a:prstGeom>
          <a:noFill/>
        </p:spPr>
        <p:txBody>
          <a:bodyPr wrap="none">
            <a:spAutoFit/>
          </a:bodyPr>
          <a:lstStyle/>
          <a:p>
            <a:pPr algn="ctr">
              <a:defRPr sz="1300">
                <a:solidFill>
                  <a:srgbClr val="006455"/>
                </a:solidFill>
                <a:latin typeface="Montserrat ExtraBold"/>
              </a:defRPr>
            </a:pPr>
            <a:r>
              <a:t>970</a:t>
            </a:r>
          </a:p>
        </p:txBody>
      </p:sp>
      <p:sp>
        <p:nvSpPr>
          <p:cNvPr id="341" name="TextBox 340"/>
          <p:cNvSpPr txBox="1"/>
          <p:nvPr/>
        </p:nvSpPr>
        <p:spPr>
          <a:xfrm>
            <a:off x="3114000" y="7355115"/>
            <a:ext cx="752400" cy="241200"/>
          </a:xfrm>
          <a:prstGeom prst="rect">
            <a:avLst/>
          </a:prstGeom>
          <a:noFill/>
        </p:spPr>
        <p:txBody>
          <a:bodyPr wrap="none">
            <a:spAutoFit/>
          </a:bodyPr>
          <a:lstStyle/>
          <a:p>
            <a:pPr algn="ctr">
              <a:defRPr sz="1300">
                <a:solidFill>
                  <a:srgbClr val="006455"/>
                </a:solidFill>
                <a:latin typeface="Montserrat ExtraBold"/>
              </a:defRPr>
            </a:pPr>
            <a:r>
              <a:t>480</a:t>
            </a:r>
          </a:p>
        </p:txBody>
      </p:sp>
      <p:sp>
        <p:nvSpPr>
          <p:cNvPr id="342" name="TextBox 341"/>
          <p:cNvSpPr txBox="1"/>
          <p:nvPr/>
        </p:nvSpPr>
        <p:spPr>
          <a:xfrm>
            <a:off x="5014800" y="7355115"/>
            <a:ext cx="676800" cy="226800"/>
          </a:xfrm>
          <a:prstGeom prst="rect">
            <a:avLst/>
          </a:prstGeom>
          <a:noFill/>
        </p:spPr>
        <p:txBody>
          <a:bodyPr wrap="none">
            <a:spAutoFit/>
          </a:bodyPr>
          <a:lstStyle/>
          <a:p>
            <a:pPr algn="ctr">
              <a:defRPr sz="1300">
                <a:solidFill>
                  <a:srgbClr val="006455"/>
                </a:solidFill>
                <a:latin typeface="Montserrat ExtraBold"/>
              </a:defRPr>
            </a:pPr>
            <a:r>
              <a:t>7</a:t>
            </a:r>
          </a:p>
        </p:txBody>
      </p:sp>
      <p:sp>
        <p:nvSpPr>
          <p:cNvPr id="343" name="TextBox 342"/>
          <p:cNvSpPr txBox="1"/>
          <p:nvPr/>
        </p:nvSpPr>
        <p:spPr>
          <a:xfrm>
            <a:off x="2152800" y="8039990"/>
            <a:ext cx="3427200" cy="385200"/>
          </a:xfrm>
          <a:prstGeom prst="rect">
            <a:avLst/>
          </a:prstGeom>
          <a:noFill/>
        </p:spPr>
        <p:txBody>
          <a:bodyPr wrap="none">
            <a:spAutoFit/>
          </a:bodyPr>
          <a:lstStyle/>
          <a:p>
            <a:pPr algn="ctr">
              <a:defRPr sz="3200" b="1">
                <a:solidFill>
                  <a:srgbClr val="980000"/>
                </a:solidFill>
                <a:latin typeface="Montserrat"/>
              </a:defRPr>
            </a:pPr>
            <a:r>
              <a:t>5,427</a:t>
            </a:r>
          </a:p>
        </p:txBody>
      </p:sp>
      <p:graphicFrame>
        <p:nvGraphicFramePr>
          <p:cNvPr id="344" name="Table 343"/>
          <p:cNvGraphicFramePr>
            <a:graphicFrameLocks noGrp="1"/>
          </p:cNvGraphicFramePr>
          <p:nvPr>
            <p:extLst>
              <p:ext uri="{D42A27DB-BD31-4B8C-83A1-F6EECF244321}">
                <p14:modId xmlns:p14="http://schemas.microsoft.com/office/powerpoint/2010/main" val="536297137"/>
              </p:ext>
            </p:extLst>
          </p:nvPr>
        </p:nvGraphicFramePr>
        <p:xfrm>
          <a:off x="219600" y="1548000"/>
          <a:ext cx="7302431" cy="31413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20882">
                  <a:extLst>
                    <a:ext uri="{9D8B030D-6E8A-4147-A177-3AD203B41FA5}">
                      <a16:colId xmlns:a16="http://schemas.microsoft.com/office/drawing/2014/main" val="20000"/>
                    </a:ext>
                  </a:extLst>
                </a:gridCol>
                <a:gridCol w="1417408">
                  <a:extLst>
                    <a:ext uri="{9D8B030D-6E8A-4147-A177-3AD203B41FA5}">
                      <a16:colId xmlns:a16="http://schemas.microsoft.com/office/drawing/2014/main" val="20001"/>
                    </a:ext>
                  </a:extLst>
                </a:gridCol>
                <a:gridCol w="1427830">
                  <a:extLst>
                    <a:ext uri="{9D8B030D-6E8A-4147-A177-3AD203B41FA5}">
                      <a16:colId xmlns:a16="http://schemas.microsoft.com/office/drawing/2014/main" val="20002"/>
                    </a:ext>
                  </a:extLst>
                </a:gridCol>
                <a:gridCol w="1545948">
                  <a:extLst>
                    <a:ext uri="{9D8B030D-6E8A-4147-A177-3AD203B41FA5}">
                      <a16:colId xmlns:a16="http://schemas.microsoft.com/office/drawing/2014/main" val="20003"/>
                    </a:ext>
                  </a:extLst>
                </a:gridCol>
                <a:gridCol w="1490363">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Diabetes mellitus
(57,646)</a:t>
                      </a:r>
                    </a:p>
                  </a:txBody>
                  <a:tcPr>
                    <a:solidFill>
                      <a:srgbClr val="FFFFFF"/>
                    </a:solidFill>
                  </a:tcPr>
                </a:tc>
                <a:tc>
                  <a:txBody>
                    <a:bodyPr/>
                    <a:lstStyle/>
                    <a:p>
                      <a:pPr algn="ctr"/>
                      <a:r>
                        <a:rPr sz="900" b="0">
                          <a:latin typeface="Montserrat"/>
                        </a:rPr>
                        <a:t>Traumatismos e intoxicaciones
(6,099)</a:t>
                      </a:r>
                    </a:p>
                  </a:txBody>
                  <a:tcPr>
                    <a:solidFill>
                      <a:srgbClr val="FFFFFF"/>
                    </a:solidFill>
                  </a:tcPr>
                </a:tc>
                <a:tc>
                  <a:txBody>
                    <a:bodyPr/>
                    <a:lstStyle/>
                    <a:p>
                      <a:pPr algn="ctr"/>
                      <a:r>
                        <a:rPr sz="900" b="0">
                          <a:latin typeface="Montserrat"/>
                        </a:rPr>
                        <a:t>Los demás tumores benignos
(855)</a:t>
                      </a:r>
                    </a:p>
                  </a:txBody>
                  <a:tcPr>
                    <a:solidFill>
                      <a:srgbClr val="FFFFFF"/>
                    </a:solidFill>
                  </a:tcPr>
                </a:tc>
                <a:tc>
                  <a:txBody>
                    <a:bodyPr/>
                    <a:lstStyle/>
                    <a:p>
                      <a:pPr algn="ctr"/>
                      <a:r>
                        <a:rPr sz="900" b="0">
                          <a:latin typeface="Montserrat"/>
                        </a:rPr>
                        <a:t>Embarazo, parto y puerperio
(1,286)</a:t>
                      </a:r>
                    </a:p>
                  </a:txBody>
                  <a:tcPr>
                    <a:solidFill>
                      <a:srgbClr val="FFFFFF"/>
                    </a:solidFill>
                  </a:tcPr>
                </a:tc>
                <a:tc>
                  <a:txBody>
                    <a:bodyPr/>
                    <a:lstStyle/>
                    <a:p>
                      <a:pPr algn="ctr"/>
                      <a:r>
                        <a:rPr sz="900" b="0">
                          <a:latin typeface="Montserrat"/>
                        </a:rPr>
                        <a:t>Diabetes mellitus
(63)</a:t>
                      </a:r>
                    </a:p>
                  </a:txBody>
                  <a:tcP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Enfermedades del corazón
(36,337)</a:t>
                      </a:r>
                    </a:p>
                  </a:txBody>
                  <a:tcPr>
                    <a:solidFill>
                      <a:srgbClr val="EFEFEF"/>
                    </a:solidFill>
                  </a:tcPr>
                </a:tc>
                <a:tc>
                  <a:txBody>
                    <a:bodyPr/>
                    <a:lstStyle/>
                    <a:p>
                      <a:pPr algn="ctr"/>
                      <a:r>
                        <a:rPr sz="900" b="0">
                          <a:latin typeface="Montserrat"/>
                        </a:rPr>
                        <a:t>Insuficiencia renal
(4,630)</a:t>
                      </a:r>
                    </a:p>
                  </a:txBody>
                  <a:tcPr>
                    <a:solidFill>
                      <a:srgbClr val="EFEFEF"/>
                    </a:solidFill>
                  </a:tcPr>
                </a:tc>
                <a:tc>
                  <a:txBody>
                    <a:bodyPr/>
                    <a:lstStyle/>
                    <a:p>
                      <a:pPr algn="ctr"/>
                      <a:r>
                        <a:rPr sz="900" b="0">
                          <a:latin typeface="Montserrat"/>
                        </a:rPr>
                        <a:t>Cesárea
(771)</a:t>
                      </a:r>
                    </a:p>
                  </a:txBody>
                  <a:tcPr>
                    <a:solidFill>
                      <a:srgbClr val="EFEFEF"/>
                    </a:solidFill>
                  </a:tcPr>
                </a:tc>
                <a:tc>
                  <a:txBody>
                    <a:bodyPr/>
                    <a:lstStyle/>
                    <a:p>
                      <a:pPr algn="ctr"/>
                      <a:r>
                        <a:rPr sz="900" b="0">
                          <a:latin typeface="Montserrat"/>
                        </a:rPr>
                        <a:t>tumores benignos
(955)</a:t>
                      </a:r>
                    </a:p>
                  </a:txBody>
                  <a:tcPr>
                    <a:solidFill>
                      <a:srgbClr val="EFEFEF"/>
                    </a:solidFill>
                  </a:tcPr>
                </a:tc>
                <a:tc>
                  <a:txBody>
                    <a:bodyPr/>
                    <a:lstStyle/>
                    <a:p>
                      <a:pPr algn="ctr"/>
                      <a:r>
                        <a:rPr sz="900" b="0">
                          <a:latin typeface="Montserrat"/>
                        </a:rPr>
                        <a:t>Enfermedades del corazón
(48)</a:t>
                      </a:r>
                    </a:p>
                  </a:txBody>
                  <a:tcP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(14,868)</a:t>
                      </a:r>
                    </a:p>
                  </a:txBody>
                  <a:tcPr>
                    <a:solidFill>
                      <a:srgbClr val="FFFFFF"/>
                    </a:solidFill>
                  </a:tcPr>
                </a:tc>
                <a:tc>
                  <a:txBody>
                    <a:bodyPr/>
                    <a:lstStyle/>
                    <a:p>
                      <a:pPr algn="ctr"/>
                      <a:r>
                        <a:rPr sz="900" b="0">
                          <a:latin typeface="Montserrat"/>
                        </a:rPr>
                        <a:t>Enfermedades y trastornos de las articulaciones
(3,729)</a:t>
                      </a:r>
                    </a:p>
                  </a:txBody>
                  <a:tcPr>
                    <a:solidFill>
                      <a:srgbClr val="FFFFFF"/>
                    </a:solidFill>
                  </a:tcPr>
                </a:tc>
                <a:tc>
                  <a:txBody>
                    <a:bodyPr/>
                    <a:lstStyle/>
                    <a:p>
                      <a:pPr algn="ctr"/>
                      <a:r>
                        <a:rPr sz="900" b="0">
                          <a:latin typeface="Montserrat"/>
                        </a:rPr>
                        <a:t>Enfermedades de la piel y del tejido subcutáneo
(729)</a:t>
                      </a:r>
                    </a:p>
                  </a:txBody>
                  <a:tcPr>
                    <a:solidFill>
                      <a:srgbClr val="FFFFFF"/>
                    </a:solidFill>
                  </a:tcPr>
                </a:tc>
                <a:tc>
                  <a:txBody>
                    <a:bodyPr/>
                    <a:lstStyle/>
                    <a:p>
                      <a:pPr algn="ctr"/>
                      <a:r>
                        <a:rPr sz="900" b="0">
                          <a:latin typeface="Montserrat"/>
                        </a:rPr>
                        <a:t>Trastornos de la piel y tejidos superficiales
(760)</a:t>
                      </a:r>
                    </a:p>
                  </a:txBody>
                  <a:tcPr>
                    <a:solidFill>
                      <a:srgbClr val="FFFFFF"/>
                    </a:solidFill>
                  </a:tcPr>
                </a:tc>
                <a:tc>
                  <a:txBody>
                    <a:bodyPr/>
                    <a:lstStyle/>
                    <a:p>
                      <a:pPr algn="ctr"/>
                      <a:r>
                        <a:rPr sz="900" b="0">
                          <a:latin typeface="Montserrat"/>
                        </a:rPr>
                        <a:t>Insuficiencia renal
(36)</a:t>
                      </a:r>
                    </a:p>
                  </a:txBody>
                  <a:tcP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Embarazo, parto y puerperio
(7,364)</a:t>
                      </a:r>
                    </a:p>
                  </a:txBody>
                  <a:tcPr>
                    <a:solidFill>
                      <a:srgbClr val="EFEFEF"/>
                    </a:solidFill>
                  </a:tcPr>
                </a:tc>
                <a:tc>
                  <a:txBody>
                    <a:bodyPr/>
                    <a:lstStyle/>
                    <a:p>
                      <a:pPr algn="ctr"/>
                      <a:r>
                        <a:rPr sz="900" b="0">
                          <a:latin typeface="Montserrat"/>
                        </a:rPr>
                        <a:t>Enfermedades mentales
(2,925)</a:t>
                      </a:r>
                    </a:p>
                  </a:txBody>
                  <a:tcPr>
                    <a:solidFill>
                      <a:srgbClr val="EFEFEF"/>
                    </a:solidFill>
                  </a:tcPr>
                </a:tc>
                <a:tc>
                  <a:txBody>
                    <a:bodyPr/>
                    <a:lstStyle/>
                    <a:p>
                      <a:pPr algn="ctr"/>
                      <a:r>
                        <a:rPr sz="900" b="0">
                          <a:latin typeface="Montserrat"/>
                        </a:rPr>
                        <a:t>Traumatismos y envenenamientos
(576)</a:t>
                      </a:r>
                    </a:p>
                  </a:txBody>
                  <a:tcPr>
                    <a:solidFill>
                      <a:srgbClr val="EFEFEF"/>
                    </a:solidFill>
                  </a:tcPr>
                </a:tc>
                <a:tc>
                  <a:txBody>
                    <a:bodyPr/>
                    <a:lstStyle/>
                    <a:p>
                      <a:pPr algn="ctr"/>
                      <a:r>
                        <a:rPr sz="900" b="0">
                          <a:latin typeface="Montserrat"/>
                        </a:rPr>
                        <a:t>Traumatismos e intoxicaciones
(739)</a:t>
                      </a:r>
                    </a:p>
                  </a:txBody>
                  <a:tcPr>
                    <a:solidFill>
                      <a:srgbClr val="EFEFEF"/>
                    </a:solidFill>
                  </a:tcPr>
                </a:tc>
                <a:tc>
                  <a:txBody>
                    <a:bodyPr/>
                    <a:lstStyle/>
                    <a:p>
                      <a:pPr algn="ctr"/>
                      <a:r>
                        <a:rPr sz="900" b="0">
                          <a:latin typeface="Montserrat"/>
                        </a:rPr>
                        <a:t>Tumores malignos
(31)</a:t>
                      </a:r>
                    </a:p>
                  </a:txBody>
                  <a:tcP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traumatismos e intoxicaciones
(6,531)</a:t>
                      </a:r>
                    </a:p>
                  </a:txBody>
                  <a:tcPr>
                    <a:solidFill>
                      <a:srgbClr val="FFFFFF"/>
                    </a:solidFill>
                  </a:tcPr>
                </a:tc>
                <a:tc>
                  <a:txBody>
                    <a:bodyPr/>
                    <a:lstStyle/>
                    <a:p>
                      <a:pPr algn="ctr"/>
                      <a:r>
                        <a:rPr sz="900" b="0">
                          <a:latin typeface="Montserrat"/>
                        </a:rPr>
                        <a:t>Diabetes mellitus
(2,431)</a:t>
                      </a:r>
                    </a:p>
                  </a:txBody>
                  <a:tcPr>
                    <a:solidFill>
                      <a:srgbClr val="FFFFFF"/>
                    </a:solidFill>
                  </a:tcPr>
                </a:tc>
                <a:tc>
                  <a:txBody>
                    <a:bodyPr/>
                    <a:lstStyle/>
                    <a:p>
                      <a:pPr algn="ctr"/>
                      <a:r>
                        <a:rPr sz="900" b="0">
                          <a:latin typeface="Montserrat"/>
                        </a:rPr>
                        <a:t>Cirugía de Hernias (Hernioplastía)
(336)</a:t>
                      </a:r>
                    </a:p>
                  </a:txBody>
                  <a:tcPr>
                    <a:solidFill>
                      <a:srgbClr val="FFFFFF"/>
                    </a:solidFill>
                  </a:tcPr>
                </a:tc>
                <a:tc>
                  <a:txBody>
                    <a:bodyPr/>
                    <a:lstStyle/>
                    <a:p>
                      <a:pPr algn="ctr"/>
                      <a:r>
                        <a:rPr sz="900" b="0">
                          <a:latin typeface="Montserrat"/>
                        </a:rPr>
                        <a:t>Insuficiencia renal
(532)</a:t>
                      </a:r>
                    </a:p>
                  </a:txBody>
                  <a:tcPr>
                    <a:solidFill>
                      <a:srgbClr val="FFFFFF"/>
                    </a:solidFill>
                  </a:tcPr>
                </a:tc>
                <a:tc>
                  <a:txBody>
                    <a:bodyPr/>
                    <a:lstStyle/>
                    <a:p>
                      <a:pPr algn="ctr"/>
                      <a:r>
                        <a:rPr sz="900" b="0" err="1">
                          <a:latin typeface="Montserrat"/>
                        </a:rPr>
                        <a:t>Neumonía</a:t>
                      </a:r>
                      <a:r>
                        <a:rPr sz="900" b="0">
                          <a:latin typeface="Montserrat"/>
                        </a:rPr>
                        <a:t> e influenza
(21)</a:t>
                      </a:r>
                    </a:p>
                  </a:txBody>
                  <a:tcP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58510" y="4850044"/>
            <a:ext cx="5331600" cy="492443"/>
          </a:xfrm>
          <a:prstGeom prst="rect">
            <a:avLst/>
          </a:prstGeom>
          <a:noFill/>
        </p:spPr>
        <p:txBody>
          <a:bodyPr wrap="square" lIns="0" tIns="0" rIns="0" bIns="0">
            <a:spAutoFit/>
          </a:bodyPr>
          <a:lstStyle/>
          <a:p>
            <a:pPr algn="l">
              <a:defRPr sz="700">
                <a:solidFill>
                  <a:srgbClr val="000000"/>
                </a:solidFill>
                <a:latin typeface="Montserrat"/>
              </a:defRPr>
            </a:pPr>
            <a:r>
              <a:rPr sz="800"/>
              <a:t>El </a:t>
            </a:r>
            <a:r>
              <a:rPr sz="800" err="1"/>
              <a:t>número</a:t>
            </a:r>
            <a:r>
              <a:rPr sz="800"/>
              <a:t> de </a:t>
            </a:r>
            <a:r>
              <a:rPr sz="800" err="1"/>
              <a:t>casos</a:t>
            </a:r>
            <a:r>
              <a:rPr sz="800"/>
              <a:t> se </a:t>
            </a:r>
            <a:r>
              <a:rPr sz="800" err="1"/>
              <a:t>presentan</a:t>
            </a:r>
            <a:r>
              <a:rPr sz="800"/>
              <a:t> entre </a:t>
            </a:r>
            <a:r>
              <a:rPr sz="800" err="1"/>
              <a:t>paréntesis</a:t>
            </a:r>
            <a:r>
              <a:rPr sz="800"/>
              <a:t>.</a:t>
            </a:r>
            <a:br>
              <a:rPr sz="800"/>
            </a:br>
            <a:r>
              <a:rPr sz="800"/>
              <a:t>Fuente: IMSS/DPM/División de </a:t>
            </a:r>
            <a:r>
              <a:rPr sz="800" err="1"/>
              <a:t>Información</a:t>
            </a:r>
            <a:r>
              <a:rPr sz="800"/>
              <a:t> </a:t>
            </a:r>
            <a:r>
              <a:rPr sz="800" err="1"/>
              <a:t>en</a:t>
            </a:r>
            <a:r>
              <a:rPr sz="800"/>
              <a:t> Salud/</a:t>
            </a:r>
            <a:r>
              <a:rPr sz="800" err="1"/>
              <a:t>Motivos</a:t>
            </a:r>
            <a:r>
              <a:rPr sz="800"/>
              <a:t> de Consulta Externa (SUI27).</a:t>
            </a:r>
            <a:br>
              <a:rPr sz="800"/>
            </a:br>
            <a:r>
              <a:rPr sz="800"/>
              <a:t>Sistema de </a:t>
            </a:r>
            <a:r>
              <a:rPr sz="800" err="1"/>
              <a:t>información</a:t>
            </a:r>
            <a:r>
              <a:rPr sz="800"/>
              <a:t> Médico </a:t>
            </a:r>
            <a:r>
              <a:rPr sz="800" err="1"/>
              <a:t>Operativo</a:t>
            </a:r>
            <a:r>
              <a:rPr sz="800"/>
              <a:t> Central (SIMOC).</a:t>
            </a:r>
            <a:br>
              <a:rPr sz="800"/>
            </a:br>
            <a:r>
              <a:rPr sz="800" err="1"/>
              <a:t>Periodo</a:t>
            </a:r>
            <a:r>
              <a:rPr sz="800"/>
              <a:t>: </a:t>
            </a:r>
            <a:r>
              <a:rPr sz="800" err="1"/>
              <a:t>enero-diciembre</a:t>
            </a:r>
            <a:r>
              <a:rPr sz="800"/>
              <a:t> 2025</a:t>
            </a:r>
          </a:p>
        </p:txBody>
      </p:sp>
      <p:sp>
        <p:nvSpPr>
          <p:cNvPr id="346" name="TextBox 345"/>
          <p:cNvSpPr txBox="1"/>
          <p:nvPr/>
        </p:nvSpPr>
        <p:spPr>
          <a:xfrm>
            <a:off x="269310" y="9054699"/>
            <a:ext cx="4244400" cy="123111"/>
          </a:xfrm>
          <a:prstGeom prst="rect">
            <a:avLst/>
          </a:prstGeom>
          <a:noFill/>
        </p:spPr>
        <p:txBody>
          <a:bodyPr wrap="square" lIns="0" tIns="0" rIns="0" bIns="0">
            <a:spAutoFit/>
          </a:bodyPr>
          <a:lstStyle/>
          <a:p>
            <a:pPr algn="l">
              <a:defRPr sz="700">
                <a:solidFill>
                  <a:srgbClr val="000000"/>
                </a:solidFill>
                <a:latin typeface="Montserrat"/>
              </a:defRPr>
            </a:pPr>
            <a:r>
              <a:rPr sz="800"/>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550191" cy="215444"/>
          </a:xfrm>
          <a:prstGeom prst="rect">
            <a:avLst/>
          </a:prstGeom>
          <a:noFill/>
        </p:spPr>
        <p:txBody>
          <a:bodyPr wrap="none">
            <a:spAutoFit/>
          </a:bodyPr>
          <a:lstStyle/>
          <a:p>
            <a:pPr algn="l">
              <a:defRPr sz="800" b="0">
                <a:solidFill>
                  <a:srgbClr val="FFFFFF"/>
                </a:solidFill>
                <a:latin typeface="Montserrat"/>
              </a:defRPr>
            </a:pPr>
            <a:r>
              <a:rPr>
                <a:solidFill>
                  <a:schemeClr val="tx1"/>
                </a:solidFill>
              </a:rPr>
              <a:t>Fuente: Portal de Control de Abasto. En 2026, se </a:t>
            </a:r>
            <a:r>
              <a:rPr err="1">
                <a:solidFill>
                  <a:schemeClr val="tx1"/>
                </a:solidFill>
              </a:rPr>
              <a:t>muestra</a:t>
            </a:r>
            <a:r>
              <a:rPr>
                <a:solidFill>
                  <a:schemeClr val="tx1"/>
                </a:solidFill>
              </a:rPr>
              <a:t> lo </a:t>
            </a:r>
            <a:r>
              <a:rPr err="1">
                <a:solidFill>
                  <a:schemeClr val="tx1"/>
                </a:solidFill>
              </a:rPr>
              <a:t>correspondiente</a:t>
            </a:r>
            <a:r>
              <a:rPr>
                <a:solidFill>
                  <a:schemeClr val="tx1"/>
                </a:solidFill>
              </a:rPr>
              <a:t> al </a:t>
            </a:r>
            <a:r>
              <a:rPr err="1">
                <a:solidFill>
                  <a:schemeClr val="tx1"/>
                </a:solidFill>
              </a:rPr>
              <a:t>periodo</a:t>
            </a:r>
            <a:r>
              <a:rPr>
                <a:solidFill>
                  <a:schemeClr val="tx1"/>
                </a:solidFill>
              </a:rPr>
              <a:t> del 1 de </a:t>
            </a:r>
            <a:r>
              <a:rPr err="1">
                <a:solidFill>
                  <a:schemeClr val="tx1"/>
                </a:solidFill>
              </a:rPr>
              <a:t>enero</a:t>
            </a:r>
            <a:r>
              <a:rPr>
                <a:solidFill>
                  <a:schemeClr val="tx1"/>
                </a:solidFill>
              </a:rPr>
              <a:t> al 31 de mayo de 2026.</a:t>
            </a:r>
          </a:p>
        </p:txBody>
      </p:sp>
      <p:sp>
        <p:nvSpPr>
          <p:cNvPr id="8" name="TextBox 7"/>
          <p:cNvSpPr txBox="1"/>
          <p:nvPr/>
        </p:nvSpPr>
        <p:spPr>
          <a:xfrm>
            <a:off x="274320" y="6313245"/>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679005"/>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2036099545"/>
              </p:ext>
            </p:extLst>
          </p:nvPr>
        </p:nvGraphicFramePr>
        <p:xfrm>
          <a:off x="457200" y="6953325"/>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39,245</a:t>
                      </a:r>
                    </a:p>
                  </a:txBody>
                  <a:tcPr>
                    <a:solidFill>
                      <a:srgbClr val="FFFFFF"/>
                    </a:solidFill>
                  </a:tcPr>
                </a:tc>
                <a:tc>
                  <a:txBody>
                    <a:bodyPr/>
                    <a:lstStyle/>
                    <a:p>
                      <a:pPr algn="ctr"/>
                      <a:r>
                        <a:rPr sz="1100" b="0">
                          <a:solidFill>
                            <a:srgbClr val="434343"/>
                          </a:solidFill>
                          <a:latin typeface="Montserrat"/>
                        </a:rPr>
                        <a:t>576,717</a:t>
                      </a:r>
                    </a:p>
                  </a:txBody>
                  <a:tcPr>
                    <a:solidFill>
                      <a:srgbClr val="FFFFFF"/>
                    </a:solidFill>
                  </a:tcPr>
                </a:tc>
                <a:tc>
                  <a:txBody>
                    <a:bodyPr/>
                    <a:lstStyle/>
                    <a:p>
                      <a:pPr algn="ctr"/>
                      <a:r>
                        <a:rPr sz="1100" b="0">
                          <a:solidFill>
                            <a:srgbClr val="434343"/>
                          </a:solidFill>
                          <a:latin typeface="Montserrat"/>
                        </a:rPr>
                        <a:t>93.6%</a:t>
                      </a:r>
                    </a:p>
                  </a:txBody>
                  <a:tcPr>
                    <a:solidFill>
                      <a:srgbClr val="FFFFFF"/>
                    </a:solidFill>
                  </a:tcPr>
                </a:tc>
                <a:extLst>
                  <a:ext uri="{0D108BD9-81ED-4DB2-BD59-A6C34878D82A}">
                    <a16:rowId xmlns:a16="http://schemas.microsoft.com/office/drawing/2014/main" val="10001"/>
                  </a:ext>
                </a:extLst>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32,079</a:t>
                      </a:r>
                    </a:p>
                  </a:txBody>
                  <a:tcPr>
                    <a:solidFill>
                      <a:srgbClr val="D9D9D9"/>
                    </a:solidFill>
                  </a:tcPr>
                </a:tc>
                <a:tc>
                  <a:txBody>
                    <a:bodyPr/>
                    <a:lstStyle/>
                    <a:p>
                      <a:pPr algn="ctr"/>
                      <a:r>
                        <a:rPr sz="1100" b="1">
                          <a:solidFill>
                            <a:srgbClr val="006455"/>
                          </a:solidFill>
                          <a:latin typeface="Montserrat"/>
                        </a:rPr>
                        <a:t>636,732</a:t>
                      </a:r>
                    </a:p>
                  </a:txBody>
                  <a:tcPr>
                    <a:solidFill>
                      <a:srgbClr val="D9D9D9"/>
                    </a:solidFill>
                  </a:tcPr>
                </a:tc>
                <a:tc>
                  <a:txBody>
                    <a:bodyPr/>
                    <a:lstStyle/>
                    <a:p>
                      <a:pPr algn="ctr"/>
                      <a:r>
                        <a:rPr sz="1100" b="1">
                          <a:solidFill>
                            <a:srgbClr val="006455"/>
                          </a:solidFill>
                          <a:latin typeface="Montserrat"/>
                        </a:rPr>
                        <a:t>95.2%</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507225"/>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a:t>
            </a:r>
            <a:r>
              <a:rPr err="1"/>
              <a:t>muestra</a:t>
            </a:r>
            <a:r>
              <a:t> lo </a:t>
            </a:r>
            <a:r>
              <a:rPr err="1"/>
              <a:t>correspondiente</a:t>
            </a:r>
            <a:r>
              <a:t> al </a:t>
            </a:r>
            <a:r>
              <a:rPr err="1"/>
              <a:t>periodo</a:t>
            </a:r>
            <a:r>
              <a:t> del 1 de </a:t>
            </a:r>
            <a:r>
              <a:rPr err="1"/>
              <a:t>enero</a:t>
            </a:r>
            <a:r>
              <a:t> al 31 de mayo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8E67-9E64-31EB-C34E-8584652249E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3" name="TextBox 2"/>
          <p:cNvSpPr txBox="1"/>
          <p:nvPr/>
        </p:nvSpPr>
        <p:spPr>
          <a:xfrm>
            <a:off x="180000" y="884370"/>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1190369"/>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46037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9.png"/>
          <p:cNvPicPr>
            <a:picLocks noChangeAspect="1"/>
          </p:cNvPicPr>
          <p:nvPr/>
        </p:nvPicPr>
        <p:blipFill>
          <a:blip r:embed="rId2"/>
          <a:stretch>
            <a:fillRect/>
          </a:stretch>
        </p:blipFill>
        <p:spPr>
          <a:xfrm>
            <a:off x="129600" y="1633170"/>
            <a:ext cx="7441200" cy="2178000"/>
          </a:xfrm>
          <a:prstGeom prst="rect">
            <a:avLst/>
          </a:prstGeom>
        </p:spPr>
      </p:pic>
      <p:sp>
        <p:nvSpPr>
          <p:cNvPr id="7" name="TextBox 6"/>
          <p:cNvSpPr txBox="1"/>
          <p:nvPr/>
        </p:nvSpPr>
        <p:spPr>
          <a:xfrm>
            <a:off x="180000" y="4683673"/>
            <a:ext cx="6840000" cy="288000"/>
          </a:xfrm>
          <a:prstGeom prst="rect">
            <a:avLst/>
          </a:prstGeom>
          <a:noFill/>
        </p:spPr>
        <p:txBody>
          <a:bodyPr wrap="none" lIns="0" tIns="0" r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4953673"/>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002100353"/>
              </p:ext>
            </p:extLst>
          </p:nvPr>
        </p:nvGraphicFramePr>
        <p:xfrm>
          <a:off x="398835" y="5133673"/>
          <a:ext cx="6922800" cy="2376157"/>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5192100">
                  <a:extLst>
                    <a:ext uri="{9D8B030D-6E8A-4147-A177-3AD203B41FA5}">
                      <a16:colId xmlns:a16="http://schemas.microsoft.com/office/drawing/2014/main" val="20000"/>
                    </a:ext>
                  </a:extLst>
                </a:gridCol>
                <a:gridCol w="1730700">
                  <a:extLst>
                    <a:ext uri="{9D8B030D-6E8A-4147-A177-3AD203B41FA5}">
                      <a16:colId xmlns:a16="http://schemas.microsoft.com/office/drawing/2014/main" val="20001"/>
                    </a:ext>
                  </a:extLst>
                </a:gridCol>
              </a:tblGrid>
              <a:tr h="391638">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52919">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110,320</a:t>
                      </a:r>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84,710</a:t>
                      </a:r>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57,560</a:t>
                      </a:r>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52,204</a:t>
                      </a:r>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49,156</a:t>
                      </a:r>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45,884</a:t>
                      </a:r>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43,794</a:t>
                      </a:r>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42,197</a:t>
                      </a:r>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38,276</a:t>
                      </a:r>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38,175</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389825" y="9545725"/>
            <a:ext cx="6858000" cy="273600"/>
          </a:xfrm>
          <a:prstGeom prst="rect">
            <a:avLst/>
          </a:prstGeom>
          <a:noFill/>
        </p:spPr>
        <p:txBody>
          <a:bodyPr wrap="square" lIns="0" tIns="0" rIns="0" bIns="0">
            <a:spAutoFit/>
          </a:bodyPr>
          <a:lstStyle/>
          <a:p>
            <a:pPr algn="l">
              <a:defRPr sz="800">
                <a:solidFill>
                  <a:srgbClr val="FFFFFF"/>
                </a:solidFill>
                <a:latin typeface="Montserrat"/>
              </a:defRPr>
            </a:pPr>
            <a:r>
              <a:t>Fuente: Portal de Control de Abasto. En 2026, se </a:t>
            </a:r>
            <a:r>
              <a:rPr err="1"/>
              <a:t>muestra</a:t>
            </a:r>
            <a:r>
              <a:t> lo </a:t>
            </a:r>
            <a:r>
              <a:rPr err="1"/>
              <a:t>correspondiente</a:t>
            </a:r>
            <a:r>
              <a:t> al </a:t>
            </a:r>
            <a:r>
              <a:rPr err="1"/>
              <a:t>periodo</a:t>
            </a:r>
            <a:r>
              <a:t> del 1 de </a:t>
            </a:r>
            <a:r>
              <a:rPr err="1"/>
              <a:t>enero</a:t>
            </a:r>
            <a:r>
              <a:t> al 30 de </a:t>
            </a:r>
            <a:r>
              <a:rPr err="1"/>
              <a:t>abril</a:t>
            </a:r>
            <a:r>
              <a:t> de 2026.</a:t>
            </a:r>
          </a:p>
        </p:txBody>
      </p:sp>
      <p:sp>
        <p:nvSpPr>
          <p:cNvPr id="12" name="TextBox 6">
            <a:extLst>
              <a:ext uri="{FF2B5EF4-FFF2-40B4-BE49-F238E27FC236}">
                <a16:creationId xmlns:a16="http://schemas.microsoft.com/office/drawing/2014/main" id="{809CCA06-5B9F-7BDA-249E-D4824569BF9C}"/>
              </a:ext>
            </a:extLst>
          </p:cNvPr>
          <p:cNvSpPr txBox="1"/>
          <p:nvPr/>
        </p:nvSpPr>
        <p:spPr>
          <a:xfrm>
            <a:off x="235671" y="4036098"/>
            <a:ext cx="4047903" cy="215444"/>
          </a:xfrm>
          <a:prstGeom prst="rect">
            <a:avLst/>
          </a:prstGeom>
          <a:noFill/>
        </p:spPr>
        <p:txBody>
          <a:bodyPr wrap="none">
            <a:spAutoFit/>
          </a:bodyPr>
          <a:lstStyle/>
          <a:p>
            <a:pPr algn="l">
              <a:defRPr sz="800" b="0">
                <a:solidFill>
                  <a:srgbClr val="434343"/>
                </a:solidFill>
                <a:latin typeface="Montserrat"/>
              </a:defRPr>
            </a:pPr>
            <a:r>
              <a:t>Fuente: Portal de Control de Abasto. </a:t>
            </a:r>
            <a:r>
              <a:rPr lang="es-MX"/>
              <a:t>P</a:t>
            </a:r>
            <a:r>
              <a:rPr err="1"/>
              <a:t>eriodo</a:t>
            </a:r>
            <a:r>
              <a:t> de</a:t>
            </a:r>
            <a:r>
              <a:rPr lang="es-MX"/>
              <a:t> </a:t>
            </a:r>
            <a:r>
              <a:rPr err="1"/>
              <a:t>enero</a:t>
            </a:r>
            <a:r>
              <a:t> a</a:t>
            </a:r>
            <a:r>
              <a:rPr lang="es-MX"/>
              <a:t> mayo</a:t>
            </a:r>
            <a:r>
              <a:t> de </a:t>
            </a:r>
            <a:r>
              <a:rPr lang="es-MX"/>
              <a:t>cada año</a:t>
            </a:r>
            <a:r>
              <a:t>.</a:t>
            </a:r>
          </a:p>
        </p:txBody>
      </p:sp>
    </p:spTree>
    <p:extLst>
      <p:ext uri="{BB962C8B-B14F-4D97-AF65-F5344CB8AC3E}">
        <p14:creationId xmlns:p14="http://schemas.microsoft.com/office/powerpoint/2010/main" val="4129938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extLst>
              <p:ext uri="{D42A27DB-BD31-4B8C-83A1-F6EECF244321}">
                <p14:modId xmlns:p14="http://schemas.microsoft.com/office/powerpoint/2010/main" val="1727678776"/>
              </p:ext>
            </p:extLst>
          </p:nvPr>
        </p:nvGraphicFramePr>
        <p:xfrm>
          <a:off x="287700" y="88922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578381"/>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931466"/>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0" y="1264376"/>
            <a:ext cx="17856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Remodelación</a:t>
            </a:r>
            <a:r>
              <a:rPr lang="en-US" sz="1200" b="1" i="0" u="none" strike="noStrike">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455046" y="1484255"/>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0" y="1494754"/>
            <a:ext cx="17856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a:t>
            </a:r>
            <a:r>
              <a:rPr lang="en-US" sz="700" b="1">
                <a:solidFill>
                  <a:srgbClr val="BC955C"/>
                </a:solidFill>
                <a:latin typeface="Montserrat"/>
              </a:rPr>
              <a:t> de </a:t>
            </a:r>
            <a:endParaRPr lang="en-US"/>
          </a:p>
          <a:p>
            <a:pPr algn="ctr"/>
            <a:r>
              <a:rPr lang="en-US" sz="700" b="1" err="1">
                <a:solidFill>
                  <a:srgbClr val="BC955C"/>
                </a:solidFill>
                <a:latin typeface="Montserrat"/>
              </a:rPr>
              <a:t>Terapia</a:t>
            </a:r>
            <a:r>
              <a:rPr lang="en-US" sz="700" b="1">
                <a:solidFill>
                  <a:srgbClr val="BC955C"/>
                </a:solidFill>
                <a:latin typeface="Montserrat"/>
              </a:rPr>
              <a:t> </a:t>
            </a:r>
            <a:endParaRPr lang="en-US"/>
          </a:p>
          <a:p>
            <a:pPr algn="ctr"/>
            <a:r>
              <a:rPr lang="en-US" sz="700" b="1" err="1">
                <a:solidFill>
                  <a:srgbClr val="BC955C"/>
                </a:solidFill>
                <a:latin typeface="Montserrat"/>
              </a:rPr>
              <a:t>Intensiva</a:t>
            </a:r>
            <a:endParaRPr lang="en-US"/>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461141" y="2398379"/>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0" y="2421853"/>
            <a:ext cx="17856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Área</a:t>
            </a:r>
            <a:r>
              <a:rPr lang="en-US" sz="700" b="1">
                <a:solidFill>
                  <a:srgbClr val="BC955C"/>
                </a:solidFill>
                <a:latin typeface="Montserrat"/>
              </a:rPr>
              <a:t> de </a:t>
            </a:r>
            <a:endParaRPr lang="en-US"/>
          </a:p>
          <a:p>
            <a:pPr algn="ctr"/>
            <a:r>
              <a:rPr lang="en-US" sz="700" b="1" err="1">
                <a:solidFill>
                  <a:srgbClr val="BC955C"/>
                </a:solidFill>
                <a:latin typeface="Montserrat"/>
              </a:rPr>
              <a:t>Hemodiálisis</a:t>
            </a:r>
            <a:endParaRPr lang="en-US"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0" y="3368743"/>
            <a:ext cx="17856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Adquisición</a:t>
            </a:r>
            <a:r>
              <a:rPr lang="en-US" sz="1200" b="1" i="0" u="none" strike="noStrike">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455046" y="366447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0" y="3761198"/>
            <a:ext cx="17856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Mastógrafo</a:t>
            </a:r>
          </a:p>
        </p:txBody>
      </p:sp>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4" name="Table 13"/>
          <p:cNvGraphicFramePr>
            <a:graphicFrameLocks noGrp="1"/>
          </p:cNvGraphicFramePr>
          <p:nvPr>
            <p:extLst>
              <p:ext uri="{D42A27DB-BD31-4B8C-83A1-F6EECF244321}">
                <p14:modId xmlns:p14="http://schemas.microsoft.com/office/powerpoint/2010/main" val="1710963515"/>
              </p:ext>
            </p:extLst>
          </p:nvPr>
        </p:nvGraphicFramePr>
        <p:xfrm>
          <a:off x="1785600" y="1320534"/>
          <a:ext cx="5295600" cy="2121384"/>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411428">
                <a:tc>
                  <a:txBody>
                    <a:bodyPr/>
                    <a:lstStyle/>
                    <a:p>
                      <a:pPr algn="ctr">
                        <a:defRPr sz="1000" b="1">
                          <a:solidFill>
                            <a:srgbClr val="FFFFFF"/>
                          </a:solidFill>
                          <a:latin typeface="Montserrat"/>
                        </a:defRPr>
                      </a:pPr>
                      <a:r>
                        <a:t>Obras de </a:t>
                      </a:r>
                      <a:r>
                        <a:rPr err="1"/>
                        <a:t>Conservación</a:t>
                      </a:r>
                      <a:r>
                        <a:t>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11356">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2025)</a:t>
                      </a:r>
                    </a:p>
                  </a:txBody>
                  <a:tcPr marL="3600" marR="3600" marT="3600" marB="3600" anchor="ctr">
                    <a:solidFill>
                      <a:srgbClr val="FFFFFF"/>
                    </a:solidFill>
                  </a:tcPr>
                </a:tc>
                <a:tc>
                  <a:txBody>
                    <a:bodyPr/>
                    <a:lstStyle/>
                    <a:p>
                      <a:pPr algn="ctr">
                        <a:lnSpc>
                          <a:spcPct val="100000"/>
                        </a:lnSpc>
                      </a:pPr>
                      <a:r>
                        <a:rPr sz="1000">
                          <a:latin typeface="Montserrat"/>
                        </a:rPr>
                        <a:t>$107.7</a:t>
                      </a:r>
                    </a:p>
                  </a:txBody>
                  <a:tcPr marL="3600" marR="3600" marT="3600" marB="3600" anchor="ctr">
                    <a:solidFill>
                      <a:srgbClr val="FFFFFF"/>
                    </a:solidFill>
                  </a:tcPr>
                </a:tc>
                <a:extLst>
                  <a:ext uri="{0D108BD9-81ED-4DB2-BD59-A6C34878D82A}">
                    <a16:rowId xmlns:a16="http://schemas.microsoft.com/office/drawing/2014/main" val="10001"/>
                  </a:ext>
                </a:extLst>
              </a:tr>
              <a:tr h="304800">
                <a:tc>
                  <a:txBody>
                    <a:bodyPr/>
                    <a:lstStyle/>
                    <a:p>
                      <a:pPr algn="l">
                        <a:lnSpc>
                          <a:spcPct val="100000"/>
                        </a:lnSpc>
                      </a:pPr>
                      <a:r>
                        <a:rPr sz="1000">
                          <a:latin typeface="Montserrat"/>
                        </a:rPr>
                        <a:t>Intervención en áreas de residencias médicas en HGZMF No. 4 y HGZ No. 1 en Tlaxcala</a:t>
                      </a:r>
                    </a:p>
                  </a:txBody>
                  <a:tcPr marL="3600" marR="3600" marT="3600" marB="3600" anchor="ctr">
                    <a:solidFill>
                      <a:srgbClr val="D9D9D9"/>
                    </a:solidFill>
                  </a:tcPr>
                </a:tc>
                <a:tc>
                  <a:txBody>
                    <a:bodyPr/>
                    <a:lstStyle/>
                    <a:p>
                      <a:pPr algn="ctr">
                        <a:lnSpc>
                          <a:spcPct val="100000"/>
                        </a:lnSpc>
                      </a:pPr>
                      <a:r>
                        <a:rPr sz="1000">
                          <a:latin typeface="Montserrat"/>
                        </a:rPr>
                        <a:t>$4.7</a:t>
                      </a:r>
                    </a:p>
                  </a:txBody>
                  <a:tcPr marL="3600" marR="3600" marT="3600" marB="3600" anchor="ctr">
                    <a:solidFill>
                      <a:srgbClr val="D9D9D9"/>
                    </a:solidFill>
                  </a:tcPr>
                </a:tc>
                <a:extLst>
                  <a:ext uri="{0D108BD9-81ED-4DB2-BD59-A6C34878D82A}">
                    <a16:rowId xmlns:a16="http://schemas.microsoft.com/office/drawing/2014/main" val="10002"/>
                  </a:ext>
                </a:extLst>
              </a:tr>
              <a:tr h="411428">
                <a:tc>
                  <a:txBody>
                    <a:bodyPr/>
                    <a:lstStyle/>
                    <a:p>
                      <a:pPr algn="l">
                        <a:lnSpc>
                          <a:spcPct val="100000"/>
                        </a:lnSpc>
                      </a:pPr>
                      <a:r>
                        <a:rPr sz="1000">
                          <a:latin typeface="Montserrat"/>
                        </a:rPr>
                        <a:t>Intervención en áreas de accesibilidad (rampas) en HGZ No. 1 y HGZMF No.  2</a:t>
                      </a:r>
                    </a:p>
                  </a:txBody>
                  <a:tcPr marL="3600" marR="3600" marT="3600" marB="3600" anchor="ctr">
                    <a:solidFill>
                      <a:srgbClr val="FFFFFF"/>
                    </a:solidFill>
                  </a:tcPr>
                </a:tc>
                <a:tc>
                  <a:txBody>
                    <a:bodyPr/>
                    <a:lstStyle/>
                    <a:p>
                      <a:pPr algn="ctr">
                        <a:lnSpc>
                          <a:spcPct val="100000"/>
                        </a:lnSpc>
                      </a:pPr>
                      <a:r>
                        <a:rPr sz="1000">
                          <a:latin typeface="Montserrat"/>
                        </a:rPr>
                        <a:t>$1.8</a:t>
                      </a:r>
                    </a:p>
                  </a:txBody>
                  <a:tcPr marL="3600" marR="3600" marT="3600" marB="3600" anchor="ctr">
                    <a:solidFill>
                      <a:srgbClr val="FFFFFF"/>
                    </a:solidFill>
                  </a:tcPr>
                </a:tc>
                <a:extLst>
                  <a:ext uri="{0D108BD9-81ED-4DB2-BD59-A6C34878D82A}">
                    <a16:rowId xmlns:a16="http://schemas.microsoft.com/office/drawing/2014/main" val="10003"/>
                  </a:ext>
                </a:extLst>
              </a:tr>
              <a:tr h="218544">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a:t>
                      </a:r>
                      <a:r>
                        <a:rPr sz="1000" err="1">
                          <a:latin typeface="Montserrat"/>
                        </a:rPr>
                        <a:t>terapia</a:t>
                      </a:r>
                      <a:r>
                        <a:rPr sz="1000">
                          <a:latin typeface="Montserrat"/>
                        </a:rPr>
                        <a:t> </a:t>
                      </a:r>
                      <a:r>
                        <a:rPr sz="1000" err="1">
                          <a:latin typeface="Montserrat"/>
                        </a:rPr>
                        <a:t>intensiva</a:t>
                      </a:r>
                      <a:r>
                        <a:rPr sz="1000">
                          <a:latin typeface="Montserrat"/>
                        </a:rPr>
                        <a:t> </a:t>
                      </a:r>
                      <a:r>
                        <a:rPr sz="1000" err="1">
                          <a:latin typeface="Montserrat"/>
                        </a:rPr>
                        <a:t>en</a:t>
                      </a:r>
                      <a:r>
                        <a:rPr sz="1000">
                          <a:latin typeface="Montserrat"/>
                        </a:rPr>
                        <a:t> HGZ No. 1 Tlaxcala</a:t>
                      </a:r>
                    </a:p>
                  </a:txBody>
                  <a:tcPr marL="3600" marR="3600" marT="3600" marB="3600" anchor="ctr">
                    <a:solidFill>
                      <a:srgbClr val="D9D9D9"/>
                    </a:solidFill>
                  </a:tcPr>
                </a:tc>
                <a:tc>
                  <a:txBody>
                    <a:bodyPr/>
                    <a:lstStyle/>
                    <a:p>
                      <a:pPr algn="ctr">
                        <a:lnSpc>
                          <a:spcPct val="100000"/>
                        </a:lnSpc>
                      </a:pPr>
                      <a:r>
                        <a:rPr sz="1000">
                          <a:latin typeface="Montserrat"/>
                        </a:rPr>
                        <a:t>$1.4</a:t>
                      </a:r>
                    </a:p>
                  </a:txBody>
                  <a:tcPr marL="3600" marR="3600" marT="3600" marB="3600" anchor="ctr">
                    <a:solidFill>
                      <a:srgbClr val="D9D9D9"/>
                    </a:solidFill>
                  </a:tcPr>
                </a:tc>
                <a:extLst>
                  <a:ext uri="{0D108BD9-81ED-4DB2-BD59-A6C34878D82A}">
                    <a16:rowId xmlns:a16="http://schemas.microsoft.com/office/drawing/2014/main" val="10004"/>
                  </a:ext>
                </a:extLst>
              </a:tr>
              <a:tr h="279400">
                <a:tc>
                  <a:txBody>
                    <a:bodyPr/>
                    <a:lstStyle/>
                    <a:p>
                      <a:pPr algn="l">
                        <a:lnSpc>
                          <a:spcPct val="100000"/>
                        </a:lnSpc>
                      </a:pPr>
                      <a:r>
                        <a:rPr sz="1000">
                          <a:latin typeface="Montserrat"/>
                        </a:rPr>
                        <a:t>Intervención en áreas de hemodiálisis interna en HGZ No. 1 Tlaxcala</a:t>
                      </a:r>
                    </a:p>
                  </a:txBody>
                  <a:tcPr marL="3600" marR="3600" marT="3600" marB="3600" anchor="ctr">
                    <a:solidFill>
                      <a:srgbClr val="FFFFFF"/>
                    </a:solidFill>
                  </a:tcPr>
                </a:tc>
                <a:tc>
                  <a:txBody>
                    <a:bodyPr/>
                    <a:lstStyle/>
                    <a:p>
                      <a:pPr algn="ctr">
                        <a:lnSpc>
                          <a:spcPct val="100000"/>
                        </a:lnSpc>
                      </a:pPr>
                      <a:r>
                        <a:rPr sz="1000">
                          <a:latin typeface="Montserrat"/>
                        </a:rPr>
                        <a:t>$0.6</a:t>
                      </a:r>
                    </a:p>
                  </a:txBody>
                  <a:tcPr marL="3600" marR="3600" marT="3600" marB="3600" anchor="ctr">
                    <a:solidFill>
                      <a:srgbClr val="FFFFFF"/>
                    </a:solidFill>
                  </a:tcPr>
                </a:tc>
                <a:extLst>
                  <a:ext uri="{0D108BD9-81ED-4DB2-BD59-A6C34878D82A}">
                    <a16:rowId xmlns:a16="http://schemas.microsoft.com/office/drawing/2014/main" val="10005"/>
                  </a:ext>
                </a:extLst>
              </a:tr>
              <a:tr h="244628">
                <a:tc>
                  <a:txBody>
                    <a:bodyPr/>
                    <a:lstStyle/>
                    <a:p>
                      <a:pPr algn="ctr">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t>$116.2</a:t>
                      </a:r>
                    </a:p>
                  </a:txBody>
                  <a:tcPr marL="3600" marR="3600" marT="3600" marB="3600" anchor="ctr">
                    <a:solidFill>
                      <a:srgbClr val="ECE1D2"/>
                    </a:solidFill>
                  </a:tcPr>
                </a:tc>
                <a:extLst>
                  <a:ext uri="{0D108BD9-81ED-4DB2-BD59-A6C34878D82A}">
                    <a16:rowId xmlns:a16="http://schemas.microsoft.com/office/drawing/2014/main" val="10006"/>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441705565"/>
              </p:ext>
            </p:extLst>
          </p:nvPr>
        </p:nvGraphicFramePr>
        <p:xfrm>
          <a:off x="1785600" y="3567734"/>
          <a:ext cx="5295600" cy="81785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53450">
                <a:tc>
                  <a:txBody>
                    <a:bodyPr/>
                    <a:lstStyle/>
                    <a:p>
                      <a:pPr algn="ctr">
                        <a:defRPr sz="1000" b="1">
                          <a:solidFill>
                            <a:srgbClr val="FFFFFF"/>
                          </a:solidFill>
                          <a:latin typeface="Montserrat"/>
                        </a:defRPr>
                      </a:pPr>
                      <a:r>
                        <a:t>Equipo Médico 2025, </a:t>
                      </a:r>
                      <a:r>
                        <a:rPr err="1"/>
                        <a:t>Instalación</a:t>
                      </a:r>
                      <a:r>
                        <a:t> 2026</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450000">
                <a:tc>
                  <a:txBody>
                    <a:bodyPr/>
                    <a:lstStyle/>
                    <a:p>
                      <a:pPr algn="l">
                        <a:lnSpc>
                          <a:spcPct val="100000"/>
                        </a:lnSpc>
                      </a:pPr>
                      <a:r>
                        <a:rPr sz="1000" err="1">
                          <a:latin typeface="Montserrat"/>
                        </a:rPr>
                        <a:t>Adquisición</a:t>
                      </a:r>
                      <a:r>
                        <a:rPr sz="1000">
                          <a:latin typeface="Montserrat"/>
                        </a:rPr>
                        <a:t> de 4 </a:t>
                      </a:r>
                      <a:r>
                        <a:rPr sz="1000" err="1">
                          <a:latin typeface="Montserrat"/>
                        </a:rPr>
                        <a:t>piezas</a:t>
                      </a:r>
                      <a:r>
                        <a:rPr sz="1000">
                          <a:latin typeface="Montserrat"/>
                        </a:rPr>
                        <a:t> de </a:t>
                      </a:r>
                      <a:r>
                        <a:rPr sz="1000" err="1">
                          <a:latin typeface="Montserrat"/>
                        </a:rPr>
                        <a:t>equipo</a:t>
                      </a:r>
                      <a:r>
                        <a:rPr sz="1000">
                          <a:latin typeface="Montserrat"/>
                        </a:rPr>
                        <a:t> </a:t>
                      </a:r>
                      <a:r>
                        <a:rPr sz="1000" err="1">
                          <a:latin typeface="Montserrat"/>
                        </a:rPr>
                        <a:t>médico</a:t>
                      </a:r>
                      <a:r>
                        <a:rPr sz="1000">
                          <a:latin typeface="Montserrat"/>
                        </a:rPr>
                        <a:t>: 3 </a:t>
                      </a:r>
                      <a:r>
                        <a:rPr sz="1000" err="1">
                          <a:latin typeface="Montserrat"/>
                        </a:rPr>
                        <a:t>refrigeradores</a:t>
                      </a:r>
                      <a:r>
                        <a:rPr sz="1000">
                          <a:latin typeface="Montserrat"/>
                        </a:rPr>
                        <a:t> con </a:t>
                      </a:r>
                      <a:r>
                        <a:rPr sz="1000" err="1">
                          <a:latin typeface="Montserrat"/>
                        </a:rPr>
                        <a:t>congelador</a:t>
                      </a:r>
                      <a:r>
                        <a:rPr sz="1000">
                          <a:latin typeface="Montserrat"/>
                        </a:rPr>
                        <a:t> de 5.4 pies </a:t>
                      </a:r>
                      <a:r>
                        <a:rPr sz="1000" err="1">
                          <a:latin typeface="Montserrat"/>
                        </a:rPr>
                        <a:t>cúbicos</a:t>
                      </a:r>
                      <a:r>
                        <a:rPr sz="1000">
                          <a:latin typeface="Montserrat"/>
                        </a:rPr>
                        <a:t>, 1 mastógrafo digital con </a:t>
                      </a:r>
                      <a:r>
                        <a:rPr sz="1000" err="1">
                          <a:latin typeface="Montserrat"/>
                        </a:rPr>
                        <a:t>estereotaxia</a:t>
                      </a:r>
                      <a:r>
                        <a:rPr sz="1000">
                          <a:latin typeface="Montserrat"/>
                        </a:rPr>
                        <a:t> y </a:t>
                      </a:r>
                      <a:r>
                        <a:rPr sz="1000" err="1">
                          <a:latin typeface="Montserrat"/>
                        </a:rPr>
                        <a:t>tomosíntesis</a:t>
                      </a:r>
                      <a:endParaRPr sz="100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$4.4</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6" name="TextBox 15"/>
          <p:cNvSpPr txBox="1"/>
          <p:nvPr/>
        </p:nvSpPr>
        <p:spPr>
          <a:xfrm>
            <a:off x="5774400" y="754416"/>
            <a:ext cx="1306800" cy="338400"/>
          </a:xfrm>
          <a:prstGeom prst="rect">
            <a:avLst/>
          </a:prstGeom>
          <a:noFill/>
        </p:spPr>
        <p:txBody>
          <a:bodyPr wrap="none">
            <a:spAutoFit/>
          </a:bodyPr>
          <a:lstStyle/>
          <a:p>
            <a:pPr algn="ctr">
              <a:defRPr sz="1400" b="1">
                <a:solidFill>
                  <a:srgbClr val="FFFFFF"/>
                </a:solidFill>
                <a:latin typeface="Montserrat"/>
              </a:defRPr>
            </a:pPr>
            <a:r>
              <a:t>120.6</a:t>
            </a:r>
          </a:p>
          <a:p>
            <a:pPr algn="ctr">
              <a:defRPr sz="1400" b="1">
                <a:solidFill>
                  <a:srgbClr val="FFFFFF"/>
                </a:solidFill>
                <a:latin typeface="Montserrat"/>
              </a:defRPr>
            </a:pPr>
            <a:r>
              <a:t>mdp</a:t>
            </a:r>
          </a:p>
        </p:txBody>
      </p:sp>
      <p:graphicFrame>
        <p:nvGraphicFramePr>
          <p:cNvPr id="17" name="Google Shape;394;p15">
            <a:extLst>
              <a:ext uri="{FF2B5EF4-FFF2-40B4-BE49-F238E27FC236}">
                <a16:creationId xmlns:a16="http://schemas.microsoft.com/office/drawing/2014/main" id="{B762DBC9-2C5F-4219-04BA-4A2BF2F57E2F}"/>
              </a:ext>
            </a:extLst>
          </p:cNvPr>
          <p:cNvGraphicFramePr/>
          <p:nvPr>
            <p:extLst>
              <p:ext uri="{D42A27DB-BD31-4B8C-83A1-F6EECF244321}">
                <p14:modId xmlns:p14="http://schemas.microsoft.com/office/powerpoint/2010/main" val="1108658631"/>
              </p:ext>
            </p:extLst>
          </p:nvPr>
        </p:nvGraphicFramePr>
        <p:xfrm>
          <a:off x="287700" y="481381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8" name="Google Shape;396;p15">
            <a:extLst>
              <a:ext uri="{FF2B5EF4-FFF2-40B4-BE49-F238E27FC236}">
                <a16:creationId xmlns:a16="http://schemas.microsoft.com/office/drawing/2014/main" id="{8E24F6E5-E3CB-0C93-0587-E21A33C953B7}"/>
              </a:ext>
            </a:extLst>
          </p:cNvPr>
          <p:cNvSpPr txBox="1"/>
          <p:nvPr/>
        </p:nvSpPr>
        <p:spPr>
          <a:xfrm>
            <a:off x="4031556" y="4764075"/>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grpSp>
        <p:nvGrpSpPr>
          <p:cNvPr id="19" name="Group 10">
            <a:extLst>
              <a:ext uri="{FF2B5EF4-FFF2-40B4-BE49-F238E27FC236}">
                <a16:creationId xmlns:a16="http://schemas.microsoft.com/office/drawing/2014/main" id="{9119A1C4-1E4E-4E9A-6BEB-8D66D32D43BD}"/>
              </a:ext>
            </a:extLst>
          </p:cNvPr>
          <p:cNvGrpSpPr/>
          <p:nvPr/>
        </p:nvGrpSpPr>
        <p:grpSpPr>
          <a:xfrm>
            <a:off x="5600698" y="4492615"/>
            <a:ext cx="1812473" cy="571500"/>
            <a:chOff x="5568041" y="2253568"/>
            <a:chExt cx="1812473" cy="571500"/>
          </a:xfrm>
        </p:grpSpPr>
        <p:sp>
          <p:nvSpPr>
            <p:cNvPr id="20" name="Terminator 3">
              <a:extLst>
                <a:ext uri="{FF2B5EF4-FFF2-40B4-BE49-F238E27FC236}">
                  <a16:creationId xmlns:a16="http://schemas.microsoft.com/office/drawing/2014/main" id="{DCFFC811-637E-D768-4117-BFFFD79FFB2F}"/>
                </a:ext>
              </a:extLst>
            </p:cNvPr>
            <p:cNvSpPr/>
            <p:nvPr/>
          </p:nvSpPr>
          <p:spPr>
            <a:xfrm>
              <a:off x="5568041" y="2253568"/>
              <a:ext cx="1812473" cy="571500"/>
            </a:xfrm>
            <a:prstGeom prst="flowChartTerminator">
              <a:avLst/>
            </a:prstGeom>
            <a:solidFill>
              <a:srgbClr val="9F2241"/>
            </a:solidFill>
            <a:ln>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Oval 5">
              <a:extLst>
                <a:ext uri="{FF2B5EF4-FFF2-40B4-BE49-F238E27FC236}">
                  <a16:creationId xmlns:a16="http://schemas.microsoft.com/office/drawing/2014/main" id="{78793306-831D-7776-DB4E-229E8976EE8D}"/>
                </a:ext>
              </a:extLst>
            </p:cNvPr>
            <p:cNvSpPr/>
            <p:nvPr/>
          </p:nvSpPr>
          <p:spPr>
            <a:xfrm>
              <a:off x="5568041" y="2260318"/>
              <a:ext cx="604157" cy="558000"/>
            </a:xfrm>
            <a:prstGeom prst="ellipse">
              <a:avLst/>
            </a:prstGeom>
            <a:solidFill>
              <a:schemeClr val="bg1"/>
            </a:solidFill>
            <a:ln w="57150">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3200" b="1">
                  <a:solidFill>
                    <a:srgbClr val="9F2241"/>
                  </a:solidFill>
                  <a:latin typeface="Montserrat" pitchFamily="2" charset="77"/>
                </a:rPr>
                <a:t>$</a:t>
              </a:r>
              <a:endParaRPr lang="es-ES_tradnl"/>
            </a:p>
          </p:txBody>
        </p:sp>
      </p:grpSp>
      <p:pic>
        <p:nvPicPr>
          <p:cNvPr id="22" name="Imagen 21" descr="Forma, Círculo&#10;&#10;El contenido generado por IA puede ser incorrecto.">
            <a:extLst>
              <a:ext uri="{FF2B5EF4-FFF2-40B4-BE49-F238E27FC236}">
                <a16:creationId xmlns:a16="http://schemas.microsoft.com/office/drawing/2014/main" id="{19DDCF82-3026-68AC-7A49-50486C99AE68}"/>
              </a:ext>
            </a:extLst>
          </p:cNvPr>
          <p:cNvPicPr>
            <a:picLocks noChangeAspect="1"/>
          </p:cNvPicPr>
          <p:nvPr/>
        </p:nvPicPr>
        <p:blipFill>
          <a:blip r:embed="rId6"/>
          <a:stretch>
            <a:fillRect/>
          </a:stretch>
        </p:blipFill>
        <p:spPr>
          <a:xfrm>
            <a:off x="403655" y="5640675"/>
            <a:ext cx="1032784" cy="1008022"/>
          </a:xfrm>
          <a:prstGeom prst="rect">
            <a:avLst/>
          </a:prstGeom>
        </p:spPr>
      </p:pic>
      <p:graphicFrame>
        <p:nvGraphicFramePr>
          <p:cNvPr id="23" name="Table 12"/>
          <p:cNvGraphicFramePr>
            <a:graphicFrameLocks noGrp="1"/>
          </p:cNvGraphicFramePr>
          <p:nvPr>
            <p:extLst>
              <p:ext uri="{D42A27DB-BD31-4B8C-83A1-F6EECF244321}">
                <p14:modId xmlns:p14="http://schemas.microsoft.com/office/powerpoint/2010/main" val="4240114086"/>
              </p:ext>
            </p:extLst>
          </p:nvPr>
        </p:nvGraphicFramePr>
        <p:xfrm>
          <a:off x="1785600" y="5316933"/>
          <a:ext cx="5396400" cy="50399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Infraestructura 2026</a:t>
                      </a:r>
                    </a:p>
                  </a:txBody>
                  <a:tcPr marL="3600" marR="3600" marT="3600" marB="3600">
                    <a:solidFill>
                      <a:srgbClr val="9F2241"/>
                    </a:solidFill>
                  </a:tcPr>
                </a:tc>
                <a:tc>
                  <a:txBody>
                    <a:bodyPr/>
                    <a:lstStyle/>
                    <a:p>
                      <a:pPr algn="ctr">
                        <a:defRPr sz="1000" b="1">
                          <a:solidFill>
                            <a:srgbClr val="FFFFFF"/>
                          </a:solidFill>
                          <a:latin typeface="Montserrat"/>
                        </a:defRPr>
                      </a:pPr>
                      <a:r>
                        <a:t>Monto (mdp)</a:t>
                      </a:r>
                    </a:p>
                  </a:txBody>
                  <a:tcPr marL="3600" marR="3600" marT="3600" marB="3600">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HGR No. 260 camas Tlaxcala</a:t>
                      </a:r>
                    </a:p>
                  </a:txBody>
                  <a:tcPr marL="3600" marR="3600" marT="3600" marB="3600">
                    <a:solidFill>
                      <a:srgbClr val="FFFFFF"/>
                    </a:solidFill>
                  </a:tcPr>
                </a:tc>
                <a:tc>
                  <a:txBody>
                    <a:bodyPr/>
                    <a:lstStyle/>
                    <a:p>
                      <a:pPr algn="ctr">
                        <a:lnSpc>
                          <a:spcPct val="100000"/>
                        </a:lnSpc>
                      </a:pPr>
                      <a:r>
                        <a:rPr sz="1000">
                          <a:latin typeface="Montserrat"/>
                        </a:rPr>
                        <a:t>$3,692.0</a:t>
                      </a:r>
                    </a:p>
                  </a:txBody>
                  <a:tcPr marL="3600" marR="3600" marT="3600" marB="3600">
                    <a:solidFill>
                      <a:srgbClr val="FFFFFF"/>
                    </a:solidFill>
                  </a:tcPr>
                </a:tc>
                <a:extLst>
                  <a:ext uri="{0D108BD9-81ED-4DB2-BD59-A6C34878D82A}">
                    <a16:rowId xmlns:a16="http://schemas.microsoft.com/office/drawing/2014/main" val="10001"/>
                  </a:ext>
                </a:extLst>
              </a:tr>
            </a:tbl>
          </a:graphicData>
        </a:graphic>
      </p:graphicFrame>
      <p:graphicFrame>
        <p:nvGraphicFramePr>
          <p:cNvPr id="24" name="Table 13"/>
          <p:cNvGraphicFramePr>
            <a:graphicFrameLocks noGrp="1"/>
          </p:cNvGraphicFramePr>
          <p:nvPr>
            <p:extLst>
              <p:ext uri="{D42A27DB-BD31-4B8C-83A1-F6EECF244321}">
                <p14:modId xmlns:p14="http://schemas.microsoft.com/office/powerpoint/2010/main" val="3961306713"/>
              </p:ext>
            </p:extLst>
          </p:nvPr>
        </p:nvGraphicFramePr>
        <p:xfrm>
          <a:off x="1785600" y="6000931"/>
          <a:ext cx="5396400" cy="50399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Conservación 2026</a:t>
                      </a:r>
                    </a:p>
                  </a:txBody>
                  <a:tcPr marL="3600" marR="3600" marT="3600" marB="3600">
                    <a:solidFill>
                      <a:srgbClr val="9F2241"/>
                    </a:solidFill>
                  </a:tcPr>
                </a:tc>
                <a:tc>
                  <a:txBody>
                    <a:bodyPr/>
                    <a:lstStyle/>
                    <a:p>
                      <a:pPr algn="ctr">
                        <a:defRPr sz="1000" b="1">
                          <a:solidFill>
                            <a:srgbClr val="FFFFFF"/>
                          </a:solidFill>
                          <a:latin typeface="Montserrat"/>
                        </a:defRPr>
                      </a:pPr>
                      <a:r>
                        <a:t>Monto (mdp)</a:t>
                      </a:r>
                    </a:p>
                  </a:txBody>
                  <a:tcPr marL="3600" marR="3600" marT="3600" marB="3600">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solidFill>
                      <a:srgbClr val="FFFFFF"/>
                    </a:solidFill>
                  </a:tcPr>
                </a:tc>
                <a:tc>
                  <a:txBody>
                    <a:bodyPr/>
                    <a:lstStyle/>
                    <a:p>
                      <a:pPr algn="ctr">
                        <a:lnSpc>
                          <a:spcPct val="100000"/>
                        </a:lnSpc>
                      </a:pPr>
                      <a:r>
                        <a:rPr sz="1000">
                          <a:latin typeface="Montserrat"/>
                        </a:rPr>
                        <a:t>$68.2</a:t>
                      </a:r>
                    </a:p>
                  </a:txBody>
                  <a:tcPr marL="3600" marR="3600" marT="3600" marB="3600">
                    <a:solidFill>
                      <a:srgbClr val="FFFFFF"/>
                    </a:solidFill>
                  </a:tcPr>
                </a:tc>
                <a:extLst>
                  <a:ext uri="{0D108BD9-81ED-4DB2-BD59-A6C34878D82A}">
                    <a16:rowId xmlns:a16="http://schemas.microsoft.com/office/drawing/2014/main" val="10001"/>
                  </a:ext>
                </a:extLst>
              </a:tr>
            </a:tbl>
          </a:graphicData>
        </a:graphic>
      </p:graphicFrame>
      <p:sp>
        <p:nvSpPr>
          <p:cNvPr id="25" name="TextBox 14"/>
          <p:cNvSpPr txBox="1"/>
          <p:nvPr/>
        </p:nvSpPr>
        <p:spPr>
          <a:xfrm>
            <a:off x="6010200" y="4536218"/>
            <a:ext cx="1306800" cy="338400"/>
          </a:xfrm>
          <a:prstGeom prst="rect">
            <a:avLst/>
          </a:prstGeom>
          <a:noFill/>
        </p:spPr>
        <p:txBody>
          <a:bodyPr wrap="none">
            <a:spAutoFit/>
          </a:bodyPr>
          <a:lstStyle/>
          <a:p>
            <a:pPr algn="ctr">
              <a:defRPr sz="1400" b="1">
                <a:solidFill>
                  <a:srgbClr val="FFFFFF"/>
                </a:solidFill>
                <a:latin typeface="Montserrat"/>
              </a:defRPr>
            </a:pPr>
            <a:r>
              <a:t>3,760.2</a:t>
            </a:r>
          </a:p>
          <a:p>
            <a:pPr algn="ctr">
              <a:defRPr sz="1400" b="1">
                <a:solidFill>
                  <a:srgbClr val="FFFFFF"/>
                </a:solidFill>
                <a:latin typeface="Montserrat"/>
              </a:defRPr>
            </a:pPr>
            <a:r>
              <a:rPr err="1"/>
              <a:t>mdp</a:t>
            </a:r>
            <a:endParaRPr/>
          </a:p>
        </p:txBody>
      </p:sp>
      <p:sp>
        <p:nvSpPr>
          <p:cNvPr id="26" name="Google Shape;396;p15">
            <a:extLst>
              <a:ext uri="{FF2B5EF4-FFF2-40B4-BE49-F238E27FC236}">
                <a16:creationId xmlns:a16="http://schemas.microsoft.com/office/drawing/2014/main" id="{E88BB0FA-E531-65E5-BCFF-E42AF55A4FE5}"/>
              </a:ext>
            </a:extLst>
          </p:cNvPr>
          <p:cNvSpPr txBox="1"/>
          <p:nvPr/>
        </p:nvSpPr>
        <p:spPr>
          <a:xfrm>
            <a:off x="157010" y="5188521"/>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lang="es" b="1">
                <a:solidFill>
                  <a:srgbClr val="9F2241"/>
                </a:solidFill>
                <a:latin typeface="Montserrat"/>
                <a:sym typeface="Montserrat"/>
              </a:rPr>
              <a:t>Construcción:</a:t>
            </a:r>
            <a:endParaRPr kumimoji="0" b="0" i="0" u="none" strike="noStrike" kern="0" cap="none" spc="0" normalizeH="0" baseline="0" noProof="0">
              <a:ln>
                <a:noFill/>
              </a:ln>
              <a:solidFill>
                <a:srgbClr val="9F2241"/>
              </a:solidFill>
              <a:effectLst/>
              <a:uLnTx/>
              <a:uFillTx/>
              <a:latin typeface="Arial"/>
              <a:ea typeface="Arial"/>
              <a:cs typeface="Arial"/>
              <a:sym typeface="Arial"/>
            </a:endParaRPr>
          </a:p>
        </p:txBody>
      </p:sp>
      <p:sp>
        <p:nvSpPr>
          <p:cNvPr id="41" name="Google Shape;396;p15">
            <a:extLst>
              <a:ext uri="{FF2B5EF4-FFF2-40B4-BE49-F238E27FC236}">
                <a16:creationId xmlns:a16="http://schemas.microsoft.com/office/drawing/2014/main" id="{49ADEC3C-9272-8144-4E8B-9B7799FD370F}"/>
              </a:ext>
            </a:extLst>
          </p:cNvPr>
          <p:cNvSpPr txBox="1"/>
          <p:nvPr/>
        </p:nvSpPr>
        <p:spPr>
          <a:xfrm>
            <a:off x="455046" y="5867314"/>
            <a:ext cx="954146" cy="334639"/>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lang="es" sz="1800" b="1">
                <a:solidFill>
                  <a:srgbClr val="9F2241"/>
                </a:solidFill>
                <a:latin typeface="Montserrat"/>
                <a:sym typeface="Montserrat"/>
              </a:rPr>
              <a:t>1</a:t>
            </a: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lang="es" b="1">
                <a:solidFill>
                  <a:srgbClr val="9F2241"/>
                </a:solidFill>
                <a:latin typeface="Montserrat"/>
                <a:sym typeface="Montserrat"/>
              </a:rPr>
              <a:t>Hospital</a:t>
            </a:r>
            <a:endParaRPr kumimoji="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8" name="Google Shape;551;g3d0ffe769cd_0_0">
            <a:extLst>
              <a:ext uri="{FF2B5EF4-FFF2-40B4-BE49-F238E27FC236}">
                <a16:creationId xmlns:a16="http://schemas.microsoft.com/office/drawing/2014/main" id="{14149C8F-F642-4461-A96D-25A7C72C7DF1}"/>
              </a:ext>
            </a:extLst>
          </p:cNvPr>
          <p:cNvPicPr preferRelativeResize="0"/>
          <p:nvPr/>
        </p:nvPicPr>
        <p:blipFill rotWithShape="1">
          <a:blip r:embed="rId7">
            <a:alphaModFix/>
          </a:blip>
          <a:srcRect l="382" t="14684" r="1598" b="25948"/>
          <a:stretch>
            <a:fillRect/>
          </a:stretch>
        </p:blipFill>
        <p:spPr>
          <a:xfrm>
            <a:off x="230902" y="7032020"/>
            <a:ext cx="7368300" cy="2352416"/>
          </a:xfrm>
          <a:prstGeom prst="rect">
            <a:avLst/>
          </a:prstGeom>
          <a:noFill/>
          <a:ln>
            <a:noFill/>
          </a:ln>
        </p:spPr>
      </p:pic>
      <p:graphicFrame>
        <p:nvGraphicFramePr>
          <p:cNvPr id="30" name="Google Shape;559;g3d0ffe769cd_0_0">
            <a:extLst>
              <a:ext uri="{FF2B5EF4-FFF2-40B4-BE49-F238E27FC236}">
                <a16:creationId xmlns:a16="http://schemas.microsoft.com/office/drawing/2014/main" id="{33386005-2BC8-FB7E-DFAB-BCF647FD0D99}"/>
              </a:ext>
            </a:extLst>
          </p:cNvPr>
          <p:cNvGraphicFramePr/>
          <p:nvPr>
            <p:extLst>
              <p:ext uri="{D42A27DB-BD31-4B8C-83A1-F6EECF244321}">
                <p14:modId xmlns:p14="http://schemas.microsoft.com/office/powerpoint/2010/main" val="4053417616"/>
              </p:ext>
            </p:extLst>
          </p:nvPr>
        </p:nvGraphicFramePr>
        <p:xfrm>
          <a:off x="147600" y="6553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A42145"/>
                          </a:solidFill>
                          <a:latin typeface="Montserrat"/>
                          <a:ea typeface="Montserrat"/>
                          <a:cs typeface="Montserrat"/>
                          <a:sym typeface="Montserrat"/>
                        </a:rPr>
                        <a:t>Propuestas </a:t>
                      </a:r>
                      <a:r>
                        <a:rPr lang="es" sz="2100" b="1">
                          <a:solidFill>
                            <a:srgbClr val="A42145"/>
                          </a:solidFill>
                          <a:latin typeface="Montserrat"/>
                          <a:ea typeface="Montserrat"/>
                          <a:cs typeface="Montserrat"/>
                          <a:sym typeface="Montserrat"/>
                        </a:rPr>
                        <a:t>en</a:t>
                      </a:r>
                      <a:r>
                        <a:rPr lang="es" sz="2100" b="1" u="none" strike="noStrike" cap="none">
                          <a:solidFill>
                            <a:srgbClr val="A42145"/>
                          </a:solidFill>
                          <a:latin typeface="Montserrat"/>
                          <a:ea typeface="Montserrat"/>
                          <a:cs typeface="Montserrat"/>
                          <a:sym typeface="Montserrat"/>
                        </a:rPr>
                        <a:t> valoración</a:t>
                      </a:r>
                      <a:endParaRPr sz="2100" b="1" u="none" strike="noStrike" cap="none">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2" name="Google Shape;552;g3d0ffe769cd_0_0">
            <a:extLst>
              <a:ext uri="{FF2B5EF4-FFF2-40B4-BE49-F238E27FC236}">
                <a16:creationId xmlns:a16="http://schemas.microsoft.com/office/drawing/2014/main" id="{982AF970-0964-9DF7-436F-FC0D181CAD6F}"/>
              </a:ext>
            </a:extLst>
          </p:cNvPr>
          <p:cNvSpPr/>
          <p:nvPr/>
        </p:nvSpPr>
        <p:spPr>
          <a:xfrm>
            <a:off x="234692" y="7054134"/>
            <a:ext cx="7338300" cy="2352416"/>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4" name="Google Shape;556;g3d0ffe769cd_0_0">
            <a:extLst>
              <a:ext uri="{FF2B5EF4-FFF2-40B4-BE49-F238E27FC236}">
                <a16:creationId xmlns:a16="http://schemas.microsoft.com/office/drawing/2014/main" id="{5689D8CD-3759-822B-2DB7-22D8146AA11E}"/>
              </a:ext>
            </a:extLst>
          </p:cNvPr>
          <p:cNvSpPr/>
          <p:nvPr/>
        </p:nvSpPr>
        <p:spPr>
          <a:xfrm>
            <a:off x="852084" y="73595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6" name="Google Shape;553;g3d0ffe769cd_0_0">
            <a:extLst>
              <a:ext uri="{FF2B5EF4-FFF2-40B4-BE49-F238E27FC236}">
                <a16:creationId xmlns:a16="http://schemas.microsoft.com/office/drawing/2014/main" id="{5444FFA8-D712-3F41-247F-66DDBE3808C0}"/>
              </a:ext>
            </a:extLst>
          </p:cNvPr>
          <p:cNvSpPr/>
          <p:nvPr/>
        </p:nvSpPr>
        <p:spPr>
          <a:xfrm>
            <a:off x="290798" y="81261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38" name="Google Shape;554;g3d0ffe769cd_0_0">
            <a:extLst>
              <a:ext uri="{FF2B5EF4-FFF2-40B4-BE49-F238E27FC236}">
                <a16:creationId xmlns:a16="http://schemas.microsoft.com/office/drawing/2014/main" id="{2AA16494-3EBB-B935-62D5-4F681718989E}"/>
              </a:ext>
            </a:extLst>
          </p:cNvPr>
          <p:cNvSpPr txBox="1"/>
          <p:nvPr/>
        </p:nvSpPr>
        <p:spPr>
          <a:xfrm>
            <a:off x="276701" y="87171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40" name="Google Shape;562;g3d0ffe769cd_0_0">
            <a:extLst>
              <a:ext uri="{FF2B5EF4-FFF2-40B4-BE49-F238E27FC236}">
                <a16:creationId xmlns:a16="http://schemas.microsoft.com/office/drawing/2014/main" id="{F9FEF400-14F4-9DA3-C7B4-436E82DEC15F}"/>
              </a:ext>
            </a:extLst>
          </p:cNvPr>
          <p:cNvSpPr txBox="1"/>
          <p:nvPr/>
        </p:nvSpPr>
        <p:spPr>
          <a:xfrm rot="16200000">
            <a:off x="1958850" y="83405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graphicFrame>
        <p:nvGraphicFramePr>
          <p:cNvPr id="43" name="Table 19">
            <a:extLst>
              <a:ext uri="{FF2B5EF4-FFF2-40B4-BE49-F238E27FC236}">
                <a16:creationId xmlns:a16="http://schemas.microsoft.com/office/drawing/2014/main" id="{87E6198A-EFF8-4EF7-E26A-058030550015}"/>
              </a:ext>
            </a:extLst>
          </p:cNvPr>
          <p:cNvGraphicFramePr>
            <a:graphicFrameLocks noGrp="1"/>
          </p:cNvGraphicFramePr>
          <p:nvPr>
            <p:extLst>
              <p:ext uri="{D42A27DB-BD31-4B8C-83A1-F6EECF244321}">
                <p14:modId xmlns:p14="http://schemas.microsoft.com/office/powerpoint/2010/main" val="103657259"/>
              </p:ext>
            </p:extLst>
          </p:nvPr>
        </p:nvGraphicFramePr>
        <p:xfrm>
          <a:off x="2552400" y="7246500"/>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2 Predios en ruta y 0 CECI en Construción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Zacatelco, Chiautempan</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extLst>
                  <a:ext uri="{0D108BD9-81ED-4DB2-BD59-A6C34878D82A}">
                    <a16:rowId xmlns:a16="http://schemas.microsoft.com/office/drawing/2014/main" val="10003"/>
                  </a:ext>
                </a:extLst>
              </a:tr>
            </a:tbl>
          </a:graphicData>
        </a:graphic>
      </p:graphicFrame>
      <p:sp>
        <p:nvSpPr>
          <p:cNvPr id="45" name="Oval 20">
            <a:extLst>
              <a:ext uri="{FF2B5EF4-FFF2-40B4-BE49-F238E27FC236}">
                <a16:creationId xmlns:a16="http://schemas.microsoft.com/office/drawing/2014/main" id="{AF69BB52-8285-44CB-043E-9ED9F20187DB}"/>
              </a:ext>
            </a:extLst>
          </p:cNvPr>
          <p:cNvSpPr/>
          <p:nvPr/>
        </p:nvSpPr>
        <p:spPr>
          <a:xfrm>
            <a:off x="885600" y="73824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14</a:t>
            </a:r>
          </a:p>
        </p:txBody>
      </p:sp>
      <p:sp>
        <p:nvSpPr>
          <p:cNvPr id="47" name="Rectangle 21">
            <a:extLst>
              <a:ext uri="{FF2B5EF4-FFF2-40B4-BE49-F238E27FC236}">
                <a16:creationId xmlns:a16="http://schemas.microsoft.com/office/drawing/2014/main" id="{584E95A5-16DD-A262-3142-8459390CFAFE}"/>
              </a:ext>
            </a:extLst>
          </p:cNvPr>
          <p:cNvSpPr/>
          <p:nvPr/>
        </p:nvSpPr>
        <p:spPr>
          <a:xfrm>
            <a:off x="363600" y="81672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14 CECI IMSS</a:t>
            </a:r>
          </a:p>
          <a:p>
            <a:pPr algn="ctr">
              <a:defRPr sz="1500" b="1">
                <a:solidFill>
                  <a:srgbClr val="FFFFFF"/>
                </a:solidFill>
                <a:latin typeface="Montserrat"/>
              </a:defRPr>
            </a:pPr>
            <a:r>
              <a:t>0 CECI CAMPO</a:t>
            </a:r>
          </a:p>
        </p:txBody>
      </p:sp>
      <p:sp>
        <p:nvSpPr>
          <p:cNvPr id="49" name="TextBox 22">
            <a:extLst>
              <a:ext uri="{FF2B5EF4-FFF2-40B4-BE49-F238E27FC236}">
                <a16:creationId xmlns:a16="http://schemas.microsoft.com/office/drawing/2014/main" id="{B39E15EA-B35C-15FE-5A9F-9BC50AC4AE55}"/>
              </a:ext>
            </a:extLst>
          </p:cNvPr>
          <p:cNvSpPr txBox="1"/>
          <p:nvPr/>
        </p:nvSpPr>
        <p:spPr>
          <a:xfrm>
            <a:off x="309966" y="9543906"/>
            <a:ext cx="7103205" cy="123111"/>
          </a:xfrm>
          <a:prstGeom prst="rect">
            <a:avLst/>
          </a:prstGeom>
          <a:noFill/>
        </p:spPr>
        <p:txBody>
          <a:bodyPr wrap="square" lIns="0" tIns="0" rIns="0" bIns="0">
            <a:spAutoFit/>
          </a:bodyPr>
          <a:lstStyle/>
          <a:p>
            <a:pPr algn="l">
              <a:defRPr sz="900">
                <a:solidFill>
                  <a:srgbClr val="FFFFFF"/>
                </a:solidFill>
                <a:latin typeface="Montserrat"/>
              </a:defRPr>
            </a:pPr>
            <a:r>
              <a:rPr sz="800"/>
              <a:t>¹ </a:t>
            </a:r>
            <a:r>
              <a:rPr sz="800" err="1"/>
              <a:t>Terrenos</a:t>
            </a:r>
            <a:r>
              <a:rPr sz="800"/>
              <a:t> </a:t>
            </a:r>
            <a:r>
              <a:rPr sz="800" err="1"/>
              <a:t>validados</a:t>
            </a:r>
            <a:r>
              <a:rPr sz="800"/>
              <a:t>. 2 CECI </a:t>
            </a:r>
            <a:r>
              <a:rPr sz="800" err="1"/>
              <a:t>en</a:t>
            </a:r>
            <a:r>
              <a:rPr sz="800"/>
              <a:t> </a:t>
            </a:r>
            <a:r>
              <a:rPr sz="800" err="1"/>
              <a:t>integración</a:t>
            </a:r>
            <a:r>
              <a:rPr sz="800"/>
              <a:t> de </a:t>
            </a:r>
            <a:r>
              <a:rPr sz="800" err="1"/>
              <a:t>expediente</a:t>
            </a:r>
            <a:r>
              <a:rPr sz="800"/>
              <a:t> para </a:t>
            </a:r>
            <a:r>
              <a:rPr sz="800" err="1"/>
              <a:t>donación</a:t>
            </a:r>
            <a:r>
              <a:rPr sz="800"/>
              <a:t> </a:t>
            </a:r>
            <a:r>
              <a:rPr sz="800" err="1"/>
              <a:t>en</a:t>
            </a:r>
            <a:r>
              <a:rPr sz="800"/>
              <a:t> </a:t>
            </a:r>
            <a:r>
              <a:rPr sz="800" err="1"/>
              <a:t>Chiautempan</a:t>
            </a:r>
            <a:r>
              <a:rPr sz="800"/>
              <a:t> y Zacatelco.</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293407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712309"/>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7470668"/>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graphicFrame>
        <p:nvGraphicFramePr>
          <p:cNvPr id="467" name="Table 466"/>
          <p:cNvGraphicFramePr>
            <a:graphicFrameLocks noGrp="1"/>
          </p:cNvGraphicFramePr>
          <p:nvPr>
            <p:extLst>
              <p:ext uri="{D42A27DB-BD31-4B8C-83A1-F6EECF244321}">
                <p14:modId xmlns:p14="http://schemas.microsoft.com/office/powerpoint/2010/main" val="3720349594"/>
              </p:ext>
            </p:extLst>
          </p:nvPr>
        </p:nvGraphicFramePr>
        <p:xfrm>
          <a:off x="2311200" y="1670400"/>
          <a:ext cx="5032800" cy="88164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6 unidades</a:t>
                      </a:r>
                    </a:p>
                    <a:p>
                      <a:pPr algn="ctr">
                        <a:defRPr sz="1000">
                          <a:solidFill>
                            <a:srgbClr val="505050"/>
                          </a:solidFill>
                          <a:latin typeface="Montserrat"/>
                        </a:defRPr>
                      </a:pPr>
                      <a:r>
                        <a:t>0 directas</a:t>
                      </a:r>
                    </a:p>
                    <a:p>
                      <a:pPr algn="ctr">
                        <a:defRPr sz="1000">
                          <a:solidFill>
                            <a:srgbClr val="505050"/>
                          </a:solidFill>
                          <a:latin typeface="Montserrat"/>
                        </a:defRPr>
                      </a:pPr>
                      <a:r>
                        <a:t>6 indirectas</a:t>
                      </a:r>
                    </a:p>
                  </a:txBody>
                  <a:tcPr anchor="ctr">
                    <a:solidFill>
                      <a:srgbClr val="FFFFFF"/>
                    </a:solidFill>
                  </a:tcPr>
                </a:tc>
                <a:tc>
                  <a:txBody>
                    <a:bodyPr/>
                    <a:lstStyle/>
                    <a:p>
                      <a:pPr algn="ctr"/>
                      <a:r>
                        <a:rPr sz="1000" b="1">
                          <a:latin typeface="Montserrat"/>
                        </a:rPr>
                        <a:t>580 </a:t>
                      </a:r>
                      <a:r>
                        <a:rPr sz="1000" b="1" err="1">
                          <a:latin typeface="Montserrat"/>
                        </a:rPr>
                        <a:t>inscritos</a:t>
                      </a:r>
                      <a:endParaRPr sz="1000" b="1">
                        <a:latin typeface="Montserrat"/>
                      </a:endParaRPr>
                    </a:p>
                    <a:p>
                      <a:pPr algn="ctr">
                        <a:defRPr sz="1000">
                          <a:solidFill>
                            <a:srgbClr val="505050"/>
                          </a:solidFill>
                          <a:latin typeface="Montserrat"/>
                        </a:defRPr>
                      </a:pPr>
                      <a:r>
                        <a:t>71 </a:t>
                      </a:r>
                      <a:r>
                        <a:rPr err="1"/>
                        <a:t>en</a:t>
                      </a:r>
                      <a:r>
                        <a:t> </a:t>
                      </a:r>
                      <a:r>
                        <a:rPr err="1"/>
                        <a:t>espera</a:t>
                      </a:r>
                      <a:endParaRPr/>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4053761527"/>
              </p:ext>
            </p:extLst>
          </p:nvPr>
        </p:nvGraphicFramePr>
        <p:xfrm>
          <a:off x="2311200" y="2678886"/>
          <a:ext cx="5032800" cy="1970069"/>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96789">
                <a:tc gridSpan="2">
                  <a:txBody>
                    <a:bodyPr/>
                    <a:lstStyle/>
                    <a:p>
                      <a:pPr algn="ctr">
                        <a:defRPr sz="1000" b="1">
                          <a:solidFill>
                            <a:srgbClr val="FFFFFF"/>
                          </a:solidFill>
                          <a:latin typeface="Montserrat"/>
                        </a:defRPr>
                      </a:pPr>
                      <a:r>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418319">
                <a:tc>
                  <a:txBody>
                    <a:bodyPr/>
                    <a:lstStyle/>
                    <a:p>
                      <a:pPr algn="ctr">
                        <a:defRPr sz="800" b="1">
                          <a:latin typeface="Montserrat"/>
                        </a:defRPr>
                      </a:pPr>
                      <a:r>
                        <a:t>5 CEBIS</a:t>
                      </a:r>
                    </a:p>
                  </a:txBody>
                  <a:tcPr marL="28800" marR="28800" marT="0" marB="0" anchor="ctr">
                    <a:solidFill>
                      <a:srgbClr val="FFFFFF"/>
                    </a:solidFill>
                  </a:tcPr>
                </a:tc>
                <a:tc>
                  <a:txBody>
                    <a:bodyPr/>
                    <a:lstStyle/>
                    <a:p>
                      <a:pPr algn="ctr">
                        <a:defRPr sz="800">
                          <a:latin typeface="Montserrat"/>
                        </a:defRPr>
                      </a:pPr>
                      <a:r>
                        <a:t>San Pablo del Monte, Santa </a:t>
                      </a:r>
                      <a:r>
                        <a:rPr err="1"/>
                        <a:t>Inéz</a:t>
                      </a:r>
                      <a:r>
                        <a:t> Zacatelco, </a:t>
                      </a:r>
                      <a:r>
                        <a:rPr err="1"/>
                        <a:t>Huamantla</a:t>
                      </a:r>
                      <a:r>
                        <a:t>, </a:t>
                      </a:r>
                      <a:r>
                        <a:rPr err="1"/>
                        <a:t>Tequexquitla</a:t>
                      </a:r>
                      <a:r>
                        <a:t> y </a:t>
                      </a:r>
                      <a:r>
                        <a:rPr err="1"/>
                        <a:t>Tetlahnohcan</a:t>
                      </a:r>
                      <a:endParaRPr/>
                    </a:p>
                  </a:txBody>
                  <a:tcPr marL="28800" marR="28800" marT="0" marB="0" anchor="ctr">
                    <a:solidFill>
                      <a:srgbClr val="FFFFFF"/>
                    </a:solidFill>
                  </a:tcPr>
                </a:tc>
                <a:extLst>
                  <a:ext uri="{0D108BD9-81ED-4DB2-BD59-A6C34878D82A}">
                    <a16:rowId xmlns:a16="http://schemas.microsoft.com/office/drawing/2014/main" val="10001"/>
                  </a:ext>
                </a:extLst>
              </a:tr>
              <a:tr h="418319">
                <a:tc>
                  <a:txBody>
                    <a:bodyPr/>
                    <a:lstStyle/>
                    <a:p>
                      <a:pPr algn="ctr">
                        <a:defRPr sz="800" b="1">
                          <a:latin typeface="Montserrat"/>
                        </a:defRPr>
                      </a:pPr>
                      <a:r>
                        <a:t>2 Centros de Seguridad Social</a:t>
                      </a:r>
                    </a:p>
                  </a:txBody>
                  <a:tcPr marL="28800" marR="28800" marT="0" marB="0" anchor="ctr">
                    <a:solidFill>
                      <a:srgbClr val="EFEFEF"/>
                    </a:solidFill>
                  </a:tcPr>
                </a:tc>
                <a:tc>
                  <a:txBody>
                    <a:bodyPr/>
                    <a:lstStyle/>
                    <a:p>
                      <a:pPr algn="ctr">
                        <a:defRPr sz="800">
                          <a:latin typeface="Montserrat"/>
                        </a:defRPr>
                      </a:pPr>
                      <a:r>
                        <a:t>Tlaxcala y CSS Part. Calpulalpan</a:t>
                      </a:r>
                    </a:p>
                  </a:txBody>
                  <a:tcPr marL="28800" marR="28800" marT="0" marB="0" anchor="ctr">
                    <a:solidFill>
                      <a:srgbClr val="EFEFEF"/>
                    </a:solidFill>
                  </a:tcPr>
                </a:tc>
                <a:extLst>
                  <a:ext uri="{0D108BD9-81ED-4DB2-BD59-A6C34878D82A}">
                    <a16:rowId xmlns:a16="http://schemas.microsoft.com/office/drawing/2014/main" val="10002"/>
                  </a:ext>
                </a:extLst>
              </a:tr>
              <a:tr h="418319">
                <a:tc>
                  <a:txBody>
                    <a:bodyPr/>
                    <a:lstStyle/>
                    <a:p>
                      <a:pPr algn="ctr">
                        <a:defRPr sz="800" b="1">
                          <a:latin typeface="Montserrat"/>
                        </a:defRPr>
                      </a:pPr>
                      <a:r>
                        <a:t>1 Teatro</a:t>
                      </a:r>
                    </a:p>
                  </a:txBody>
                  <a:tcPr marL="28800" marR="28800" marT="0" marB="0" anchor="ctr">
                    <a:solidFill>
                      <a:srgbClr val="FFFFFF"/>
                    </a:solidFill>
                  </a:tcPr>
                </a:tc>
                <a:tc>
                  <a:txBody>
                    <a:bodyPr/>
                    <a:lstStyle/>
                    <a:p>
                      <a:pPr algn="ctr">
                        <a:defRPr sz="800">
                          <a:latin typeface="Montserrat"/>
                        </a:defRPr>
                      </a:pPr>
                      <a:r>
                        <a:t>Tlaxcala</a:t>
                      </a:r>
                    </a:p>
                  </a:txBody>
                  <a:tcPr marL="28800" marR="28800" marT="0" marB="0" anchor="ctr">
                    <a:solidFill>
                      <a:srgbClr val="FFFFFF"/>
                    </a:solidFill>
                  </a:tcPr>
                </a:tc>
                <a:extLst>
                  <a:ext uri="{0D108BD9-81ED-4DB2-BD59-A6C34878D82A}">
                    <a16:rowId xmlns:a16="http://schemas.microsoft.com/office/drawing/2014/main" val="10003"/>
                  </a:ext>
                </a:extLst>
              </a:tr>
              <a:tr h="418323">
                <a:tc>
                  <a:txBody>
                    <a:bodyPr/>
                    <a:lstStyle/>
                    <a:p>
                      <a:pPr algn="ctr">
                        <a:defRPr sz="800" b="1">
                          <a:latin typeface="Montserrat"/>
                        </a:defRPr>
                      </a:pPr>
                      <a:r>
                        <a:t>4 Unidades Deportivas</a:t>
                      </a:r>
                    </a:p>
                  </a:txBody>
                  <a:tcPr marL="28800" marR="28800" marT="0" marB="0" anchor="ctr">
                    <a:solidFill>
                      <a:srgbClr val="EFEFEF"/>
                    </a:solidFill>
                  </a:tcPr>
                </a:tc>
                <a:tc>
                  <a:txBody>
                    <a:bodyPr/>
                    <a:lstStyle/>
                    <a:p>
                      <a:pPr algn="ctr">
                        <a:defRPr sz="800">
                          <a:latin typeface="Montserrat"/>
                        </a:defRPr>
                      </a:pPr>
                      <a:r>
                        <a:rPr err="1"/>
                        <a:t>Amaxac</a:t>
                      </a:r>
                      <a:r>
                        <a:t>, </a:t>
                      </a:r>
                      <a:r>
                        <a:rPr err="1"/>
                        <a:t>Xaloztoc</a:t>
                      </a:r>
                      <a:r>
                        <a:t>, </a:t>
                      </a:r>
                      <a:r>
                        <a:rPr err="1"/>
                        <a:t>Tzompantepec</a:t>
                      </a:r>
                      <a:r>
                        <a:t> y </a:t>
                      </a:r>
                      <a:r>
                        <a:rPr err="1"/>
                        <a:t>Tocatlán</a:t>
                      </a:r>
                      <a:endParaRPr/>
                    </a:p>
                  </a:txBody>
                  <a:tcPr marL="28800" marR="28800" marT="0" marB="0" anchor="ctr">
                    <a:solidFill>
                      <a:srgbClr val="EFEFEF"/>
                    </a:solidFill>
                  </a:tcPr>
                </a:tc>
                <a:extLst>
                  <a:ext uri="{0D108BD9-81ED-4DB2-BD59-A6C34878D82A}">
                    <a16:rowId xmlns:a16="http://schemas.microsoft.com/office/drawing/2014/main" val="10004"/>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4022657769"/>
              </p:ext>
            </p:extLst>
          </p:nvPr>
        </p:nvGraphicFramePr>
        <p:xfrm>
          <a:off x="2311200" y="4786416"/>
          <a:ext cx="5032800" cy="696828"/>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88228">
                <a:tc gridSpan="2">
                  <a:txBody>
                    <a:bodyPr/>
                    <a:lstStyle/>
                    <a:p>
                      <a:pPr algn="ctr">
                        <a:defRPr sz="1000" b="1">
                          <a:solidFill>
                            <a:srgbClr val="FFFFFF"/>
                          </a:solidFill>
                          <a:latin typeface="Montserrat"/>
                        </a:defRPr>
                      </a:pPr>
                      <a:r>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408600">
                <a:tc>
                  <a:txBody>
                    <a:bodyPr/>
                    <a:lstStyle/>
                    <a:p>
                      <a:pPr algn="ctr">
                        <a:defRPr sz="800" b="1">
                          <a:latin typeface="Montserrat"/>
                        </a:defRPr>
                      </a:pPr>
                      <a:r>
                        <a:t>2 Centros Vacacionales</a:t>
                      </a:r>
                    </a:p>
                  </a:txBody>
                  <a:tcPr marL="28800" marR="28800" marT="0" marB="0" anchor="ctr">
                    <a:solidFill>
                      <a:srgbClr val="FFFFFF"/>
                    </a:solidFill>
                  </a:tcPr>
                </a:tc>
                <a:tc>
                  <a:txBody>
                    <a:bodyPr/>
                    <a:lstStyle/>
                    <a:p>
                      <a:pPr algn="ctr">
                        <a:defRPr sz="800">
                          <a:latin typeface="Montserrat"/>
                        </a:defRPr>
                      </a:pPr>
                      <a:r>
                        <a:t>La Trinidad y </a:t>
                      </a:r>
                      <a:r>
                        <a:rPr err="1"/>
                        <a:t>Malintzi</a:t>
                      </a:r>
                      <a:endParaRP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pic>
        <p:nvPicPr>
          <p:cNvPr id="470" name="Picture 469" descr="map_tipo2_29_tlax.png"/>
          <p:cNvPicPr>
            <a:picLocks noChangeAspect="1"/>
          </p:cNvPicPr>
          <p:nvPr/>
        </p:nvPicPr>
        <p:blipFill>
          <a:blip r:embed="rId6"/>
          <a:stretch>
            <a:fillRect/>
          </a:stretch>
        </p:blipFill>
        <p:spPr>
          <a:xfrm>
            <a:off x="2311200" y="5951356"/>
            <a:ext cx="5103222" cy="3155044"/>
          </a:xfrm>
          <a:prstGeom prst="rect">
            <a:avLst/>
          </a:prstGeom>
        </p:spPr>
      </p:pic>
      <p:sp>
        <p:nvSpPr>
          <p:cNvPr id="471" name="TextBox 470"/>
          <p:cNvSpPr txBox="1"/>
          <p:nvPr/>
        </p:nvSpPr>
        <p:spPr>
          <a:xfrm>
            <a:off x="928800" y="7451210"/>
            <a:ext cx="1364400" cy="244800"/>
          </a:xfrm>
          <a:prstGeom prst="rect">
            <a:avLst/>
          </a:prstGeom>
          <a:noFill/>
        </p:spPr>
        <p:txBody>
          <a:bodyPr wrap="none">
            <a:spAutoFit/>
          </a:bodyPr>
          <a:lstStyle/>
          <a:p>
            <a:pPr algn="ctr">
              <a:defRPr sz="1000" b="0">
                <a:solidFill>
                  <a:srgbClr val="000000"/>
                </a:solidFill>
                <a:latin typeface="Montserrat"/>
              </a:defRPr>
            </a:pPr>
            <a:r>
              <a:t>Guarderías    6</a:t>
            </a:r>
          </a:p>
        </p:txBody>
      </p:sp>
      <p:sp>
        <p:nvSpPr>
          <p:cNvPr id="472" name="TextBox 471"/>
          <p:cNvSpPr txBox="1"/>
          <p:nvPr/>
        </p:nvSpPr>
        <p:spPr>
          <a:xfrm>
            <a:off x="480445" y="9547812"/>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a:solidFill>
                            <a:srgbClr val="BC955C"/>
                          </a:solidFill>
                          <a:latin typeface="Montserrat"/>
                          <a:ea typeface="Montserrat"/>
                          <a:cs typeface="Montserrat"/>
                          <a:sym typeface="Montserrat"/>
                        </a:rPr>
                        <a:t>Actividad económica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1500" b="1" u="none" strike="noStrike" cap="none">
                          <a:solidFill>
                            <a:srgbClr val="BC955C"/>
                          </a:solidFill>
                          <a:latin typeface="Montserrat"/>
                          <a:ea typeface="Montserrat"/>
                          <a:cs typeface="Montserrat"/>
                          <a:sym typeface="Montserrat"/>
                        </a:rPr>
                        <a:t>Puestos de trabajo, </a:t>
                      </a:r>
                      <a:r>
                        <a:rPr lang="es-MX" sz="15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MX" sz="15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lang="es-MX"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479" name="Table 478"/>
          <p:cNvGraphicFramePr>
            <a:graphicFrameLocks noGrp="1"/>
          </p:cNvGraphicFramePr>
          <p:nvPr/>
        </p:nvGraphicFramePr>
        <p:xfrm>
          <a:off x="284400" y="1087200"/>
          <a:ext cx="6984000" cy="219197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4,635</a:t>
                      </a:r>
                    </a:p>
                  </a:txBody>
                  <a:tcPr anchor="ctr">
                    <a:solidFill>
                      <a:srgbClr val="FFFFFF"/>
                    </a:solidFill>
                  </a:tcPr>
                </a:tc>
                <a:tc>
                  <a:txBody>
                    <a:bodyPr/>
                    <a:lstStyle/>
                    <a:p>
                      <a:pPr algn="ctr">
                        <a:defRPr sz="850">
                          <a:latin typeface="Montserrat"/>
                        </a:defRPr>
                      </a:pPr>
                      <a:r>
                        <a:t>4,679</a:t>
                      </a:r>
                    </a:p>
                  </a:txBody>
                  <a:tcPr anchor="ctr">
                    <a:solidFill>
                      <a:srgbClr val="FFFFFF"/>
                    </a:solidFill>
                  </a:tcPr>
                </a:tc>
                <a:tc>
                  <a:txBody>
                    <a:bodyPr/>
                    <a:lstStyle/>
                    <a:p>
                      <a:pPr algn="ctr">
                        <a:defRPr sz="850" b="1">
                          <a:solidFill>
                            <a:srgbClr val="006455"/>
                          </a:solidFill>
                          <a:latin typeface="Montserrat"/>
                        </a:defRPr>
                      </a:pPr>
                      <a:r>
                        <a:t>1.0%</a:t>
                      </a:r>
                    </a:p>
                  </a:txBody>
                  <a:tcPr anchor="ctr">
                    <a:solidFill>
                      <a:srgbClr val="FFFFFF"/>
                    </a:solidFill>
                  </a:tcPr>
                </a:tc>
                <a:tc>
                  <a:txBody>
                    <a:bodyPr/>
                    <a:lstStyle/>
                    <a:p>
                      <a:pPr algn="ctr">
                        <a:defRPr sz="850">
                          <a:latin typeface="Montserrat"/>
                        </a:defRPr>
                      </a:pPr>
                      <a:r>
                        <a:t>Schneider Industrial Tlaxcala S.A. de C.V.</a:t>
                      </a:r>
                    </a:p>
                  </a:txBody>
                  <a:tcPr anchor="ctr">
                    <a:solidFill>
                      <a:srgbClr val="FFFFFF"/>
                    </a:solidFill>
                  </a:tcPr>
                </a:tc>
                <a:tc>
                  <a:txBody>
                    <a:bodyPr/>
                    <a:lstStyle/>
                    <a:p>
                      <a:pPr algn="ctr">
                        <a:defRPr sz="850">
                          <a:latin typeface="Montserrat"/>
                        </a:defRPr>
                      </a:pPr>
                      <a:r>
                        <a:t>3,293</a:t>
                      </a:r>
                    </a:p>
                  </a:txBody>
                  <a:tcPr anchor="ctr">
                    <a:solidFill>
                      <a:srgbClr val="FFFFFF"/>
                    </a:solidFill>
                  </a:tcPr>
                </a:tc>
                <a:tc>
                  <a:txBody>
                    <a:bodyPr/>
                    <a:lstStyle/>
                    <a:p>
                      <a:pPr algn="ctr">
                        <a:defRPr sz="850">
                          <a:latin typeface="Montserrat"/>
                        </a:defRPr>
                      </a:pPr>
                      <a:r>
                        <a:t>3,278</a:t>
                      </a:r>
                    </a:p>
                  </a:txBody>
                  <a:tcPr anchor="ctr">
                    <a:solidFill>
                      <a:srgbClr val="FFFFFF"/>
                    </a:solidFill>
                  </a:tcPr>
                </a:tc>
                <a:tc>
                  <a:txBody>
                    <a:bodyPr/>
                    <a:lstStyle/>
                    <a:p>
                      <a:pPr algn="ctr">
                        <a:defRPr sz="850" b="1">
                          <a:solidFill>
                            <a:srgbClr val="691C32"/>
                          </a:solidFill>
                          <a:latin typeface="Montserrat"/>
                        </a:defRPr>
                      </a:pPr>
                      <a:r>
                        <a:t>-0.5%</a:t>
                      </a:r>
                    </a:p>
                  </a:txBody>
                  <a:tcPr anchor="ct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t>Universidad Autónoma de Tlaxcala</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1,715</a:t>
                      </a:r>
                    </a:p>
                  </a:txBody>
                  <a:tcPr anchor="ctr">
                    <a:solidFill>
                      <a:srgbClr val="D9D9D9"/>
                    </a:solidFill>
                  </a:tcPr>
                </a:tc>
                <a:tc>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Se Bordnetze - México S.A. de C.V.</a:t>
                      </a:r>
                    </a:p>
                  </a:txBody>
                  <a:tcPr anchor="ctr">
                    <a:solidFill>
                      <a:srgbClr val="D9D9D9"/>
                    </a:solidFill>
                  </a:tcPr>
                </a:tc>
                <a:tc>
                  <a:txBody>
                    <a:bodyPr/>
                    <a:lstStyle/>
                    <a:p>
                      <a:pPr algn="ctr">
                        <a:defRPr sz="850">
                          <a:latin typeface="Montserrat"/>
                        </a:defRPr>
                      </a:pPr>
                      <a:r>
                        <a:t>2,778</a:t>
                      </a:r>
                    </a:p>
                  </a:txBody>
                  <a:tcPr anchor="ctr">
                    <a:solidFill>
                      <a:srgbClr val="D9D9D9"/>
                    </a:solidFill>
                  </a:tcPr>
                </a:tc>
                <a:tc>
                  <a:txBody>
                    <a:bodyPr/>
                    <a:lstStyle/>
                    <a:p>
                      <a:pPr algn="ctr">
                        <a:defRPr sz="850">
                          <a:latin typeface="Montserrat"/>
                        </a:defRPr>
                      </a:pPr>
                      <a:r>
                        <a:t>2,626</a:t>
                      </a:r>
                    </a:p>
                  </a:txBody>
                  <a:tcPr anchor="ctr">
                    <a:solidFill>
                      <a:srgbClr val="D9D9D9"/>
                    </a:solidFill>
                  </a:tcPr>
                </a:tc>
                <a:tc>
                  <a:txBody>
                    <a:bodyPr/>
                    <a:lstStyle/>
                    <a:p>
                      <a:pPr algn="ctr">
                        <a:defRPr sz="850" b="1">
                          <a:solidFill>
                            <a:srgbClr val="691C32"/>
                          </a:solidFill>
                          <a:latin typeface="Montserrat"/>
                        </a:defRPr>
                      </a:pPr>
                      <a:r>
                        <a:t>-5.5%</a:t>
                      </a:r>
                    </a:p>
                  </a:txBody>
                  <a:tcPr anchor="ct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t>Colegio de Estudios Cientificos y Tecnologicos del Estado de Tlaxcala</a:t>
                      </a:r>
                    </a:p>
                  </a:txBody>
                  <a:tcPr anchor="ctr">
                    <a:solidFill>
                      <a:srgbClr val="FFFFFF"/>
                    </a:solidFill>
                  </a:tcPr>
                </a:tc>
                <a:tc>
                  <a:txBody>
                    <a:bodyPr/>
                    <a:lstStyle/>
                    <a:p>
                      <a:pPr algn="ctr">
                        <a:defRPr sz="850">
                          <a:latin typeface="Montserrat"/>
                        </a:defRPr>
                      </a:pPr>
                      <a:r>
                        <a:t>1,585</a:t>
                      </a:r>
                    </a:p>
                  </a:txBody>
                  <a:tcPr anchor="ctr">
                    <a:solidFill>
                      <a:srgbClr val="FFFFFF"/>
                    </a:solidFill>
                  </a:tcPr>
                </a:tc>
                <a:tc>
                  <a:txBody>
                    <a:bodyPr/>
                    <a:lstStyle/>
                    <a:p>
                      <a:pPr algn="ctr">
                        <a:defRPr sz="850">
                          <a:latin typeface="Montserrat"/>
                        </a:defRPr>
                      </a:pPr>
                      <a:r>
                        <a:t>1,586</a:t>
                      </a:r>
                    </a:p>
                  </a:txBody>
                  <a:tcPr anchor="ctr">
                    <a:solidFill>
                      <a:srgbClr val="FFFFFF"/>
                    </a:solidFill>
                  </a:tcPr>
                </a:tc>
                <a:tc>
                  <a:txBody>
                    <a:bodyPr/>
                    <a:lstStyle/>
                    <a:p>
                      <a:pPr algn="ctr">
                        <a:defRPr sz="850" b="1">
                          <a:solidFill>
                            <a:srgbClr val="006455"/>
                          </a:solidFill>
                          <a:latin typeface="Montserrat"/>
                        </a:defRPr>
                      </a:pPr>
                      <a:r>
                        <a:t>0.1%</a:t>
                      </a:r>
                    </a:p>
                  </a:txBody>
                  <a:tcPr anchor="ctr">
                    <a:solidFill>
                      <a:srgbClr val="FFFFFF"/>
                    </a:solidFill>
                  </a:tcPr>
                </a:tc>
                <a:tc>
                  <a:txBody>
                    <a:bodyPr/>
                    <a:lstStyle/>
                    <a:p>
                      <a:pPr algn="ctr">
                        <a:defRPr sz="850">
                          <a:latin typeface="Montserrat"/>
                        </a:defRPr>
                      </a:pPr>
                      <a:r>
                        <a:t>Amatech S.A. de C.V.</a:t>
                      </a:r>
                    </a:p>
                  </a:txBody>
                  <a:tcPr anchor="ctr">
                    <a:solidFill>
                      <a:srgbClr val="FFFFFF"/>
                    </a:solidFill>
                  </a:tcPr>
                </a:tc>
                <a:tc>
                  <a:txBody>
                    <a:bodyPr/>
                    <a:lstStyle/>
                    <a:p>
                      <a:pPr algn="ctr">
                        <a:defRPr sz="850">
                          <a:latin typeface="Montserrat"/>
                        </a:defRPr>
                      </a:pPr>
                      <a:r>
                        <a:t>2,461</a:t>
                      </a:r>
                    </a:p>
                  </a:txBody>
                  <a:tcPr anchor="ctr">
                    <a:solidFill>
                      <a:srgbClr val="FFFFFF"/>
                    </a:solidFill>
                  </a:tcPr>
                </a:tc>
                <a:tc>
                  <a:txBody>
                    <a:bodyPr/>
                    <a:lstStyle/>
                    <a:p>
                      <a:pPr algn="ctr">
                        <a:defRPr sz="850">
                          <a:latin typeface="Montserrat"/>
                        </a:defRPr>
                      </a:pPr>
                      <a:r>
                        <a:t>2,424</a:t>
                      </a:r>
                    </a:p>
                  </a:txBody>
                  <a:tcPr anchor="ctr">
                    <a:solidFill>
                      <a:srgbClr val="FFFFFF"/>
                    </a:solidFill>
                  </a:tcPr>
                </a:tc>
                <a:tc>
                  <a:txBody>
                    <a:bodyPr/>
                    <a:lstStyle/>
                    <a:p>
                      <a:pPr algn="ctr">
                        <a:defRPr sz="850" b="1">
                          <a:solidFill>
                            <a:srgbClr val="691C32"/>
                          </a:solidFill>
                          <a:latin typeface="Montserrat"/>
                        </a:defRPr>
                      </a:pPr>
                      <a:r>
                        <a:t>-1.5%</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-7.44%</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-5.56%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+1.62%</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+2.60%</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+32.13%</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+37.14%</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solidFill>
                      <a:srgbClr val="FFFFFF"/>
                    </a:solidFill>
                  </a:tcPr>
                </a:tc>
                <a:tc>
                  <a:txBody>
                    <a:bodyPr/>
                    <a:lstStyle/>
                    <a:p>
                      <a:pPr algn="ctr">
                        <a:defRPr sz="900">
                          <a:latin typeface="Montserrat"/>
                        </a:defRPr>
                      </a:pPr>
                      <a:r>
                        <a:t>94,002</a:t>
                      </a:r>
                    </a:p>
                  </a:txBody>
                  <a:tcPr>
                    <a:solidFill>
                      <a:srgbClr val="FFFFFF"/>
                    </a:solidFill>
                  </a:tcPr>
                </a:tc>
                <a:tc>
                  <a:txBody>
                    <a:bodyPr/>
                    <a:lstStyle/>
                    <a:p>
                      <a:pPr algn="ctr">
                        <a:defRPr sz="900">
                          <a:latin typeface="Montserrat"/>
                        </a:defRPr>
                      </a:pPr>
                      <a:r>
                        <a:t>568</a:t>
                      </a:r>
                    </a:p>
                  </a:txBody>
                  <a:tcPr>
                    <a:solidFill>
                      <a:srgbClr val="FFFFFF"/>
                    </a:solidFill>
                  </a:tcPr>
                </a:tc>
                <a:tc>
                  <a:txBody>
                    <a:bodyPr/>
                    <a:lstStyle/>
                    <a:p>
                      <a:pPr algn="ctr">
                        <a:defRPr sz="900">
                          <a:latin typeface="Montserrat"/>
                        </a:defRPr>
                      </a:pPr>
                      <a:r>
                        <a:t>22,585</a:t>
                      </a:r>
                    </a:p>
                  </a:txBody>
                  <a:tcPr>
                    <a:solidFill>
                      <a:srgbClr val="FFFFFF"/>
                    </a:solidFill>
                  </a:tcPr>
                </a:tc>
                <a:tc>
                  <a:txBody>
                    <a:bodyPr/>
                    <a:lstStyle/>
                    <a:p>
                      <a:pPr algn="ctr">
                        <a:defRPr sz="900">
                          <a:latin typeface="Montserrat"/>
                        </a:defRPr>
                      </a:pPr>
                      <a:r>
                        <a:t>797</a:t>
                      </a:r>
                    </a:p>
                  </a:txBody>
                  <a:tcPr>
                    <a:solidFill>
                      <a:srgbClr val="FFFFFF"/>
                    </a:solidFill>
                  </a:tcPr>
                </a:tc>
                <a:tc>
                  <a:txBody>
                    <a:bodyPr/>
                    <a:lstStyle/>
                    <a:p>
                      <a:pPr algn="ctr">
                        <a:defRPr sz="900">
                          <a:latin typeface="Montserrat"/>
                        </a:defRPr>
                      </a:pPr>
                      <a:r>
                        <a:t>117,952</a:t>
                      </a:r>
                    </a:p>
                  </a:txBody>
                  <a:tcP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solidFill>
                      <a:srgbClr val="D9D9D9"/>
                    </a:solidFill>
                  </a:tcPr>
                </a:tc>
                <a:tc>
                  <a:txBody>
                    <a:bodyPr/>
                    <a:lstStyle/>
                    <a:p>
                      <a:pPr algn="ctr">
                        <a:defRPr sz="900">
                          <a:latin typeface="Montserrat"/>
                        </a:defRPr>
                      </a:pPr>
                      <a:r>
                        <a:t>93,143</a:t>
                      </a:r>
                    </a:p>
                  </a:txBody>
                  <a:tcPr>
                    <a:solidFill>
                      <a:srgbClr val="D9D9D9"/>
                    </a:solidFill>
                  </a:tcPr>
                </a:tc>
                <a:tc>
                  <a:txBody>
                    <a:bodyPr/>
                    <a:lstStyle/>
                    <a:p>
                      <a:pPr algn="ctr">
                        <a:defRPr sz="900">
                          <a:latin typeface="Montserrat"/>
                        </a:defRPr>
                      </a:pPr>
                      <a:r>
                        <a:t>990</a:t>
                      </a:r>
                    </a:p>
                  </a:txBody>
                  <a:tcPr>
                    <a:solidFill>
                      <a:srgbClr val="D9D9D9"/>
                    </a:solidFill>
                  </a:tcPr>
                </a:tc>
                <a:tc>
                  <a:txBody>
                    <a:bodyPr/>
                    <a:lstStyle/>
                    <a:p>
                      <a:pPr algn="ctr">
                        <a:defRPr sz="900">
                          <a:latin typeface="Montserrat"/>
                        </a:defRPr>
                      </a:pPr>
                      <a:r>
                        <a:t>22,077</a:t>
                      </a:r>
                    </a:p>
                  </a:txBody>
                  <a:tcPr>
                    <a:solidFill>
                      <a:srgbClr val="D9D9D9"/>
                    </a:solidFill>
                  </a:tcPr>
                </a:tc>
                <a:tc>
                  <a:txBody>
                    <a:bodyPr/>
                    <a:lstStyle/>
                    <a:p>
                      <a:pPr algn="ctr">
                        <a:defRPr sz="900">
                          <a:latin typeface="Montserrat"/>
                        </a:defRPr>
                      </a:pPr>
                      <a:r>
                        <a:t>918</a:t>
                      </a:r>
                    </a:p>
                  </a:txBody>
                  <a:tcPr>
                    <a:solidFill>
                      <a:srgbClr val="D9D9D9"/>
                    </a:solidFill>
                  </a:tcPr>
                </a:tc>
                <a:tc>
                  <a:txBody>
                    <a:bodyPr/>
                    <a:lstStyle/>
                    <a:p>
                      <a:pPr algn="ctr">
                        <a:defRPr sz="900">
                          <a:latin typeface="Montserrat"/>
                        </a:defRPr>
                      </a:pPr>
                      <a:r>
                        <a:t>117,128</a:t>
                      </a:r>
                    </a:p>
                  </a:txBody>
                  <a:tcP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-0.9%</a:t>
                      </a:r>
                    </a:p>
                  </a:txBody>
                  <a:tcPr>
                    <a:solidFill>
                      <a:srgbClr val="FFFFFF"/>
                    </a:solidFill>
                  </a:tcPr>
                </a:tc>
                <a:tc>
                  <a:txBody>
                    <a:bodyPr/>
                    <a:lstStyle/>
                    <a:p>
                      <a:pPr algn="ctr">
                        <a:defRPr sz="900" b="1">
                          <a:solidFill>
                            <a:srgbClr val="006455"/>
                          </a:solidFill>
                          <a:latin typeface="Montserrat"/>
                        </a:defRPr>
                      </a:pPr>
                      <a:r>
                        <a:t>+74.3%</a:t>
                      </a:r>
                    </a:p>
                  </a:txBody>
                  <a:tcPr>
                    <a:solidFill>
                      <a:srgbClr val="FFFFFF"/>
                    </a:solidFill>
                  </a:tcPr>
                </a:tc>
                <a:tc>
                  <a:txBody>
                    <a:bodyPr/>
                    <a:lstStyle/>
                    <a:p>
                      <a:pPr algn="ctr">
                        <a:defRPr sz="900" b="0">
                          <a:solidFill>
                            <a:srgbClr val="691C32"/>
                          </a:solidFill>
                          <a:latin typeface="Montserrat"/>
                        </a:defRPr>
                      </a:pPr>
                      <a:r>
                        <a:t>-2.2%</a:t>
                      </a:r>
                    </a:p>
                  </a:txBody>
                  <a:tcPr>
                    <a:solidFill>
                      <a:srgbClr val="FFFFFF"/>
                    </a:solidFill>
                  </a:tcPr>
                </a:tc>
                <a:tc>
                  <a:txBody>
                    <a:bodyPr/>
                    <a:lstStyle/>
                    <a:p>
                      <a:pPr algn="ctr">
                        <a:defRPr sz="900" b="1">
                          <a:solidFill>
                            <a:srgbClr val="006455"/>
                          </a:solidFill>
                          <a:latin typeface="Montserrat"/>
                        </a:defRPr>
                      </a:pPr>
                      <a:r>
                        <a:t>+15.2%</a:t>
                      </a:r>
                    </a:p>
                  </a:txBody>
                  <a:tcPr>
                    <a:solidFill>
                      <a:srgbClr val="FFFFFF"/>
                    </a:solidFill>
                  </a:tcPr>
                </a:tc>
                <a:tc>
                  <a:txBody>
                    <a:bodyPr/>
                    <a:lstStyle/>
                    <a:p>
                      <a:pPr algn="ctr">
                        <a:defRPr sz="900" b="0">
                          <a:solidFill>
                            <a:srgbClr val="691C32"/>
                          </a:solidFill>
                          <a:latin typeface="Montserrat"/>
                        </a:defRPr>
                      </a:pPr>
                      <a:r>
                        <a:t>-0.7%</a:t>
                      </a:r>
                    </a:p>
                  </a:txBody>
                  <a:tcP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2000" b="1" u="none" strike="noStrike" cap="none">
                          <a:solidFill>
                            <a:srgbClr val="BC955C"/>
                          </a:solidFill>
                          <a:latin typeface="Montserrat"/>
                          <a:ea typeface="Montserrat"/>
                          <a:cs typeface="Montserrat"/>
                          <a:sym typeface="Montserrat"/>
                        </a:rPr>
                        <a:t>Puestos de trabajo y salario base de </a:t>
                      </a:r>
                      <a:r>
                        <a:rPr lang="es-MX"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lang="es-MX"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578598" y="3085956"/>
            <a:ext cx="1106362" cy="965325"/>
          </a:xfrm>
          <a:prstGeom prst="rect">
            <a:avLst/>
          </a:prstGeom>
          <a:noFill/>
          <a:ln>
            <a:noFill/>
          </a:ln>
        </p:spPr>
      </p:pic>
      <p:sp>
        <p:nvSpPr>
          <p:cNvPr id="500" name="Google Shape;500;g370e87ffe7a_2_319"/>
          <p:cNvSpPr txBox="1"/>
          <p:nvPr/>
        </p:nvSpPr>
        <p:spPr>
          <a:xfrm>
            <a:off x="291337" y="2819772"/>
            <a:ext cx="6452100" cy="35391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s" sz="1100" b="1" i="0" u="none" strike="noStrike" cap="none">
                <a:solidFill>
                  <a:srgbClr val="5B0F00"/>
                </a:solidFill>
                <a:latin typeface="Montserrat"/>
                <a:ea typeface="Montserrat"/>
                <a:cs typeface="Montserrat"/>
                <a:sym typeface="Montserrat"/>
              </a:rPr>
              <a:t> Puestos de trabajo comparación interanual de cada año</a:t>
            </a:r>
            <a:endParaRPr sz="1100" b="1" i="0" u="none" strike="noStrike" cap="none">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FA3B26-2468-67ED-0FF6-BF9BE02D00D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02" name="TextBox 501"/>
          <p:cNvSpPr txBox="1"/>
          <p:nvPr/>
        </p:nvSpPr>
        <p:spPr>
          <a:xfrm>
            <a:off x="6641397" y="3294181"/>
            <a:ext cx="961200" cy="630000"/>
          </a:xfrm>
          <a:prstGeom prst="rect">
            <a:avLst/>
          </a:prstGeom>
          <a:noFill/>
        </p:spPr>
        <p:txBody>
          <a:bodyPr wrap="none">
            <a:spAutoFit/>
          </a:bodyPr>
          <a:lstStyle/>
          <a:p>
            <a:pPr algn="ctr">
              <a:defRPr sz="1400" b="1">
                <a:solidFill>
                  <a:srgbClr val="FFFFFF"/>
                </a:solidFill>
                <a:latin typeface="Montserrat"/>
              </a:defRPr>
            </a:pPr>
            <a:r>
              <a:t>$560.00</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$297.28</a:t>
                      </a:r>
                    </a:p>
                  </a:txBody>
                  <a:tcPr anchor="ctr">
                    <a:solidFill>
                      <a:srgbClr val="EEEEEE"/>
                    </a:solidFill>
                  </a:tcPr>
                </a:tc>
                <a:tc>
                  <a:txBody>
                    <a:bodyPr/>
                    <a:lstStyle/>
                    <a:p>
                      <a:pPr algn="ctr">
                        <a:defRPr sz="1100" b="1">
                          <a:latin typeface="Montserrat"/>
                        </a:defRPr>
                      </a:pPr>
                      <a:r>
                        <a:t>$560.00</a:t>
                      </a:r>
                    </a:p>
                  </a:txBody>
                  <a:tcPr anchor="ctr">
                    <a:solidFill>
                      <a:srgbClr val="EEEEEE"/>
                    </a:solidFill>
                  </a:tcPr>
                </a:tc>
                <a:tc>
                  <a:txBody>
                    <a:bodyPr/>
                    <a:lstStyle/>
                    <a:p>
                      <a:pPr algn="ctr">
                        <a:defRPr sz="1100">
                          <a:latin typeface="Montserrat"/>
                        </a:defRPr>
                      </a:pPr>
                      <a:r>
                        <a:t>33.2%</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t>$16,800.0</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extLst>
              <p:ext uri="{D42A27DB-BD31-4B8C-83A1-F6EECF244321}">
                <p14:modId xmlns:p14="http://schemas.microsoft.com/office/powerpoint/2010/main" val="403079895"/>
              </p:ext>
            </p:extLst>
          </p:nvPr>
        </p:nvGraphicFramePr>
        <p:xfrm>
          <a:off x="431921" y="3068172"/>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541992" y="6488172"/>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201391" y="6488172"/>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1852323" y="6488172"/>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537123" y="6488172"/>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171121" y="6488172"/>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3838987" y="6488172"/>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498386" y="6488172"/>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132384" y="6488172"/>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5800250" y="6488172"/>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2603963549"/>
              </p:ext>
            </p:extLst>
          </p:nvPr>
        </p:nvGraphicFramePr>
        <p:xfrm>
          <a:off x="320400" y="6990156"/>
          <a:ext cx="7038000" cy="22035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t>PRINCIPALES DEUDORES</a:t>
                      </a:r>
                    </a:p>
                  </a:txBody>
                  <a:tcPr anchor="ct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rPr err="1"/>
                        <a:t>Categoría</a:t>
                      </a:r>
                      <a:endParaRPr/>
                    </a:p>
                  </a:txBody>
                  <a:tcPr anchor="ctr">
                    <a:solidFill>
                      <a:srgbClr val="006455"/>
                    </a:solidFill>
                  </a:tcPr>
                </a:tc>
                <a:tc>
                  <a:txBody>
                    <a:bodyPr/>
                    <a:lstStyle/>
                    <a:p>
                      <a:pPr algn="ctr">
                        <a:defRPr sz="1100" b="1">
                          <a:solidFill>
                            <a:srgbClr val="FFFFFF"/>
                          </a:solidFill>
                          <a:latin typeface="Montserrat"/>
                        </a:defRPr>
                      </a:pPr>
                      <a:r>
                        <a:t>Deudores</a:t>
                      </a:r>
                    </a:p>
                  </a:txBody>
                  <a:tcPr anchor="ctr">
                    <a:solidFill>
                      <a:srgbClr val="006455"/>
                    </a:solidFill>
                  </a:tcPr>
                </a:tc>
                <a:tc>
                  <a:txBody>
                    <a:bodyPr/>
                    <a:lstStyle/>
                    <a:p>
                      <a:pPr algn="ctr">
                        <a:defRPr sz="1100" b="1">
                          <a:solidFill>
                            <a:srgbClr val="FFFFFF"/>
                          </a:solidFill>
                          <a:latin typeface="Montserrat"/>
                        </a:defRPr>
                      </a:pPr>
                      <a:r>
                        <a:t>Monto de deuda (mdp)</a:t>
                      </a:r>
                    </a:p>
                  </a:txBody>
                  <a:tcPr anchor="ctr">
                    <a:solidFill>
                      <a:srgbClr val="006455"/>
                    </a:solidFill>
                  </a:tcPr>
                </a:tc>
                <a:extLst>
                  <a:ext uri="{0D108BD9-81ED-4DB2-BD59-A6C34878D82A}">
                    <a16:rowId xmlns:a16="http://schemas.microsoft.com/office/drawing/2014/main" val="10001"/>
                  </a:ext>
                </a:extLst>
              </a:tr>
              <a:tr h="288000">
                <a:tc rowSpan="2">
                  <a:txBody>
                    <a:bodyPr/>
                    <a:lstStyle/>
                    <a:p>
                      <a:pPr algn="ctr">
                        <a:defRPr sz="1100">
                          <a:solidFill>
                            <a:srgbClr val="FFFFFF"/>
                          </a:solidFill>
                          <a:latin typeface="Montserrat"/>
                        </a:defRPr>
                      </a:pPr>
                      <a:r>
                        <a:t>Principal</a:t>
                      </a:r>
                      <a:r>
                        <a:rPr lang="es-MX"/>
                        <a:t>es</a:t>
                      </a:r>
                      <a:r>
                        <a:t> </a:t>
                      </a:r>
                      <a:r>
                        <a:rPr err="1"/>
                        <a:t>deudor</a:t>
                      </a:r>
                      <a:r>
                        <a:rPr lang="es-MX"/>
                        <a:t>es</a:t>
                      </a:r>
                      <a:r>
                        <a:t> </a:t>
                      </a:r>
                      <a:r>
                        <a:rPr err="1"/>
                        <a:t>público</a:t>
                      </a:r>
                      <a:r>
                        <a:rPr lang="es-MX"/>
                        <a:t>s</a:t>
                      </a:r>
                      <a:endParaRPr/>
                    </a:p>
                  </a:txBody>
                  <a:tcPr anchor="ctr">
                    <a:solidFill>
                      <a:srgbClr val="006455"/>
                    </a:solidFill>
                  </a:tcPr>
                </a:tc>
                <a:tc>
                  <a:txBody>
                    <a:bodyPr/>
                    <a:lstStyle/>
                    <a:p>
                      <a:pPr algn="ctr">
                        <a:defRPr sz="900">
                          <a:latin typeface="Montserrat"/>
                        </a:defRPr>
                      </a:pPr>
                      <a:r>
                        <a:t>Comisión de Agua Potable y Alcantarillado Del Municipio de Tlaxcala</a:t>
                      </a:r>
                    </a:p>
                  </a:txBody>
                  <a:tcPr anchor="ctr">
                    <a:solidFill>
                      <a:srgbClr val="FFFFFF"/>
                    </a:solidFill>
                  </a:tcPr>
                </a:tc>
                <a:tc>
                  <a:txBody>
                    <a:bodyPr/>
                    <a:lstStyle/>
                    <a:p>
                      <a:pPr algn="ctr">
                        <a:defRPr sz="900">
                          <a:latin typeface="Montserrat"/>
                        </a:defRPr>
                      </a:pPr>
                      <a:r>
                        <a:t>$1.04</a:t>
                      </a:r>
                    </a:p>
                  </a:txBody>
                  <a:tcPr anchor="ct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Universidad Politécnica de Tlaxcala</a:t>
                      </a:r>
                    </a:p>
                  </a:txBody>
                  <a:tcPr anchor="ctr">
                    <a:solidFill>
                      <a:srgbClr val="EEEEEE"/>
                    </a:solidFill>
                  </a:tcPr>
                </a:tc>
                <a:tc>
                  <a:txBody>
                    <a:bodyPr/>
                    <a:lstStyle/>
                    <a:p>
                      <a:pPr algn="ctr">
                        <a:defRPr sz="900">
                          <a:latin typeface="Montserrat"/>
                        </a:defRPr>
                      </a:pPr>
                      <a:r>
                        <a:t>$0.02</a:t>
                      </a:r>
                    </a:p>
                  </a:txBody>
                  <a:tcPr anchor="ctr">
                    <a:solidFill>
                      <a:srgbClr val="EEEEEE"/>
                    </a:solidFill>
                  </a:tcPr>
                </a:tc>
                <a:extLst>
                  <a:ext uri="{0D108BD9-81ED-4DB2-BD59-A6C34878D82A}">
                    <a16:rowId xmlns:a16="http://schemas.microsoft.com/office/drawing/2014/main" val="10003"/>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privado</a:t>
                      </a:r>
                      <a:r>
                        <a:rPr lang="es-MX"/>
                        <a:t>s</a:t>
                      </a:r>
                      <a:endParaRPr/>
                    </a:p>
                  </a:txBody>
                  <a:tcPr anchor="ctr">
                    <a:solidFill>
                      <a:srgbClr val="006455"/>
                    </a:solidFill>
                  </a:tcPr>
                </a:tc>
                <a:tc>
                  <a:txBody>
                    <a:bodyPr/>
                    <a:lstStyle/>
                    <a:p>
                      <a:pPr algn="ctr">
                        <a:defRPr sz="900">
                          <a:latin typeface="Montserrat"/>
                        </a:defRPr>
                      </a:pPr>
                      <a:r>
                        <a:t>Miguel Martínez Wong</a:t>
                      </a:r>
                    </a:p>
                  </a:txBody>
                  <a:tcPr anchor="ctr">
                    <a:solidFill>
                      <a:srgbClr val="FFFFFF"/>
                    </a:solidFill>
                  </a:tcPr>
                </a:tc>
                <a:tc>
                  <a:txBody>
                    <a:bodyPr/>
                    <a:lstStyle/>
                    <a:p>
                      <a:pPr algn="ctr">
                        <a:defRPr sz="900">
                          <a:latin typeface="Montserrat"/>
                        </a:defRPr>
                      </a:pPr>
                      <a:r>
                        <a:t>$42.45</a:t>
                      </a:r>
                    </a:p>
                  </a:txBody>
                  <a:tcPr anchor="ctr">
                    <a:solidFill>
                      <a:srgbClr val="FFFFFF"/>
                    </a:solidFill>
                  </a:tcPr>
                </a:tc>
                <a:extLst>
                  <a:ext uri="{0D108BD9-81ED-4DB2-BD59-A6C34878D82A}">
                    <a16:rowId xmlns:a16="http://schemas.microsoft.com/office/drawing/2014/main" val="10004"/>
                  </a:ext>
                </a:extLst>
              </a:tr>
              <a:tr h="288000">
                <a:tc vMerge="1">
                  <a:txBody>
                    <a:bodyPr/>
                    <a:lstStyle/>
                    <a:p>
                      <a:endParaRPr/>
                    </a:p>
                  </a:txBody>
                  <a:tcPr>
                    <a:solidFill>
                      <a:srgbClr val="EEEEEE"/>
                    </a:solidFill>
                  </a:tcPr>
                </a:tc>
                <a:tc>
                  <a:txBody>
                    <a:bodyPr/>
                    <a:lstStyle/>
                    <a:p>
                      <a:pPr algn="ctr">
                        <a:defRPr sz="900">
                          <a:latin typeface="Montserrat"/>
                        </a:defRPr>
                      </a:pPr>
                      <a:r>
                        <a:t>Ermo Industrial SA de CV</a:t>
                      </a:r>
                    </a:p>
                  </a:txBody>
                  <a:tcPr anchor="ctr">
                    <a:solidFill>
                      <a:srgbClr val="EEEEEE"/>
                    </a:solidFill>
                  </a:tcPr>
                </a:tc>
                <a:tc>
                  <a:txBody>
                    <a:bodyPr/>
                    <a:lstStyle/>
                    <a:p>
                      <a:pPr algn="ctr">
                        <a:defRPr sz="900">
                          <a:latin typeface="Montserrat"/>
                        </a:defRPr>
                      </a:pPr>
                      <a:r>
                        <a:t>$13.04</a:t>
                      </a:r>
                    </a:p>
                  </a:txBody>
                  <a:tcPr anchor="ct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006455"/>
                    </a:solidFill>
                  </a:tcPr>
                </a:tc>
                <a:tc>
                  <a:txBody>
                    <a:bodyPr/>
                    <a:lstStyle/>
                    <a:p>
                      <a:pPr algn="ctr">
                        <a:defRPr sz="900">
                          <a:latin typeface="Montserrat"/>
                        </a:defRPr>
                      </a:pPr>
                      <a:r>
                        <a:rPr err="1"/>
                        <a:t>Zentrix</a:t>
                      </a:r>
                      <a:r>
                        <a:t> Industrial México S de RL de CV</a:t>
                      </a:r>
                    </a:p>
                  </a:txBody>
                  <a:tcPr anchor="ctr">
                    <a:solidFill>
                      <a:srgbClr val="FFFFFF"/>
                    </a:solidFill>
                  </a:tcPr>
                </a:tc>
                <a:tc>
                  <a:txBody>
                    <a:bodyPr/>
                    <a:lstStyle/>
                    <a:p>
                      <a:pPr algn="ctr">
                        <a:defRPr sz="900">
                          <a:latin typeface="Montserrat"/>
                        </a:defRPr>
                      </a:pPr>
                      <a:r>
                        <a:t>$7.53</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
        <p:nvSpPr>
          <p:cNvPr id="4" name="TextBox 514">
            <a:extLst>
              <a:ext uri="{FF2B5EF4-FFF2-40B4-BE49-F238E27FC236}">
                <a16:creationId xmlns:a16="http://schemas.microsoft.com/office/drawing/2014/main" id="{A825D9EE-C362-8C9C-313E-4B2BB9EFBDAF}"/>
              </a:ext>
            </a:extLst>
          </p:cNvPr>
          <p:cNvSpPr txBox="1"/>
          <p:nvPr/>
        </p:nvSpPr>
        <p:spPr>
          <a:xfrm>
            <a:off x="447804" y="2232349"/>
            <a:ext cx="6638400" cy="246221"/>
          </a:xfrm>
          <a:prstGeom prst="rect">
            <a:avLst/>
          </a:prstGeom>
          <a:noFill/>
        </p:spPr>
        <p:txBody>
          <a:bodyPr wrap="square" lIns="0" tIns="0" rIns="0" bIns="0">
            <a:spAutoFit/>
          </a:bodyPr>
          <a:lstStyle/>
          <a:p>
            <a:pPr>
              <a:defRPr sz="800">
                <a:solidFill>
                  <a:srgbClr val="FFFFFF"/>
                </a:solidFill>
                <a:latin typeface="Montserrat"/>
              </a:defRPr>
            </a:pPr>
            <a:r>
              <a:rPr>
                <a:solidFill>
                  <a:schemeClr val="tx1"/>
                </a:solidFill>
              </a:rPr>
              <a:t>Salario Base de </a:t>
            </a:r>
            <a:r>
              <a:rPr err="1">
                <a:solidFill>
                  <a:schemeClr val="tx1"/>
                </a:solidFill>
              </a:rPr>
              <a:t>Cotización</a:t>
            </a:r>
            <a:r>
              <a:rPr lang="es-MX">
                <a:solidFill>
                  <a:schemeClr val="tx1"/>
                </a:solidFill>
              </a:rPr>
              <a:t>: se utilizó como deflactor del salario el cociente del INPC entre diciembre 2018 (103.02) y preliminar de mayo  2026 (145.714) de 0.7069998.</a:t>
            </a:r>
            <a:endParaRPr>
              <a:solidFill>
                <a:schemeClr val="tx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0</TotalTime>
  <Words>3487</Words>
  <Application>Microsoft Office PowerPoint</Application>
  <PresentationFormat>Personalizado</PresentationFormat>
  <Paragraphs>1096</Paragraphs>
  <Slides>22</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Noto Sans Black</vt:lpstr>
      <vt:lpstr>Arial</vt:lpstr>
      <vt:lpstr>Noto Sans</vt:lpstr>
      <vt:lpstr>Calibri</vt:lpstr>
      <vt:lpstr>Montserrat</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Laura Patricia Galvan Chavez</cp:lastModifiedBy>
  <cp:revision>1</cp:revision>
  <dcterms:modified xsi:type="dcterms:W3CDTF">2026-06-29T20:06:59Z</dcterms:modified>
</cp:coreProperties>
</file>