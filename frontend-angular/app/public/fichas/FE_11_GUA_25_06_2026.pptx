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7.xml" ContentType="application/vnd.openxmlformats-officedocument.drawingml.chart+xml"/>
  <Override PartName="/ppt/notesSlides/notesSlide21.xml" ContentType="application/vnd.openxmlformats-officedocument.presentationml.notesSlide+xml"/>
  <Override PartName="/ppt/charts/chart8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307" r:id="rId3"/>
    <p:sldId id="258" r:id="rId4"/>
    <p:sldId id="259" r:id="rId5"/>
    <p:sldId id="308" r:id="rId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3" r:id="rId14"/>
    <p:sldId id="304" r:id="rId15"/>
    <p:sldId id="305" r:id="rId16"/>
    <p:sldId id="281" r:id="rId17"/>
    <p:sldId id="306" r:id="rId18"/>
    <p:sldId id="288" r:id="rId19"/>
    <p:sldId id="270" r:id="rId20"/>
    <p:sldId id="271" r:id="rId21"/>
    <p:sldId id="272" r:id="rId22"/>
    <p:sldId id="300" r:id="rId23"/>
    <p:sldId id="297" r:id="rId24"/>
    <p:sldId id="299" r:id="rId25"/>
    <p:sldId id="277" r:id="rId26"/>
    <p:sldId id="278" r:id="rId27"/>
    <p:sldId id="279" r:id="rId28"/>
  </p:sldIdLst>
  <p:sldSz cx="7772400" cy="10058400"/>
  <p:notesSz cx="6858000" cy="9144000"/>
  <p:embeddedFontLs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Noto Sans" panose="020B0502040504020204" pitchFamily="34" charset="0"/>
      <p:regular r:id="rId34"/>
      <p:bold r:id="rId35"/>
      <p:italic r:id="rId36"/>
      <p:boldItalic r:id="rId37"/>
    </p:embeddedFont>
    <p:embeddedFont>
      <p:font typeface="Noto Sans Black" panose="020B0604020202020204" charset="0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984" y="29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0" Type="http://schemas.openxmlformats.org/officeDocument/2006/relationships/slide" Target="slides/slide19.xml"/><Relationship Id="rId5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Sales Armendariz" userId="184e57a0-798c-4631-a9c3-d4f65b615685" providerId="ADAL" clId="{DF796C4C-B7E6-49EF-A623-003113919E54}"/>
    <pc:docChg chg="custSel addSld delSld modSld">
      <pc:chgData name="Daniela Sales Armendariz" userId="184e57a0-798c-4631-a9c3-d4f65b615685" providerId="ADAL" clId="{DF796C4C-B7E6-49EF-A623-003113919E54}" dt="2026-07-02T21:11:31.213" v="1986" actId="20577"/>
      <pc:docMkLst>
        <pc:docMk/>
      </pc:docMkLst>
      <pc:sldChg chg="modSp mod">
        <pc:chgData name="Daniela Sales Armendariz" userId="184e57a0-798c-4631-a9c3-d4f65b615685" providerId="ADAL" clId="{DF796C4C-B7E6-49EF-A623-003113919E54}" dt="2026-06-27T00:24:38.040" v="1" actId="20577"/>
        <pc:sldMkLst>
          <pc:docMk/>
          <pc:sldMk cId="0" sldId="256"/>
        </pc:sldMkLst>
        <pc:spChg chg="mod">
          <ac:chgData name="Daniela Sales Armendariz" userId="184e57a0-798c-4631-a9c3-d4f65b615685" providerId="ADAL" clId="{DF796C4C-B7E6-49EF-A623-003113919E54}" dt="2026-06-27T00:24:38.040" v="1" actId="20577"/>
          <ac:spMkLst>
            <pc:docMk/>
            <pc:sldMk cId="0" sldId="256"/>
            <ac:spMk id="70" creationId="{00000000-0000-0000-0000-000000000000}"/>
          </ac:spMkLst>
        </pc:spChg>
      </pc:sldChg>
      <pc:sldChg chg="modSp mod">
        <pc:chgData name="Daniela Sales Armendariz" userId="184e57a0-798c-4631-a9c3-d4f65b615685" providerId="ADAL" clId="{DF796C4C-B7E6-49EF-A623-003113919E54}" dt="2026-06-27T00:35:43.527" v="16" actId="1076"/>
        <pc:sldMkLst>
          <pc:docMk/>
          <pc:sldMk cId="0" sldId="258"/>
        </pc:sldMkLst>
        <pc:spChg chg="mod">
          <ac:chgData name="Daniela Sales Armendariz" userId="184e57a0-798c-4631-a9c3-d4f65b615685" providerId="ADAL" clId="{DF796C4C-B7E6-49EF-A623-003113919E54}" dt="2026-06-27T00:34:53.231" v="6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0:34:43.205" v="4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0:35:13.991" v="11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0:35:07.706" v="9" actId="1076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0:35:20.896" v="12" actId="107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0:35:43.527" v="16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0:35:28.663" v="13" actId="1076"/>
          <ac:spMkLst>
            <pc:docMk/>
            <pc:sldMk cId="0" sldId="258"/>
            <ac:spMk id="129" creationId="{00000000-0000-0000-0000-000000000000}"/>
          </ac:spMkLst>
        </pc:spChg>
        <pc:picChg chg="mod">
          <ac:chgData name="Daniela Sales Armendariz" userId="184e57a0-798c-4631-a9c3-d4f65b615685" providerId="ADAL" clId="{DF796C4C-B7E6-49EF-A623-003113919E54}" dt="2026-06-27T00:34:45.896" v="5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7T00:35:11.382" v="10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7T00:35:32.679" v="14" actId="1076"/>
          <ac:picMkLst>
            <pc:docMk/>
            <pc:sldMk cId="0" sldId="258"/>
            <ac:picMk id="128" creationId="{00000000-0000-0000-0000-000000000000}"/>
          </ac:picMkLst>
        </pc:picChg>
      </pc:sldChg>
      <pc:sldChg chg="modSp mod">
        <pc:chgData name="Daniela Sales Armendariz" userId="184e57a0-798c-4631-a9c3-d4f65b615685" providerId="ADAL" clId="{DF796C4C-B7E6-49EF-A623-003113919E54}" dt="2026-06-29T19:49:14.898" v="1806" actId="20577"/>
        <pc:sldMkLst>
          <pc:docMk/>
          <pc:sldMk cId="0" sldId="259"/>
        </pc:sldMkLst>
        <pc:spChg chg="mod">
          <ac:chgData name="Daniela Sales Armendariz" userId="184e57a0-798c-4631-a9c3-d4f65b615685" providerId="ADAL" clId="{DF796C4C-B7E6-49EF-A623-003113919E54}" dt="2026-06-27T00:36:30.018" v="19" actId="1036"/>
          <ac:spMkLst>
            <pc:docMk/>
            <pc:sldMk cId="0" sldId="259"/>
            <ac:spMk id="13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9:18:21.739" v="1774" actId="20577"/>
          <ac:spMkLst>
            <pc:docMk/>
            <pc:sldMk cId="0" sldId="259"/>
            <ac:spMk id="138" creationId="{00000000-0000-0000-0000-000000000000}"/>
          </ac:spMkLst>
        </pc:spChg>
        <pc:graphicFrameChg chg="modGraphic">
          <ac:chgData name="Daniela Sales Armendariz" userId="184e57a0-798c-4631-a9c3-d4f65b615685" providerId="ADAL" clId="{DF796C4C-B7E6-49EF-A623-003113919E54}" dt="2026-06-29T19:49:14.898" v="1806" actId="20577"/>
          <ac:graphicFrameMkLst>
            <pc:docMk/>
            <pc:sldMk cId="0" sldId="259"/>
            <ac:graphicFrameMk id="135" creationId="{00000000-0000-0000-0000-000000000000}"/>
          </ac:graphicFrameMkLst>
        </pc:graphicFrameChg>
      </pc:sldChg>
      <pc:sldChg chg="addSp modSp mod">
        <pc:chgData name="Daniela Sales Armendariz" userId="184e57a0-798c-4631-a9c3-d4f65b615685" providerId="ADAL" clId="{DF796C4C-B7E6-49EF-A623-003113919E54}" dt="2026-06-29T20:09:21.767" v="1863" actId="20577"/>
        <pc:sldMkLst>
          <pc:docMk/>
          <pc:sldMk cId="0" sldId="261"/>
        </pc:sldMkLst>
        <pc:spChg chg="mod">
          <ac:chgData name="Daniela Sales Armendariz" userId="184e57a0-798c-4631-a9c3-d4f65b615685" providerId="ADAL" clId="{DF796C4C-B7E6-49EF-A623-003113919E54}" dt="2026-06-27T00:44:13.024" v="223" actId="1076"/>
          <ac:spMkLst>
            <pc:docMk/>
            <pc:sldMk cId="0" sldId="261"/>
            <ac:spMk id="9" creationId="{87858137-E9B3-D914-8266-55FE532CA671}"/>
          </ac:spMkLst>
        </pc:spChg>
        <pc:spChg chg="mod">
          <ac:chgData name="Daniela Sales Armendariz" userId="184e57a0-798c-4631-a9c3-d4f65b615685" providerId="ADAL" clId="{DF796C4C-B7E6-49EF-A623-003113919E54}" dt="2026-06-27T00:42:52.368" v="198" actId="20577"/>
          <ac:spMkLst>
            <pc:docMk/>
            <pc:sldMk cId="0" sldId="261"/>
            <ac:spMk id="11" creationId="{362284C9-3FBE-6C6A-E157-FA385688D608}"/>
          </ac:spMkLst>
        </pc:spChg>
        <pc:spChg chg="mod">
          <ac:chgData name="Daniela Sales Armendariz" userId="184e57a0-798c-4631-a9c3-d4f65b615685" providerId="ADAL" clId="{DF796C4C-B7E6-49EF-A623-003113919E54}" dt="2026-06-29T19:18:36.536" v="1780" actId="20577"/>
          <ac:spMkLst>
            <pc:docMk/>
            <pc:sldMk cId="0" sldId="261"/>
            <ac:spMk id="156" creationId="{00000000-0000-0000-0000-000000000000}"/>
          </ac:spMkLst>
        </pc:spChg>
        <pc:grpChg chg="mod">
          <ac:chgData name="Daniela Sales Armendariz" userId="184e57a0-798c-4631-a9c3-d4f65b615685" providerId="ADAL" clId="{DF796C4C-B7E6-49EF-A623-003113919E54}" dt="2026-06-27T00:43:52.378" v="221" actId="1076"/>
          <ac:grpSpMkLst>
            <pc:docMk/>
            <pc:sldMk cId="0" sldId="261"/>
            <ac:grpSpMk id="2" creationId="{69C2DBA5-3D87-9334-8F97-F520E54D5439}"/>
          </ac:grpSpMkLst>
        </pc:grpChg>
        <pc:graphicFrameChg chg="add mod">
          <ac:chgData name="Daniela Sales Armendariz" userId="184e57a0-798c-4631-a9c3-d4f65b615685" providerId="ADAL" clId="{DF796C4C-B7E6-49EF-A623-003113919E54}" dt="2026-06-27T00:43:59.193" v="222" actId="1037"/>
          <ac:graphicFrameMkLst>
            <pc:docMk/>
            <pc:sldMk cId="0" sldId="261"/>
            <ac:graphicFrameMk id="4" creationId="{0DD68473-E835-5871-2978-3184A776C653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7T00:41:56.199" v="178" actId="1035"/>
          <ac:graphicFrameMkLst>
            <pc:docMk/>
            <pc:sldMk cId="0" sldId="261"/>
            <ac:graphicFrameMk id="152" creationId="{00000000-0000-0000-0000-000000000000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6-29T20:09:21.767" v="1863" actId="20577"/>
          <ac:graphicFrameMkLst>
            <pc:docMk/>
            <pc:sldMk cId="0" sldId="261"/>
            <ac:graphicFrameMk id="154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7T01:07:14.213" v="955" actId="1036"/>
        <pc:sldMkLst>
          <pc:docMk/>
          <pc:sldMk cId="0" sldId="271"/>
        </pc:sldMkLst>
        <pc:spChg chg="mod">
          <ac:chgData name="Daniela Sales Armendariz" userId="184e57a0-798c-4631-a9c3-d4f65b615685" providerId="ADAL" clId="{DF796C4C-B7E6-49EF-A623-003113919E54}" dt="2026-06-27T01:07:14.213" v="955" actId="1036"/>
          <ac:spMkLst>
            <pc:docMk/>
            <pc:sldMk cId="0" sldId="271"/>
            <ac:spMk id="345" creationId="{00000000-0000-0000-0000-000000000000}"/>
          </ac:spMkLst>
        </pc:spChg>
      </pc:sldChg>
      <pc:sldChg chg="modSp mod">
        <pc:chgData name="Daniela Sales Armendariz" userId="184e57a0-798c-4631-a9c3-d4f65b615685" providerId="ADAL" clId="{DF796C4C-B7E6-49EF-A623-003113919E54}" dt="2026-06-27T01:08:25.772" v="1028" actId="1036"/>
        <pc:sldMkLst>
          <pc:docMk/>
          <pc:sldMk cId="0" sldId="272"/>
        </pc:sldMkLst>
        <pc:spChg chg="mod">
          <ac:chgData name="Daniela Sales Armendariz" userId="184e57a0-798c-4631-a9c3-d4f65b615685" providerId="ADAL" clId="{DF796C4C-B7E6-49EF-A623-003113919E54}" dt="2026-06-27T01:07:51.902" v="956" actId="207"/>
          <ac:spMkLst>
            <pc:docMk/>
            <pc:sldMk cId="0" sldId="272"/>
            <ac:spMk id="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1:08:25.772" v="1028" actId="1036"/>
          <ac:spMkLst>
            <pc:docMk/>
            <pc:sldMk cId="0" sldId="272"/>
            <ac:spMk id="8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7T01:08:07.104" v="975" actId="1036"/>
          <ac:graphicFrameMkLst>
            <pc:docMk/>
            <pc:sldMk cId="0" sldId="272"/>
            <ac:graphicFrameMk id="10" creationId="{00000000-0000-0000-0000-000000000000}"/>
          </ac:graphicFrameMkLst>
        </pc:graphicFrameChg>
        <pc:cxnChg chg="mod">
          <ac:chgData name="Daniela Sales Armendariz" userId="184e57a0-798c-4631-a9c3-d4f65b615685" providerId="ADAL" clId="{DF796C4C-B7E6-49EF-A623-003113919E54}" dt="2026-06-27T01:08:12.132" v="996" actId="1036"/>
          <ac:cxnSpMkLst>
            <pc:docMk/>
            <pc:sldMk cId="0" sldId="272"/>
            <ac:cxnSpMk id="9" creationId="{00000000-0000-0000-0000-000000000000}"/>
          </ac:cxnSpMkLst>
        </pc:cxnChg>
      </pc:sldChg>
      <pc:sldChg chg="addSp delSp modSp mod">
        <pc:chgData name="Daniela Sales Armendariz" userId="184e57a0-798c-4631-a9c3-d4f65b615685" providerId="ADAL" clId="{DF796C4C-B7E6-49EF-A623-003113919E54}" dt="2026-07-02T21:11:31.213" v="1986" actId="20577"/>
        <pc:sldMkLst>
          <pc:docMk/>
          <pc:sldMk cId="0" sldId="277"/>
        </pc:sldMkLst>
        <pc:graphicFrameChg chg="modGraphic">
          <ac:chgData name="Daniela Sales Armendariz" userId="184e57a0-798c-4631-a9c3-d4f65b615685" providerId="ADAL" clId="{DF796C4C-B7E6-49EF-A623-003113919E54}" dt="2026-07-02T21:11:31.213" v="1986" actId="20577"/>
          <ac:graphicFrameMkLst>
            <pc:docMk/>
            <pc:sldMk cId="0" sldId="277"/>
            <ac:graphicFrameMk id="468" creationId="{00000000-0000-0000-0000-000000000000}"/>
          </ac:graphicFrameMkLst>
        </pc:graphicFrameChg>
        <pc:picChg chg="add">
          <ac:chgData name="Daniela Sales Armendariz" userId="184e57a0-798c-4631-a9c3-d4f65b615685" providerId="ADAL" clId="{DF796C4C-B7E6-49EF-A623-003113919E54}" dt="2026-06-27T01:20:20.688" v="1732" actId="22"/>
          <ac:picMkLst>
            <pc:docMk/>
            <pc:sldMk cId="0" sldId="277"/>
            <ac:picMk id="3" creationId="{9B4AEE9C-16E9-328F-FE71-FBB6DD44B7E0}"/>
          </ac:picMkLst>
        </pc:picChg>
      </pc:sldChg>
      <pc:sldChg chg="modSp mod">
        <pc:chgData name="Daniela Sales Armendariz" userId="184e57a0-798c-4631-a9c3-d4f65b615685" providerId="ADAL" clId="{DF796C4C-B7E6-49EF-A623-003113919E54}" dt="2026-06-27T01:21:38.588" v="1771" actId="1035"/>
        <pc:sldMkLst>
          <pc:docMk/>
          <pc:sldMk cId="0" sldId="279"/>
        </pc:sldMkLst>
        <pc:spChg chg="mod">
          <ac:chgData name="Daniela Sales Armendariz" userId="184e57a0-798c-4631-a9c3-d4f65b615685" providerId="ADAL" clId="{DF796C4C-B7E6-49EF-A623-003113919E54}" dt="2026-06-27T01:21:38.588" v="1771" actId="1035"/>
          <ac:spMkLst>
            <pc:docMk/>
            <pc:sldMk cId="0" sldId="279"/>
            <ac:spMk id="515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7T01:21:31.502" v="1765" actId="1036"/>
          <ac:graphicFrameMkLst>
            <pc:docMk/>
            <pc:sldMk cId="0" sldId="279"/>
            <ac:graphicFrameMk id="503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7T00:47:13.206" v="227" actId="1076"/>
        <pc:sldMkLst>
          <pc:docMk/>
          <pc:sldMk cId="540716406" sldId="280"/>
        </pc:sldMkLst>
        <pc:spChg chg="mod">
          <ac:chgData name="Daniela Sales Armendariz" userId="184e57a0-798c-4631-a9c3-d4f65b615685" providerId="ADAL" clId="{DF796C4C-B7E6-49EF-A623-003113919E54}" dt="2026-06-27T00:47:10.438" v="226" actId="1076"/>
          <ac:spMkLst>
            <pc:docMk/>
            <pc:sldMk cId="540716406" sldId="280"/>
            <ac:spMk id="239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0:47:13.206" v="227" actId="1076"/>
          <ac:spMkLst>
            <pc:docMk/>
            <pc:sldMk cId="540716406" sldId="280"/>
            <ac:spMk id="240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7T00:47:08.318" v="225" actId="1076"/>
          <ac:graphicFrameMkLst>
            <pc:docMk/>
            <pc:sldMk cId="540716406" sldId="280"/>
            <ac:graphicFrameMk id="238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7T00:54:12.655" v="242" actId="20577"/>
        <pc:sldMkLst>
          <pc:docMk/>
          <pc:sldMk cId="3828482411" sldId="281"/>
        </pc:sldMkLst>
        <pc:spChg chg="mod">
          <ac:chgData name="Daniela Sales Armendariz" userId="184e57a0-798c-4631-a9c3-d4f65b615685" providerId="ADAL" clId="{DF796C4C-B7E6-49EF-A623-003113919E54}" dt="2026-06-27T00:54:12.655" v="242" actId="20577"/>
          <ac:spMkLst>
            <pc:docMk/>
            <pc:sldMk cId="3828482411" sldId="281"/>
            <ac:spMk id="3" creationId="{00000000-0000-0000-0000-000000000000}"/>
          </ac:spMkLst>
        </pc:spChg>
      </pc:sldChg>
      <pc:sldChg chg="addSp modSp mod">
        <pc:chgData name="Daniela Sales Armendariz" userId="184e57a0-798c-4631-a9c3-d4f65b615685" providerId="ADAL" clId="{DF796C4C-B7E6-49EF-A623-003113919E54}" dt="2026-06-27T01:05:59.812" v="925" actId="1037"/>
        <pc:sldMkLst>
          <pc:docMk/>
          <pc:sldMk cId="3805655920" sldId="288"/>
        </pc:sldMkLst>
        <pc:spChg chg="mod">
          <ac:chgData name="Daniela Sales Armendariz" userId="184e57a0-798c-4631-a9c3-d4f65b615685" providerId="ADAL" clId="{DF796C4C-B7E6-49EF-A623-003113919E54}" dt="2026-06-27T00:58:24.453" v="412" actId="1076"/>
          <ac:spMkLst>
            <pc:docMk/>
            <pc:sldMk cId="3805655920" sldId="288"/>
            <ac:spMk id="4" creationId="{00000000-0000-0000-0000-000000000000}"/>
          </ac:spMkLst>
        </pc:spChg>
        <pc:spChg chg="add mod">
          <ac:chgData name="Daniela Sales Armendariz" userId="184e57a0-798c-4631-a9c3-d4f65b615685" providerId="ADAL" clId="{DF796C4C-B7E6-49EF-A623-003113919E54}" dt="2026-06-27T01:04:13.771" v="540" actId="1035"/>
          <ac:spMkLst>
            <pc:docMk/>
            <pc:sldMk cId="3805655920" sldId="288"/>
            <ac:spMk id="12" creationId="{1A02F464-1A98-68D5-E36D-56D169F8A6ED}"/>
          </ac:spMkLst>
        </pc:spChg>
        <pc:spChg chg="add mod">
          <ac:chgData name="Daniela Sales Armendariz" userId="184e57a0-798c-4631-a9c3-d4f65b615685" providerId="ADAL" clId="{DF796C4C-B7E6-49EF-A623-003113919E54}" dt="2026-06-27T01:04:26.759" v="590" actId="1035"/>
          <ac:spMkLst>
            <pc:docMk/>
            <pc:sldMk cId="3805655920" sldId="288"/>
            <ac:spMk id="16" creationId="{7CBCEAA8-D949-C351-468B-51E3B69BC689}"/>
          </ac:spMkLst>
        </pc:spChg>
        <pc:spChg chg="add mod">
          <ac:chgData name="Daniela Sales Armendariz" userId="184e57a0-798c-4631-a9c3-d4f65b615685" providerId="ADAL" clId="{DF796C4C-B7E6-49EF-A623-003113919E54}" dt="2026-06-27T01:05:45.003" v="899" actId="1038"/>
          <ac:spMkLst>
            <pc:docMk/>
            <pc:sldMk cId="3805655920" sldId="288"/>
            <ac:spMk id="20" creationId="{094E87B7-F0F7-7CFB-9FC8-A1E5EC7A3C75}"/>
          </ac:spMkLst>
        </pc:spChg>
        <pc:spChg chg="add mod">
          <ac:chgData name="Daniela Sales Armendariz" userId="184e57a0-798c-4631-a9c3-d4f65b615685" providerId="ADAL" clId="{DF796C4C-B7E6-49EF-A623-003113919E54}" dt="2026-06-27T01:05:59.812" v="925" actId="1037"/>
          <ac:spMkLst>
            <pc:docMk/>
            <pc:sldMk cId="3805655920" sldId="288"/>
            <ac:spMk id="24" creationId="{001B0833-446A-6EC9-0519-15A8503EE0A9}"/>
          </ac:spMkLst>
        </pc:spChg>
        <pc:spChg chg="add mod">
          <ac:chgData name="Daniela Sales Armendariz" userId="184e57a0-798c-4631-a9c3-d4f65b615685" providerId="ADAL" clId="{DF796C4C-B7E6-49EF-A623-003113919E54}" dt="2026-06-27T01:05:40.172" v="887" actId="1036"/>
          <ac:spMkLst>
            <pc:docMk/>
            <pc:sldMk cId="3805655920" sldId="288"/>
            <ac:spMk id="28" creationId="{E33BBC9B-BDC9-1DE0-A9B1-441549061415}"/>
          </ac:spMkLst>
        </pc:spChg>
        <pc:graphicFrameChg chg="mod">
          <ac:chgData name="Daniela Sales Armendariz" userId="184e57a0-798c-4631-a9c3-d4f65b615685" providerId="ADAL" clId="{DF796C4C-B7E6-49EF-A623-003113919E54}" dt="2026-06-27T00:56:27.516" v="391" actId="1035"/>
          <ac:graphicFrameMkLst>
            <pc:docMk/>
            <pc:sldMk cId="3805655920" sldId="288"/>
            <ac:graphicFrameMk id="2" creationId="{AEECD0E8-D741-BDC7-2EF6-20EE230CA1C4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7T00:56:39.299" v="398" actId="1035"/>
          <ac:graphicFrameMkLst>
            <pc:docMk/>
            <pc:sldMk cId="3805655920" sldId="288"/>
            <ac:graphicFrameMk id="5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7T00:56:47.994" v="410" actId="1035"/>
          <ac:graphicFrameMkLst>
            <pc:docMk/>
            <pc:sldMk cId="3805655920" sldId="288"/>
            <ac:graphicFrameMk id="6" creationId="{00000000-0000-0000-0000-000000000000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7T01:04:01.759" v="502" actId="1036"/>
          <ac:graphicFrameMkLst>
            <pc:docMk/>
            <pc:sldMk cId="3805655920" sldId="288"/>
            <ac:graphicFrameMk id="8" creationId="{EE0ED5D0-301D-C7F6-BB69-FB4E6DEA92A5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7T01:04:07.348" v="518" actId="1035"/>
          <ac:graphicFrameMkLst>
            <pc:docMk/>
            <pc:sldMk cId="3805655920" sldId="288"/>
            <ac:graphicFrameMk id="10" creationId="{D751D343-20E6-4476-3F4C-8763544EB372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7T01:04:19.228" v="561" actId="1035"/>
          <ac:graphicFrameMkLst>
            <pc:docMk/>
            <pc:sldMk cId="3805655920" sldId="288"/>
            <ac:graphicFrameMk id="14" creationId="{1764DCCA-F0DA-A060-3B4E-EA23774454D0}"/>
          </ac:graphicFrameMkLst>
        </pc:graphicFrameChg>
        <pc:picChg chg="add mod">
          <ac:chgData name="Daniela Sales Armendariz" userId="184e57a0-798c-4631-a9c3-d4f65b615685" providerId="ADAL" clId="{DF796C4C-B7E6-49EF-A623-003113919E54}" dt="2026-06-27T01:05:49.258" v="913" actId="1038"/>
          <ac:picMkLst>
            <pc:docMk/>
            <pc:sldMk cId="3805655920" sldId="288"/>
            <ac:picMk id="18" creationId="{6A0FDD17-E13C-DCA6-F21B-E4945B3565F9}"/>
          </ac:picMkLst>
        </pc:picChg>
        <pc:picChg chg="add mod">
          <ac:chgData name="Daniela Sales Armendariz" userId="184e57a0-798c-4631-a9c3-d4f65b615685" providerId="ADAL" clId="{DF796C4C-B7E6-49EF-A623-003113919E54}" dt="2026-06-27T01:05:54.852" v="919" actId="1037"/>
          <ac:picMkLst>
            <pc:docMk/>
            <pc:sldMk cId="3805655920" sldId="288"/>
            <ac:picMk id="22" creationId="{A6B537B9-084E-EA09-54EF-5C1EE49BB97D}"/>
          </ac:picMkLst>
        </pc:picChg>
        <pc:picChg chg="add mod">
          <ac:chgData name="Daniela Sales Armendariz" userId="184e57a0-798c-4631-a9c3-d4f65b615685" providerId="ADAL" clId="{DF796C4C-B7E6-49EF-A623-003113919E54}" dt="2026-06-27T01:05:26.412" v="818" actId="1035"/>
          <ac:picMkLst>
            <pc:docMk/>
            <pc:sldMk cId="3805655920" sldId="288"/>
            <ac:picMk id="26" creationId="{83A89A74-DF1B-5D85-A1FA-F3273E7AC304}"/>
          </ac:picMkLst>
        </pc:picChg>
      </pc:sldChg>
      <pc:sldChg chg="modSp mod">
        <pc:chgData name="Daniela Sales Armendariz" userId="184e57a0-798c-4631-a9c3-d4f65b615685" providerId="ADAL" clId="{DF796C4C-B7E6-49EF-A623-003113919E54}" dt="2026-06-27T00:54:40.519" v="260" actId="20577"/>
        <pc:sldMkLst>
          <pc:docMk/>
          <pc:sldMk cId="222510192" sldId="298"/>
        </pc:sldMkLst>
        <pc:spChg chg="mod">
          <ac:chgData name="Daniela Sales Armendariz" userId="184e57a0-798c-4631-a9c3-d4f65b615685" providerId="ADAL" clId="{DF796C4C-B7E6-49EF-A623-003113919E54}" dt="2026-06-27T00:54:40.519" v="260" actId="20577"/>
          <ac:spMkLst>
            <pc:docMk/>
            <pc:sldMk cId="222510192" sldId="298"/>
            <ac:spMk id="5" creationId="{00000000-0000-0000-0000-000000000000}"/>
          </ac:spMkLst>
        </pc:spChg>
      </pc:sldChg>
      <pc:sldChg chg="addSp modSp mod">
        <pc:chgData name="Daniela Sales Armendariz" userId="184e57a0-798c-4631-a9c3-d4f65b615685" providerId="ADAL" clId="{DF796C4C-B7E6-49EF-A623-003113919E54}" dt="2026-06-27T01:19:40.528" v="1730" actId="1076"/>
        <pc:sldMkLst>
          <pc:docMk/>
          <pc:sldMk cId="30077326" sldId="299"/>
        </pc:sldMkLst>
        <pc:spChg chg="mod">
          <ac:chgData name="Daniela Sales Armendariz" userId="184e57a0-798c-4631-a9c3-d4f65b615685" providerId="ADAL" clId="{DF796C4C-B7E6-49EF-A623-003113919E54}" dt="2026-06-27T01:15:22.354" v="1442" actId="1036"/>
          <ac:spMkLst>
            <pc:docMk/>
            <pc:sldMk cId="30077326" sldId="299"/>
            <ac:spMk id="6" creationId="{1CFCE444-12DD-D109-A796-7924C33A5D14}"/>
          </ac:spMkLst>
        </pc:spChg>
        <pc:spChg chg="mod">
          <ac:chgData name="Daniela Sales Armendariz" userId="184e57a0-798c-4631-a9c3-d4f65b615685" providerId="ADAL" clId="{DF796C4C-B7E6-49EF-A623-003113919E54}" dt="2026-06-27T01:15:57.283" v="1565" actId="1037"/>
          <ac:spMkLst>
            <pc:docMk/>
            <pc:sldMk cId="30077326" sldId="299"/>
            <ac:spMk id="9" creationId="{7A6658D4-29D8-8663-D2C5-74863CD96596}"/>
          </ac:spMkLst>
        </pc:spChg>
        <pc:spChg chg="add mod">
          <ac:chgData name="Daniela Sales Armendariz" userId="184e57a0-798c-4631-a9c3-d4f65b615685" providerId="ADAL" clId="{DF796C4C-B7E6-49EF-A623-003113919E54}" dt="2026-06-27T01:14:57.937" v="1429" actId="1036"/>
          <ac:spMkLst>
            <pc:docMk/>
            <pc:sldMk cId="30077326" sldId="299"/>
            <ac:spMk id="10" creationId="{B6F1D95B-8ADE-8AA8-1EC4-58BB0D16F81E}"/>
          </ac:spMkLst>
        </pc:spChg>
        <pc:spChg chg="mod">
          <ac:chgData name="Daniela Sales Armendariz" userId="184e57a0-798c-4631-a9c3-d4f65b615685" providerId="ADAL" clId="{DF796C4C-B7E6-49EF-A623-003113919E54}" dt="2026-06-27T01:15:38.320" v="1500" actId="1036"/>
          <ac:spMkLst>
            <pc:docMk/>
            <pc:sldMk cId="30077326" sldId="299"/>
            <ac:spMk id="11" creationId="{C2E1F9A0-4911-B1FF-D485-66518A66B9A6}"/>
          </ac:spMkLst>
        </pc:spChg>
        <pc:spChg chg="mod">
          <ac:chgData name="Daniela Sales Armendariz" userId="184e57a0-798c-4631-a9c3-d4f65b615685" providerId="ADAL" clId="{DF796C4C-B7E6-49EF-A623-003113919E54}" dt="2026-06-27T01:15:33.480" v="1478" actId="1036"/>
          <ac:spMkLst>
            <pc:docMk/>
            <pc:sldMk cId="30077326" sldId="299"/>
            <ac:spMk id="12" creationId="{6C0AF4EA-FBE1-4238-8146-A4C96C7D760B}"/>
          </ac:spMkLst>
        </pc:spChg>
        <pc:spChg chg="add mod ord">
          <ac:chgData name="Daniela Sales Armendariz" userId="184e57a0-798c-4631-a9c3-d4f65b615685" providerId="ADAL" clId="{DF796C4C-B7E6-49EF-A623-003113919E54}" dt="2026-06-27T01:14:46.765" v="1420" actId="1035"/>
          <ac:spMkLst>
            <pc:docMk/>
            <pc:sldMk cId="30077326" sldId="299"/>
            <ac:spMk id="14" creationId="{F4563EAD-8446-E4BE-18AE-944B143215C2}"/>
          </ac:spMkLst>
        </pc:spChg>
        <pc:spChg chg="mod">
          <ac:chgData name="Daniela Sales Armendariz" userId="184e57a0-798c-4631-a9c3-d4f65b615685" providerId="ADAL" clId="{DF796C4C-B7E6-49EF-A623-003113919E54}" dt="2026-06-27T01:15:49.353" v="1540" actId="1036"/>
          <ac:spMkLst>
            <pc:docMk/>
            <pc:sldMk cId="30077326" sldId="299"/>
            <ac:spMk id="23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1:15:45.414" v="1524" actId="1036"/>
          <ac:spMkLst>
            <pc:docMk/>
            <pc:sldMk cId="30077326" sldId="299"/>
            <ac:spMk id="2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1:19:40.528" v="1730" actId="1076"/>
          <ac:spMkLst>
            <pc:docMk/>
            <pc:sldMk cId="30077326" sldId="299"/>
            <ac:spMk id="25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7T01:16:31.496" v="1625" actId="1036"/>
          <ac:graphicFrameMkLst>
            <pc:docMk/>
            <pc:sldMk cId="30077326" sldId="299"/>
            <ac:graphicFrameMk id="2" creationId="{57BAAA0D-10FB-75CD-3071-B491398A053A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7T01:16:16.370" v="1592" actId="1036"/>
          <ac:graphicFrameMkLst>
            <pc:docMk/>
            <pc:sldMk cId="30077326" sldId="299"/>
            <ac:graphicFrameMk id="4" creationId="{74EA239F-AD11-6BB6-2B07-15FDA93930A1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7T01:14:52.440" v="1423" actId="1036"/>
          <ac:graphicFrameMkLst>
            <pc:docMk/>
            <pc:sldMk cId="30077326" sldId="299"/>
            <ac:graphicFrameMk id="5" creationId="{881E9716-59C1-F20C-0330-14DF2325CE54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7T01:16:20.870" v="1607" actId="1036"/>
          <ac:graphicFrameMkLst>
            <pc:docMk/>
            <pc:sldMk cId="30077326" sldId="299"/>
            <ac:graphicFrameMk id="20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7T01:16:05" v="1577" actId="1036"/>
          <ac:graphicFrameMkLst>
            <pc:docMk/>
            <pc:sldMk cId="30077326" sldId="299"/>
            <ac:graphicFrameMk id="22" creationId="{00000000-0000-0000-0000-000000000000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7T01:18:04.346" v="1698" actId="1035"/>
          <ac:graphicFrameMkLst>
            <pc:docMk/>
            <pc:sldMk cId="30077326" sldId="299"/>
            <ac:graphicFrameMk id="26" creationId="{D3A21585-0222-72C8-6CF6-86CE895DD7FC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7T01:18:08.988" v="1704" actId="1035"/>
          <ac:graphicFrameMkLst>
            <pc:docMk/>
            <pc:sldMk cId="30077326" sldId="299"/>
            <ac:graphicFrameMk id="28" creationId="{D7CFD328-BD85-F0D7-0C1F-5137130D3932}"/>
          </ac:graphicFrameMkLst>
        </pc:graphicFrameChg>
        <pc:graphicFrameChg chg="add mod modGraphic">
          <ac:chgData name="Daniela Sales Armendariz" userId="184e57a0-798c-4631-a9c3-d4f65b615685" providerId="ADAL" clId="{DF796C4C-B7E6-49EF-A623-003113919E54}" dt="2026-06-27T01:18:14.608" v="1712" actId="1037"/>
          <ac:graphicFrameMkLst>
            <pc:docMk/>
            <pc:sldMk cId="30077326" sldId="299"/>
            <ac:graphicFrameMk id="30" creationId="{45A71DFE-B661-F15C-5541-2D66302B393F}"/>
          </ac:graphicFrameMkLst>
        </pc:graphicFrameChg>
        <pc:picChg chg="mod">
          <ac:chgData name="Daniela Sales Armendariz" userId="184e57a0-798c-4631-a9c3-d4f65b615685" providerId="ADAL" clId="{DF796C4C-B7E6-49EF-A623-003113919E54}" dt="2026-06-27T01:15:28.580" v="1461" actId="1036"/>
          <ac:picMkLst>
            <pc:docMk/>
            <pc:sldMk cId="30077326" sldId="299"/>
            <ac:picMk id="7" creationId="{5BD5C9B2-AB8A-FA14-D2D6-EBEB470169FF}"/>
          </ac:picMkLst>
        </pc:picChg>
        <pc:picChg chg="add mod">
          <ac:chgData name="Daniela Sales Armendariz" userId="184e57a0-798c-4631-a9c3-d4f65b615685" providerId="ADAL" clId="{DF796C4C-B7E6-49EF-A623-003113919E54}" dt="2026-06-27T01:14:37.809" v="1400" actId="1036"/>
          <ac:picMkLst>
            <pc:docMk/>
            <pc:sldMk cId="30077326" sldId="299"/>
            <ac:picMk id="16" creationId="{E96A2763-9654-75EC-53EB-70435877412C}"/>
          </ac:picMkLst>
        </pc:picChg>
        <pc:picChg chg="add mod">
          <ac:chgData name="Daniela Sales Armendariz" userId="184e57a0-798c-4631-a9c3-d4f65b615685" providerId="ADAL" clId="{DF796C4C-B7E6-49EF-A623-003113919E54}" dt="2026-06-27T01:18:41.228" v="1728" actId="1076"/>
          <ac:picMkLst>
            <pc:docMk/>
            <pc:sldMk cId="30077326" sldId="299"/>
            <ac:picMk id="32" creationId="{92C95891-EF2D-469B-C301-33377D00FDC7}"/>
          </ac:picMkLst>
        </pc:picChg>
      </pc:sldChg>
      <pc:sldChg chg="modSp mod">
        <pc:chgData name="Daniela Sales Armendariz" userId="184e57a0-798c-4631-a9c3-d4f65b615685" providerId="ADAL" clId="{DF796C4C-B7E6-49EF-A623-003113919E54}" dt="2026-06-27T01:10:34.471" v="1195" actId="1035"/>
        <pc:sldMkLst>
          <pc:docMk/>
          <pc:sldMk cId="1149562534" sldId="300"/>
        </pc:sldMkLst>
        <pc:spChg chg="mod">
          <ac:chgData name="Daniela Sales Armendariz" userId="184e57a0-798c-4631-a9c3-d4f65b615685" providerId="ADAL" clId="{DF796C4C-B7E6-49EF-A623-003113919E54}" dt="2026-06-27T01:10:29.590" v="1193" actId="1036"/>
          <ac:spMkLst>
            <pc:docMk/>
            <pc:sldMk cId="1149562534" sldId="300"/>
            <ac:spMk id="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1:09:13.212" v="1128" actId="1036"/>
          <ac:spMkLst>
            <pc:docMk/>
            <pc:sldMk cId="1149562534" sldId="300"/>
            <ac:spMk id="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1:09:46.040" v="1148" actId="20577"/>
          <ac:spMkLst>
            <pc:docMk/>
            <pc:sldMk cId="1149562534" sldId="300"/>
            <ac:spMk id="10" creationId="{00000000-0000-0000-0000-000000000000}"/>
          </ac:spMkLst>
        </pc:spChg>
        <pc:graphicFrameChg chg="mod modGraphic">
          <ac:chgData name="Daniela Sales Armendariz" userId="184e57a0-798c-4631-a9c3-d4f65b615685" providerId="ADAL" clId="{DF796C4C-B7E6-49EF-A623-003113919E54}" dt="2026-06-27T01:09:24.912" v="1137" actId="20577"/>
          <ac:graphicFrameMkLst>
            <pc:docMk/>
            <pc:sldMk cId="1149562534" sldId="300"/>
            <ac:graphicFrameMk id="9" creationId="{00000000-0000-0000-0000-000000000000}"/>
          </ac:graphicFrameMkLst>
        </pc:graphicFrameChg>
        <pc:picChg chg="mod">
          <ac:chgData name="Daniela Sales Armendariz" userId="184e57a0-798c-4631-a9c3-d4f65b615685" providerId="ADAL" clId="{DF796C4C-B7E6-49EF-A623-003113919E54}" dt="2026-06-27T01:10:17.710" v="1161" actId="1036"/>
          <ac:picMkLst>
            <pc:docMk/>
            <pc:sldMk cId="1149562534" sldId="300"/>
            <ac:picMk id="6" creationId="{00000000-0000-0000-0000-000000000000}"/>
          </ac:picMkLst>
        </pc:picChg>
        <pc:cxnChg chg="mod">
          <ac:chgData name="Daniela Sales Armendariz" userId="184e57a0-798c-4631-a9c3-d4f65b615685" providerId="ADAL" clId="{DF796C4C-B7E6-49EF-A623-003113919E54}" dt="2026-06-27T01:10:34.471" v="1195" actId="1035"/>
          <ac:cxnSpMkLst>
            <pc:docMk/>
            <pc:sldMk cId="1149562534" sldId="300"/>
            <ac:cxnSpMk id="5" creationId="{00000000-0000-0000-0000-000000000000}"/>
          </ac:cxnSpMkLst>
        </pc:cxnChg>
        <pc:cxnChg chg="mod">
          <ac:chgData name="Daniela Sales Armendariz" userId="184e57a0-798c-4631-a9c3-d4f65b615685" providerId="ADAL" clId="{DF796C4C-B7E6-49EF-A623-003113919E54}" dt="2026-06-27T01:09:01.492" v="1081" actId="1036"/>
          <ac:cxnSpMkLst>
            <pc:docMk/>
            <pc:sldMk cId="1149562534" sldId="300"/>
            <ac:cxnSpMk id="8" creationId="{00000000-0000-0000-0000-000000000000}"/>
          </ac:cxnSpMkLst>
        </pc:cxnChg>
      </pc:sldChg>
      <pc:sldChg chg="modSp mod">
        <pc:chgData name="Daniela Sales Armendariz" userId="184e57a0-798c-4631-a9c3-d4f65b615685" providerId="ADAL" clId="{DF796C4C-B7E6-49EF-A623-003113919E54}" dt="2026-06-27T00:54:49.179" v="269" actId="20577"/>
        <pc:sldMkLst>
          <pc:docMk/>
          <pc:sldMk cId="0" sldId="303"/>
        </pc:sldMkLst>
        <pc:spChg chg="mod">
          <ac:chgData name="Daniela Sales Armendariz" userId="184e57a0-798c-4631-a9c3-d4f65b615685" providerId="ADAL" clId="{DF796C4C-B7E6-49EF-A623-003113919E54}" dt="2026-06-27T00:54:49.179" v="269" actId="20577"/>
          <ac:spMkLst>
            <pc:docMk/>
            <pc:sldMk cId="0" sldId="303"/>
            <ac:spMk id="5" creationId="{00000000-0000-0000-0000-000000000000}"/>
          </ac:spMkLst>
        </pc:spChg>
      </pc:sldChg>
      <pc:sldChg chg="modSp mod">
        <pc:chgData name="Daniela Sales Armendariz" userId="184e57a0-798c-4631-a9c3-d4f65b615685" providerId="ADAL" clId="{DF796C4C-B7E6-49EF-A623-003113919E54}" dt="2026-06-27T00:55:03.029" v="278" actId="20577"/>
        <pc:sldMkLst>
          <pc:docMk/>
          <pc:sldMk cId="0" sldId="304"/>
        </pc:sldMkLst>
        <pc:spChg chg="mod">
          <ac:chgData name="Daniela Sales Armendariz" userId="184e57a0-798c-4631-a9c3-d4f65b615685" providerId="ADAL" clId="{DF796C4C-B7E6-49EF-A623-003113919E54}" dt="2026-06-27T00:55:03.029" v="278" actId="20577"/>
          <ac:spMkLst>
            <pc:docMk/>
            <pc:sldMk cId="0" sldId="304"/>
            <ac:spMk id="5" creationId="{00000000-0000-0000-0000-000000000000}"/>
          </ac:spMkLst>
        </pc:spChg>
      </pc:sldChg>
      <pc:sldChg chg="modSp mod">
        <pc:chgData name="Daniela Sales Armendariz" userId="184e57a0-798c-4631-a9c3-d4f65b615685" providerId="ADAL" clId="{DF796C4C-B7E6-49EF-A623-003113919E54}" dt="2026-06-27T00:55:22.039" v="289" actId="20577"/>
        <pc:sldMkLst>
          <pc:docMk/>
          <pc:sldMk cId="0" sldId="305"/>
        </pc:sldMkLst>
        <pc:spChg chg="mod">
          <ac:chgData name="Daniela Sales Armendariz" userId="184e57a0-798c-4631-a9c3-d4f65b615685" providerId="ADAL" clId="{DF796C4C-B7E6-49EF-A623-003113919E54}" dt="2026-06-27T00:55:22.039" v="289" actId="20577"/>
          <ac:spMkLst>
            <pc:docMk/>
            <pc:sldMk cId="0" sldId="305"/>
            <ac:spMk id="5" creationId="{00000000-0000-0000-0000-000000000000}"/>
          </ac:spMkLst>
        </pc:spChg>
      </pc:sldChg>
      <pc:sldChg chg="modSp mod">
        <pc:chgData name="Daniela Sales Armendariz" userId="184e57a0-798c-4631-a9c3-d4f65b615685" providerId="ADAL" clId="{DF796C4C-B7E6-49EF-A623-003113919E54}" dt="2026-06-27T00:54:22.745" v="251" actId="20577"/>
        <pc:sldMkLst>
          <pc:docMk/>
          <pc:sldMk cId="0" sldId="306"/>
        </pc:sldMkLst>
        <pc:spChg chg="mod">
          <ac:chgData name="Daniela Sales Armendariz" userId="184e57a0-798c-4631-a9c3-d4f65b615685" providerId="ADAL" clId="{DF796C4C-B7E6-49EF-A623-003113919E54}" dt="2026-06-27T00:54:22.745" v="251" actId="20577"/>
          <ac:spMkLst>
            <pc:docMk/>
            <pc:sldMk cId="0" sldId="306"/>
            <ac:spMk id="3" creationId="{00000000-0000-0000-0000-000000000000}"/>
          </ac:spMkLst>
        </pc:spChg>
      </pc:sldChg>
      <pc:sldChg chg="add">
        <pc:chgData name="Daniela Sales Armendariz" userId="184e57a0-798c-4631-a9c3-d4f65b615685" providerId="ADAL" clId="{DF796C4C-B7E6-49EF-A623-003113919E54}" dt="2026-06-27T00:34:26.051" v="2"/>
        <pc:sldMkLst>
          <pc:docMk/>
          <pc:sldMk cId="2533988636" sldId="307"/>
        </pc:sldMkLst>
      </pc:sldChg>
      <pc:sldChg chg="modSp add del mod setBg">
        <pc:chgData name="Daniela Sales Armendariz" userId="184e57a0-798c-4631-a9c3-d4f65b615685" providerId="ADAL" clId="{DF796C4C-B7E6-49EF-A623-003113919E54}" dt="2026-07-02T20:17:22.402" v="1877" actId="20577"/>
        <pc:sldMkLst>
          <pc:docMk/>
          <pc:sldMk cId="0" sldId="308"/>
        </pc:sldMkLst>
        <pc:spChg chg="mod">
          <ac:chgData name="Daniela Sales Armendariz" userId="184e57a0-798c-4631-a9c3-d4f65b615685" providerId="ADAL" clId="{DF796C4C-B7E6-49EF-A623-003113919E54}" dt="2026-06-29T19:18:30.172" v="1777" actId="20577"/>
          <ac:spMkLst>
            <pc:docMk/>
            <pc:sldMk cId="0" sldId="308"/>
            <ac:spMk id="13" creationId="{00000000-0000-0000-0000-000000000000}"/>
          </ac:spMkLst>
        </pc:spChg>
        <pc:graphicFrameChg chg="mod modGraphic">
          <ac:chgData name="Daniela Sales Armendariz" userId="184e57a0-798c-4631-a9c3-d4f65b615685" providerId="ADAL" clId="{DF796C4C-B7E6-49EF-A623-003113919E54}" dt="2026-07-02T20:16:49.896" v="1871" actId="20577"/>
          <ac:graphicFrameMkLst>
            <pc:docMk/>
            <pc:sldMk cId="0" sldId="308"/>
            <ac:graphicFrameMk id="2" creationId="{CB22F114-38EC-C0F7-A444-A95DEC9F75D2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7-02T20:17:22.402" v="1877" actId="20577"/>
          <ac:graphicFrameMkLst>
            <pc:docMk/>
            <pc:sldMk cId="0" sldId="308"/>
            <ac:graphicFrameMk id="3" creationId="{DF3525F3-31C3-5CFB-BA2F-57C06EEC3949}"/>
          </ac:graphicFrameMkLst>
        </pc:graphicFrameChg>
      </pc:sldChg>
    </pc:docChg>
  </pc:docChgLst>
  <pc:docChgLst>
    <pc:chgData name="Laura Patricia Galvan Chavez" userId="S::laura.galvan@imss.gob.mx::6b13af50-ce8b-483e-8fc4-f994efaf3289" providerId="AD" clId="Web-{0B4B0603-03D1-1D71-6463-ADE7834237BB}"/>
    <pc:docChg chg="modSld">
      <pc:chgData name="Laura Patricia Galvan Chavez" userId="S::laura.galvan@imss.gob.mx::6b13af50-ce8b-483e-8fc4-f994efaf3289" providerId="AD" clId="Web-{0B4B0603-03D1-1D71-6463-ADE7834237BB}" dt="2026-06-23T22:49:40.660" v="4" actId="1076"/>
      <pc:docMkLst>
        <pc:docMk/>
      </pc:docMkLst>
      <pc:sldChg chg="addSp delSp modSp">
        <pc:chgData name="Laura Patricia Galvan Chavez" userId="S::laura.galvan@imss.gob.mx::6b13af50-ce8b-483e-8fc4-f994efaf3289" providerId="AD" clId="Web-{0B4B0603-03D1-1D71-6463-ADE7834237BB}" dt="2026-06-23T22:49:40.660" v="4" actId="1076"/>
        <pc:sldMkLst>
          <pc:docMk/>
          <pc:sldMk cId="3240565764" sldId="297"/>
        </pc:sldMkLst>
        <pc:picChg chg="add mod">
          <ac:chgData name="Laura Patricia Galvan Chavez" userId="S::laura.galvan@imss.gob.mx::6b13af50-ce8b-483e-8fc4-f994efaf3289" providerId="AD" clId="Web-{0B4B0603-03D1-1D71-6463-ADE7834237BB}" dt="2026-06-23T22:49:40.660" v="4" actId="1076"/>
          <ac:picMkLst>
            <pc:docMk/>
            <pc:sldMk cId="3240565764" sldId="297"/>
            <ac:picMk id="3" creationId="{81A46661-0542-7139-66C5-6018A853D4F6}"/>
          </ac:picMkLst>
        </pc:picChg>
      </pc:sldChg>
    </pc:docChg>
  </pc:docChgLst>
  <pc:docChgLst>
    <pc:chgData name="Laura Patricia Galvan Chavez" userId="S::laura.galvan@imss.gob.mx::6b13af50-ce8b-483e-8fc4-f994efaf3289" providerId="AD" clId="Web-{04C53B1F-3E49-88C0-013F-760F3D42B6CF}"/>
    <pc:docChg chg="modSld">
      <pc:chgData name="Laura Patricia Galvan Chavez" userId="S::laura.galvan@imss.gob.mx::6b13af50-ce8b-483e-8fc4-f994efaf3289" providerId="AD" clId="Web-{04C53B1F-3E49-88C0-013F-760F3D42B6CF}" dt="2026-06-23T19:55:41.880" v="15"/>
      <pc:docMkLst>
        <pc:docMk/>
      </pc:docMkLst>
    </pc:docChg>
  </pc:docChgLst>
  <pc:docChgLst>
    <pc:chgData name="Laura Patricia Galvan Chavez" userId="6b13af50-ce8b-483e-8fc4-f994efaf3289" providerId="ADAL" clId="{655D084B-7DF1-4C24-9447-417D7DC498B8}"/>
    <pc:docChg chg="custSel modSld">
      <pc:chgData name="Laura Patricia Galvan Chavez" userId="6b13af50-ce8b-483e-8fc4-f994efaf3289" providerId="ADAL" clId="{655D084B-7DF1-4C24-9447-417D7DC498B8}" dt="2026-07-02T23:43:02.846" v="52" actId="1076"/>
      <pc:docMkLst>
        <pc:docMk/>
      </pc:docMkLst>
      <pc:sldChg chg="modSp mod">
        <pc:chgData name="Laura Patricia Galvan Chavez" userId="6b13af50-ce8b-483e-8fc4-f994efaf3289" providerId="ADAL" clId="{655D084B-7DF1-4C24-9447-417D7DC498B8}" dt="2026-07-02T23:33:11.474" v="28" actId="14734"/>
        <pc:sldMkLst>
          <pc:docMk/>
          <pc:sldMk cId="0" sldId="259"/>
        </pc:sldMkLst>
        <pc:graphicFrameChg chg="modGraphic">
          <ac:chgData name="Laura Patricia Galvan Chavez" userId="6b13af50-ce8b-483e-8fc4-f994efaf3289" providerId="ADAL" clId="{655D084B-7DF1-4C24-9447-417D7DC498B8}" dt="2026-07-02T23:33:11.474" v="28" actId="14734"/>
          <ac:graphicFrameMkLst>
            <pc:docMk/>
            <pc:sldMk cId="0" sldId="259"/>
            <ac:graphicFrameMk id="135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2T23:37:31.846" v="34" actId="20577"/>
        <pc:sldMkLst>
          <pc:docMk/>
          <pc:sldMk cId="0" sldId="261"/>
        </pc:sldMkLst>
        <pc:graphicFrameChg chg="modGraphic">
          <ac:chgData name="Laura Patricia Galvan Chavez" userId="6b13af50-ce8b-483e-8fc4-f994efaf3289" providerId="ADAL" clId="{655D084B-7DF1-4C24-9447-417D7DC498B8}" dt="2026-07-02T23:37:31.846" v="34" actId="20577"/>
          <ac:graphicFrameMkLst>
            <pc:docMk/>
            <pc:sldMk cId="0" sldId="261"/>
            <ac:graphicFrameMk id="4" creationId="{0DD68473-E835-5871-2978-3184A776C653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2T23:43:02.846" v="52" actId="1076"/>
        <pc:sldMkLst>
          <pc:docMk/>
          <pc:sldMk cId="0" sldId="278"/>
        </pc:sldMkLst>
        <pc:graphicFrameChg chg="mod">
          <ac:chgData name="Laura Patricia Galvan Chavez" userId="6b13af50-ce8b-483e-8fc4-f994efaf3289" providerId="ADAL" clId="{655D084B-7DF1-4C24-9447-417D7DC498B8}" dt="2026-07-02T23:43:02.846" v="52" actId="1076"/>
          <ac:graphicFrameMkLst>
            <pc:docMk/>
            <pc:sldMk cId="0" sldId="278"/>
            <ac:graphicFrameMk id="480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8:12:48.839" v="23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8:12:48.839" v="23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20:01:28.640" v="27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9T20:01:21.649" v="26" actId="1076"/>
          <ac:spMkLst>
            <pc:docMk/>
            <pc:sldMk cId="3805655920" sldId="288"/>
            <ac:spMk id="4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9T20:01:28.640" v="27" actId="1076"/>
          <ac:graphicFrameMkLst>
            <pc:docMk/>
            <pc:sldMk cId="3805655920" sldId="288"/>
            <ac:graphicFrameMk id="5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8:09:39.463" v="9" actId="1076"/>
        <pc:sldMkLst>
          <pc:docMk/>
          <pc:sldMk cId="3240565764" sldId="297"/>
        </pc:sldMkLst>
        <pc:graphicFrameChg chg="modGraphic">
          <ac:chgData name="Laura Patricia Galvan Chavez" userId="6b13af50-ce8b-483e-8fc4-f994efaf3289" providerId="ADAL" clId="{655D084B-7DF1-4C24-9447-417D7DC498B8}" dt="2026-06-29T18:09:33.011" v="8" actId="14734"/>
          <ac:graphicFrameMkLst>
            <pc:docMk/>
            <pc:sldMk cId="3240565764" sldId="297"/>
            <ac:graphicFrameMk id="8" creationId="{00000000-0000-0000-0000-000000000000}"/>
          </ac:graphicFrameMkLst>
        </pc:graphicFrameChg>
        <pc:graphicFrameChg chg="mod modGraphic">
          <ac:chgData name="Laura Patricia Galvan Chavez" userId="6b13af50-ce8b-483e-8fc4-f994efaf3289" providerId="ADAL" clId="{655D084B-7DF1-4C24-9447-417D7DC498B8}" dt="2026-06-29T18:09:39.463" v="9" actId="1076"/>
          <ac:graphicFrameMkLst>
            <pc:docMk/>
            <pc:sldMk cId="3240565764" sldId="297"/>
            <ac:graphicFrameMk id="9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9T18:08:54.893" v="6" actId="1076"/>
          <ac:graphicFrameMkLst>
            <pc:docMk/>
            <pc:sldMk cId="3240565764" sldId="297"/>
            <ac:graphicFrameMk id="10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2T23:41:15.438" v="51" actId="20577"/>
        <pc:sldMkLst>
          <pc:docMk/>
          <pc:sldMk cId="30077326" sldId="299"/>
        </pc:sldMkLst>
        <pc:graphicFrameChg chg="modGraphic">
          <ac:chgData name="Laura Patricia Galvan Chavez" userId="6b13af50-ce8b-483e-8fc4-f994efaf3289" providerId="ADAL" clId="{655D084B-7DF1-4C24-9447-417D7DC498B8}" dt="2026-07-02T23:41:15.438" v="51" actId="20577"/>
          <ac:graphicFrameMkLst>
            <pc:docMk/>
            <pc:sldMk cId="30077326" sldId="299"/>
            <ac:graphicFrameMk id="20" creationId="{00000000-0000-0000-0000-000000000000}"/>
          </ac:graphicFrameMkLst>
        </pc:graphicFrameChg>
      </pc:sldChg>
      <pc:sldChg chg="modSp mod modNotes">
        <pc:chgData name="Laura Patricia Galvan Chavez" userId="6b13af50-ce8b-483e-8fc4-f994efaf3289" providerId="ADAL" clId="{655D084B-7DF1-4C24-9447-417D7DC498B8}" dt="2026-06-29T18:08:00.446" v="4" actId="108"/>
        <pc:sldMkLst>
          <pc:docMk/>
          <pc:sldMk cId="1149562534" sldId="300"/>
        </pc:sldMkLst>
        <pc:graphicFrameChg chg="mod modGraphic">
          <ac:chgData name="Laura Patricia Galvan Chavez" userId="6b13af50-ce8b-483e-8fc4-f994efaf3289" providerId="ADAL" clId="{655D084B-7DF1-4C24-9447-417D7DC498B8}" dt="2026-06-29T18:08:00.446" v="4" actId="108"/>
          <ac:graphicFrameMkLst>
            <pc:docMk/>
            <pc:sldMk cId="1149562534" sldId="300"/>
            <ac:graphicFrameMk id="9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2T23:38:42.790" v="48" actId="20577"/>
        <pc:sldMkLst>
          <pc:docMk/>
          <pc:sldMk cId="0" sldId="303"/>
        </pc:sldMkLst>
        <pc:spChg chg="mod">
          <ac:chgData name="Laura Patricia Galvan Chavez" userId="6b13af50-ce8b-483e-8fc4-f994efaf3289" providerId="ADAL" clId="{655D084B-7DF1-4C24-9447-417D7DC498B8}" dt="2026-07-02T23:38:42.790" v="48" actId="20577"/>
          <ac:spMkLst>
            <pc:docMk/>
            <pc:sldMk cId="0" sldId="303"/>
            <ac:spMk id="5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2T23:38:34.345" v="41" actId="20577"/>
        <pc:sldMkLst>
          <pc:docMk/>
          <pc:sldMk cId="0" sldId="304"/>
        </pc:sldMkLst>
        <pc:spChg chg="mod">
          <ac:chgData name="Laura Patricia Galvan Chavez" userId="6b13af50-ce8b-483e-8fc4-f994efaf3289" providerId="ADAL" clId="{655D084B-7DF1-4C24-9447-417D7DC498B8}" dt="2026-07-02T23:38:34.345" v="41" actId="20577"/>
          <ac:spMkLst>
            <pc:docMk/>
            <pc:sldMk cId="0" sldId="304"/>
            <ac:spMk id="5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2T23:35:57.723" v="30" actId="20577"/>
        <pc:sldMkLst>
          <pc:docMk/>
          <pc:sldMk cId="0" sldId="308"/>
        </pc:sldMkLst>
        <pc:graphicFrameChg chg="modGraphic">
          <ac:chgData name="Laura Patricia Galvan Chavez" userId="6b13af50-ce8b-483e-8fc4-f994efaf3289" providerId="ADAL" clId="{655D084B-7DF1-4C24-9447-417D7DC498B8}" dt="2026-07-02T23:35:57.723" v="30" actId="20577"/>
          <ac:graphicFrameMkLst>
            <pc:docMk/>
            <pc:sldMk cId="0" sldId="308"/>
            <ac:graphicFrameMk id="3" creationId="{DF3525F3-31C3-5CFB-BA2F-57C06EEC3949}"/>
          </ac:graphicFrameMkLst>
        </pc:graphicFrameChg>
      </pc:sldChg>
    </pc:docChg>
  </pc:docChgLst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9:31.153" v="2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9:31.153" v="2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9:31.153" v="2" actId="22"/>
          <ac:spMkLst>
            <pc:docMk/>
            <pc:sldMk cId="748044913" sldId="287"/>
            <ac:spMk id="10" creationId="{A1710C72-AFE9-7E23-CAA5-C512433CEB99}"/>
          </ac:spMkLst>
        </pc:spChg>
        <pc:spChg chg="add">
          <ac:chgData name="Rohan Myron Oprisko" userId="a7c52ab4-f8b1-4d15-aaf6-6388cc510347" providerId="ADAL" clId="{97C26823-81C0-4343-94EC-E87AB1317939}" dt="2026-06-24T15:59:31.153" v="2" actId="22"/>
          <ac:spMkLst>
            <pc:docMk/>
            <pc:sldMk cId="748044913" sldId="287"/>
            <ac:spMk id="12" creationId="{921D43AF-CE29-13D8-FB5E-9B2BCADC8AC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00B1-4921-91CC-E47B4945C8ED}"/>
              </c:ext>
            </c:extLst>
          </c:dPt>
          <c:dPt>
            <c:idx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3-00B1-4921-91CC-E47B4945C8ED}"/>
              </c:ext>
            </c:extLst>
          </c:dPt>
          <c:dPt>
            <c:idx val="2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5-00B1-4921-91CC-E47B4945C8ED}"/>
              </c:ext>
            </c:extLst>
          </c:dPt>
          <c:dPt>
            <c:idx val="3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7-00B1-4921-91CC-E47B4945C8ED}"/>
              </c:ext>
            </c:extLst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2927782</c:v>
                </c:pt>
                <c:pt idx="1">
                  <c:v>559956</c:v>
                </c:pt>
                <c:pt idx="2">
                  <c:v>3066482</c:v>
                </c:pt>
                <c:pt idx="3">
                  <c:v>36529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0B1-4921-91CC-E47B4945C8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AA8-429C-95F4-58F5A1F00E57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AA8-429C-95F4-58F5A1F00E57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44.703756089894704</c:v>
                </c:pt>
                <c:pt idx="1">
                  <c:v>55.296243910105296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A8-429C-95F4-58F5A1F00E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4BC-46CB-99FF-49CF2F1CAE06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4BC-46CB-99FF-49CF2F1CAE06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9.8702379810000007</c:v>
                </c:pt>
                <c:pt idx="1">
                  <c:v>90.129762018999998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BC-46CB-99FF-49CF2F1CAE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CA6-411E-ABFC-BA354B7A01F9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CA6-411E-ABFC-BA354B7A01F9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42.84</c:v>
                </c:pt>
                <c:pt idx="1">
                  <c:v>57.16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CA6-411E-ABFC-BA354B7A01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5F0-4688-942C-802787C21682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5F0-4688-942C-802787C21682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43.23</c:v>
                </c:pt>
                <c:pt idx="1">
                  <c:v>56.77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5F0-4688-942C-802787C216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0DA6-40D7-BFD4-0D77638E7E0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175</c:v>
                </c:pt>
                <c:pt idx="1">
                  <c:v>289</c:v>
                </c:pt>
                <c:pt idx="2">
                  <c:v>299</c:v>
                </c:pt>
                <c:pt idx="3">
                  <c:v>344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0DA6-40D7-BFD4-0D77638E7E0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Industrias de la Transformación</c:v>
                </c:pt>
                <c:pt idx="1">
                  <c:v>Agricultura, Ganaderia, Silvicultura, Pesca y Caza</c:v>
                </c:pt>
                <c:pt idx="2">
                  <c:v>Ind Eléctrica y Captación y Suministro de Agua Potable</c:v>
                </c:pt>
                <c:pt idx="3">
                  <c:v>Servicios Sociales y Comunales</c:v>
                </c:pt>
                <c:pt idx="4">
                  <c:v>Comercio</c:v>
                </c:pt>
                <c:pt idx="5">
                  <c:v>Servicios para Empresas, Personas y el Hogar</c:v>
                </c:pt>
                <c:pt idx="6">
                  <c:v>Industria de la Construcción</c:v>
                </c:pt>
                <c:pt idx="7">
                  <c:v>Transportes y Comunicaciones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465837</c:v>
                </c:pt>
                <c:pt idx="1">
                  <c:v>52304</c:v>
                </c:pt>
                <c:pt idx="2">
                  <c:v>8465</c:v>
                </c:pt>
                <c:pt idx="3">
                  <c:v>94167</c:v>
                </c:pt>
                <c:pt idx="4">
                  <c:v>195041</c:v>
                </c:pt>
                <c:pt idx="5">
                  <c:v>155361</c:v>
                </c:pt>
                <c:pt idx="6">
                  <c:v>72088</c:v>
                </c:pt>
                <c:pt idx="7">
                  <c:v>76684</c:v>
                </c:pt>
                <c:pt idx="8">
                  <c:v>3264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E88-4A42-8C5E-F67207D83A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Industrias de la Transformación</c:v>
                </c:pt>
                <c:pt idx="1">
                  <c:v>Agricultura, Ganaderia, Silvicultura, Pesca y Caza</c:v>
                </c:pt>
                <c:pt idx="2">
                  <c:v>Ind Eléctrica y Captación y Suministro de Agua Potable</c:v>
                </c:pt>
                <c:pt idx="3">
                  <c:v>Servicios Sociales y Comunales</c:v>
                </c:pt>
                <c:pt idx="4">
                  <c:v>Comercio</c:v>
                </c:pt>
                <c:pt idx="5">
                  <c:v>Servicios para Empresas, Personas y el Hogar</c:v>
                </c:pt>
                <c:pt idx="6">
                  <c:v>Industria de la Construcción</c:v>
                </c:pt>
                <c:pt idx="7">
                  <c:v>Transportes y Comunicaciones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459860</c:v>
                </c:pt>
                <c:pt idx="1">
                  <c:v>52494</c:v>
                </c:pt>
                <c:pt idx="2">
                  <c:v>8572</c:v>
                </c:pt>
                <c:pt idx="3">
                  <c:v>95784</c:v>
                </c:pt>
                <c:pt idx="4">
                  <c:v>198549</c:v>
                </c:pt>
                <c:pt idx="5">
                  <c:v>158487</c:v>
                </c:pt>
                <c:pt idx="6">
                  <c:v>73541</c:v>
                </c:pt>
                <c:pt idx="7">
                  <c:v>78653</c:v>
                </c:pt>
                <c:pt idx="8">
                  <c:v>3480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E88-4A42-8C5E-F67207D83A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978760</c:v>
                </c:pt>
                <c:pt idx="1">
                  <c:v>1015816</c:v>
                </c:pt>
                <c:pt idx="2">
                  <c:v>974970</c:v>
                </c:pt>
                <c:pt idx="3">
                  <c:v>993309</c:v>
                </c:pt>
                <c:pt idx="4">
                  <c:v>1040189</c:v>
                </c:pt>
                <c:pt idx="5">
                  <c:v>1083248</c:v>
                </c:pt>
                <c:pt idx="6">
                  <c:v>1115019</c:v>
                </c:pt>
                <c:pt idx="7">
                  <c:v>1123211</c:v>
                </c:pt>
                <c:pt idx="8">
                  <c:v>1129420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3D7-454B-9226-4A0E6F5B06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105025" y="685800"/>
            <a:ext cx="2649538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31215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hart" Target="../charts/chart1.xml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chart" Target="../charts/chart6.xml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5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Guanajuato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err="1"/>
              <a:t>Ficha</a:t>
            </a:r>
            <a:r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</a:t>
            </a:r>
            <a:r>
              <a:rPr lang="es-MX"/>
              <a:t>l</a:t>
            </a:r>
            <a:r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4" name="Google Shape;66;p15">
            <a:extLst>
              <a:ext uri="{FF2B5EF4-FFF2-40B4-BE49-F238E27FC236}">
                <a16:creationId xmlns:a16="http://schemas.microsoft.com/office/drawing/2014/main" id="{7109959C-2B29-27D6-CC06-7C09DC6371F0}"/>
              </a:ext>
            </a:extLst>
          </p:cNvPr>
          <p:cNvSpPr/>
          <p:nvPr/>
        </p:nvSpPr>
        <p:spPr>
          <a:xfrm>
            <a:off x="0" y="566113"/>
            <a:ext cx="7772400" cy="1771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Google Shape;67;p15">
            <a:extLst>
              <a:ext uri="{FF2B5EF4-FFF2-40B4-BE49-F238E27FC236}">
                <a16:creationId xmlns:a16="http://schemas.microsoft.com/office/drawing/2014/main" id="{C11E3878-C468-7BF6-7768-DC294A70539E}"/>
              </a:ext>
            </a:extLst>
          </p:cNvPr>
          <p:cNvGraphicFramePr/>
          <p:nvPr/>
        </p:nvGraphicFramePr>
        <p:xfrm>
          <a:off x="759753" y="2744949"/>
          <a:ext cx="5219172" cy="674733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60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4698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Prestaciones Médicas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Dra. Carmen Rodríguez Deniz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Médico especialista en Médicina de Urgencias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Encargada del despacho: Inicio 27 de enero de 2026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311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Salud en el Trabajo, Prestaciones Económicas y Sociales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Teresa Adriana Díaz González 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Contaduría Pública y Administración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junio de 2020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7056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Afiliación y Cobranza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C.P. Mario Alberto García Borrayo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Contaduría Pública y Auditoría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15 de mayo de 2016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7295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Desarrollo de Personal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Héctor Octavio Escobedo Vega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Administración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septiembre de 2022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70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Finanzas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Ing. Alejandro García Vanegas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Ingeniería Industrial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02 de octubre de 2023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939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Act. Delia Guadalupe Isaías Vera 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Actuaría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marzo de 2021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125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Verónica Flores Frías 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Derecho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abril de 2024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1643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Secretaria General </a:t>
                      </a:r>
                      <a:b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la Sección XXV </a:t>
                      </a:r>
                      <a:endParaRPr sz="10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lvl="0" indent="0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Luis Enrique Cantera Rangel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8100" marR="38100" lvl="0" indent="0" algn="l" rtl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noviembre 2025</a:t>
                      </a:r>
                      <a:endParaRPr sz="10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Google Shape;68;p15">
            <a:extLst>
              <a:ext uri="{FF2B5EF4-FFF2-40B4-BE49-F238E27FC236}">
                <a16:creationId xmlns:a16="http://schemas.microsoft.com/office/drawing/2014/main" id="{313A56D9-2ED7-86A9-09A3-946CAF334471}"/>
              </a:ext>
            </a:extLst>
          </p:cNvPr>
          <p:cNvSpPr txBox="1"/>
          <p:nvPr/>
        </p:nvSpPr>
        <p:spPr>
          <a:xfrm>
            <a:off x="2798775" y="621925"/>
            <a:ext cx="4198800" cy="15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Dr. Eusebio Rosales Partida</a:t>
            </a:r>
            <a:endParaRPr sz="1200" b="1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270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Médico Familiar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cargo: 16 de abril de 2026</a:t>
            </a:r>
            <a:endParaRPr sz="1200" b="1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Fue Titular de la Jefatura Servicios de Prestaciones Médicas de Baja California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Google Shape;70;p15">
            <a:extLst>
              <a:ext uri="{FF2B5EF4-FFF2-40B4-BE49-F238E27FC236}">
                <a16:creationId xmlns:a16="http://schemas.microsoft.com/office/drawing/2014/main" id="{8E56A310-037E-FF25-5D91-3AE1D3E89A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2854"/>
          <a:stretch/>
        </p:blipFill>
        <p:spPr>
          <a:xfrm>
            <a:off x="5978922" y="3757367"/>
            <a:ext cx="1012925" cy="923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1;p15">
            <a:extLst>
              <a:ext uri="{FF2B5EF4-FFF2-40B4-BE49-F238E27FC236}">
                <a16:creationId xmlns:a16="http://schemas.microsoft.com/office/drawing/2014/main" id="{38596197-C04C-03F8-DC1B-C8B8170B70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0953"/>
          <a:stretch/>
        </p:blipFill>
        <p:spPr>
          <a:xfrm>
            <a:off x="5978922" y="4771286"/>
            <a:ext cx="1012925" cy="839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2;p15">
            <a:extLst>
              <a:ext uri="{FF2B5EF4-FFF2-40B4-BE49-F238E27FC236}">
                <a16:creationId xmlns:a16="http://schemas.microsoft.com/office/drawing/2014/main" id="{E0571342-6185-75B1-188B-CBF780D3900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27045"/>
          <a:stretch/>
        </p:blipFill>
        <p:spPr>
          <a:xfrm>
            <a:off x="5978948" y="5746579"/>
            <a:ext cx="1012900" cy="65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3;p15">
            <a:extLst>
              <a:ext uri="{FF2B5EF4-FFF2-40B4-BE49-F238E27FC236}">
                <a16:creationId xmlns:a16="http://schemas.microsoft.com/office/drawing/2014/main" id="{326AB8B3-7966-95D0-4C58-ECFC58017E4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b="33678"/>
          <a:stretch/>
        </p:blipFill>
        <p:spPr>
          <a:xfrm>
            <a:off x="5978929" y="6523007"/>
            <a:ext cx="1012919" cy="61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74;p15">
            <a:extLst>
              <a:ext uri="{FF2B5EF4-FFF2-40B4-BE49-F238E27FC236}">
                <a16:creationId xmlns:a16="http://schemas.microsoft.com/office/drawing/2014/main" id="{07CE0DFB-93B8-B28B-BD97-E18CA4B7F69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t="2940" b="24296"/>
          <a:stretch/>
        </p:blipFill>
        <p:spPr>
          <a:xfrm>
            <a:off x="5978929" y="7213113"/>
            <a:ext cx="1012919" cy="65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5;p15">
            <a:extLst>
              <a:ext uri="{FF2B5EF4-FFF2-40B4-BE49-F238E27FC236}">
                <a16:creationId xmlns:a16="http://schemas.microsoft.com/office/drawing/2014/main" id="{FABEFFC3-CEB8-6B7C-43BA-D701E5F8D03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t="7918" r="11995" b="27810"/>
          <a:stretch/>
        </p:blipFill>
        <p:spPr>
          <a:xfrm>
            <a:off x="5978923" y="7946029"/>
            <a:ext cx="1012925" cy="65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76;p15">
            <a:extLst>
              <a:ext uri="{FF2B5EF4-FFF2-40B4-BE49-F238E27FC236}">
                <a16:creationId xmlns:a16="http://schemas.microsoft.com/office/drawing/2014/main" id="{14E21F6A-DD47-6315-3ED5-26C6DE20E92C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7174" y="685525"/>
            <a:ext cx="1468161" cy="153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77;p15">
            <a:extLst>
              <a:ext uri="{FF2B5EF4-FFF2-40B4-BE49-F238E27FC236}">
                <a16:creationId xmlns:a16="http://schemas.microsoft.com/office/drawing/2014/main" id="{4B5CC1E3-CF97-2F39-62B2-F1F76E981BE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b="13801"/>
          <a:stretch/>
        </p:blipFill>
        <p:spPr>
          <a:xfrm>
            <a:off x="5978921" y="2805216"/>
            <a:ext cx="1012925" cy="873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D85B9F9-A8DA-D077-52FF-BB75839FB0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8921" y="8604280"/>
            <a:ext cx="1033726" cy="84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88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44%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5878644" y="1760401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2,927,782</a:t>
            </a:r>
            <a:br>
              <a:rPr/>
            </a:br>
            <a:r>
              <a:t>44%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346" y="1755000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316846" y="1900799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677200" y="4189802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559,956</a:t>
            </a:r>
            <a:br/>
            <a:r>
              <a:t>8%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3887" y="4208222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051800" y="43668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3,066,482</a:t>
            </a:r>
            <a:br/>
            <a:r>
              <a:t>47%</a:t>
            </a:r>
          </a:p>
        </p:txBody>
      </p:sp>
      <p:pic>
        <p:nvPicPr>
          <p:cNvPr id="125" name="Picture 124" descr="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023254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369665" y="3445198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78623" y="973741"/>
            <a:ext cx="1506807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err="1"/>
              <a:t>Otros</a:t>
            </a:r>
            <a:br>
              <a:rPr/>
            </a:br>
            <a:r>
              <a:t>36,529</a:t>
            </a:r>
            <a:br>
              <a:rPr/>
            </a:br>
            <a:r>
              <a:t>0.55%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7573" y="108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3015000" y="11340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6,590,749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2,697,616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2,927,782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1,473,883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1,737,403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994,870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1,129,420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172,657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259,350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34,540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274,963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296,957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262,309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285,090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1,223,733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1,190,379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432,631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457,411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646,188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549,657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183,311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2,153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2,488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12,186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16,906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2105157954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1_g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531268"/>
              </p:ext>
            </p:extLst>
          </p:nvPr>
        </p:nvGraphicFramePr>
        <p:xfrm>
          <a:off x="1706400" y="6854400"/>
          <a:ext cx="4359600" cy="1661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5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</a:t>
                      </a:r>
                      <a:r>
                        <a:rPr lang="es-MX" sz="1000">
                          <a:latin typeface="Montserrat"/>
                        </a:rPr>
                        <a:t>5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sz="1000" dirty="0">
                          <a:latin typeface="Montserrat"/>
                        </a:rPr>
                        <a:t>1,021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sz="1000" dirty="0">
                          <a:latin typeface="Montserrat"/>
                        </a:rPr>
                        <a:t>402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531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225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</a:t>
                      </a:r>
                      <a:r>
                        <a:rPr lang="es-MX" sz="1000">
                          <a:latin typeface="Montserrat"/>
                        </a:rPr>
                        <a:t>20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1,5</a:t>
                      </a:r>
                      <a:r>
                        <a:rPr lang="es-MX" sz="1000">
                          <a:latin typeface="Montserrat"/>
                        </a:rPr>
                        <a:t>60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7</a:t>
                      </a:r>
                      <a:r>
                        <a:rPr lang="es-MX" sz="1000" dirty="0">
                          <a:latin typeface="Montserrat"/>
                        </a:rPr>
                        <a:t>4</a:t>
                      </a:r>
                      <a:r>
                        <a:rPr sz="1000" dirty="0">
                          <a:latin typeface="Montserrat"/>
                        </a:rP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958497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</a:t>
            </a:r>
            <a:r>
              <a:rPr err="1"/>
              <a:t>Incluye</a:t>
            </a:r>
            <a:r>
              <a:t> 34 UMF, 5 UMFH y no </a:t>
            </a:r>
            <a:r>
              <a:rPr err="1"/>
              <a:t>incluye</a:t>
            </a:r>
            <a:r>
              <a:t> 4 </a:t>
            </a:r>
            <a:r>
              <a:rPr err="1"/>
              <a:t>Unidades</a:t>
            </a:r>
            <a:r>
              <a:t> </a:t>
            </a:r>
            <a:r>
              <a:rPr err="1"/>
              <a:t>Auxiliares</a:t>
            </a:r>
            <a:r>
              <a:t>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</a:t>
            </a:r>
            <a:r>
              <a:t>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138;g3d0b4d3c5c9_2_33">
            <a:extLst>
              <a:ext uri="{FF2B5EF4-FFF2-40B4-BE49-F238E27FC236}">
                <a16:creationId xmlns:a16="http://schemas.microsoft.com/office/drawing/2014/main" id="{A6669366-6036-5DEF-D9AB-64016611B7E0}"/>
              </a:ext>
            </a:extLst>
          </p:cNvPr>
          <p:cNvGraphicFramePr/>
          <p:nvPr/>
        </p:nvGraphicFramePr>
        <p:xfrm>
          <a:off x="289300" y="1067864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1, León Guanajuato</a:t>
                      </a:r>
                      <a:endParaRPr sz="18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144;g3d0b4d3c5c9_2_33">
            <a:extLst>
              <a:ext uri="{FF2B5EF4-FFF2-40B4-BE49-F238E27FC236}">
                <a16:creationId xmlns:a16="http://schemas.microsoft.com/office/drawing/2014/main" id="{3D43CEB2-181B-615A-539C-EB03B5885C0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300" y="1731531"/>
            <a:ext cx="3001049" cy="179709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FC5361E-423D-4DBF-BAD5-7123E999B75C}"/>
              </a:ext>
            </a:extLst>
          </p:cNvPr>
          <p:cNvSpPr txBox="1"/>
          <p:nvPr/>
        </p:nvSpPr>
        <p:spPr>
          <a:xfrm>
            <a:off x="3305531" y="1631051"/>
            <a:ext cx="4466869" cy="211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1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El Seguro Social comenzó a operar en 1951, mediante la afiliación de trabajadores urbanos y otorgando consultas de medicina general y atención preventiva en instalaciones adaptadas y consultorios subrogados. 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1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El primer hospital formal del Instituto fue el Hospital General de Zona No. 1 del IMSS en León (hoy integrado al complejo del Bajío), iniciado en operaciones en 1964.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1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El hospital incluía los servicios de Gineco-Obstetricia y Pediatría, contaba con todos los servicios del momento, estaba dotado de 5 quirófanos, laboratorio clínico y rayos X, farmacia, cocina, lavandería y 234 camas; contando también con los servicios de Medicina Familiar, especialidades troncales y urgencias, para atender una población de 64,000 personas.</a:t>
            </a:r>
            <a:endParaRPr kumimoji="0" lang="es-E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GUANAJUATO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kumimoji="0" sz="21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gua_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00" y="3706959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650" y="4546665"/>
          <a:ext cx="7650000" cy="280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</a:t>
                      </a:r>
                      <a:r>
                        <a:rPr err="1"/>
                        <a:t>censables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20 S</a:t>
                      </a:r>
                      <a:r>
                        <a:rPr lang="es-MX"/>
                        <a:t>an</a:t>
                      </a:r>
                      <a:r>
                        <a:t> Luis</a:t>
                      </a:r>
                      <a:r>
                        <a:rPr lang="es-MX"/>
                        <a:t> de la</a:t>
                      </a:r>
                      <a:r>
                        <a:t> Paz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HGS 10 Guanajuato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2004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45700"/>
            <a:ext cx="73872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FFFFFF"/>
                </a:solidFill>
                <a:latin typeface="Montserrat"/>
              </a:defRPr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¹Incluye salas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quirófano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, salas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híbridas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y salas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mixtas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, no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considera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salas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tococirugía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y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expulsión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.</a:t>
            </a:r>
            <a:b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Fuente: Cédula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actualización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variables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seleccionados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del IFU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enviados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por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el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OOAD.</a:t>
            </a:r>
            <a:b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Las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consultas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medicina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familiar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incluyen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los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hospitales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con UMF.</a:t>
            </a:r>
            <a:b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Corte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Información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: ma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y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o de 2026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CB22F114-38EC-C0F7-A444-A95DEC9F7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605082"/>
              </p:ext>
            </p:extLst>
          </p:nvPr>
        </p:nvGraphicFramePr>
        <p:xfrm>
          <a:off x="59223" y="7353585"/>
          <a:ext cx="7644809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74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3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59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75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UMAA 55 León (</a:t>
                      </a:r>
                      <a:r>
                        <a:rPr b="0" err="1">
                          <a:solidFill>
                            <a:schemeClr val="tx1"/>
                          </a:solidFill>
                        </a:rPr>
                        <a:t>Aut</a:t>
                      </a:r>
                      <a:r>
                        <a:rPr b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 err="1">
                          <a:solidFill>
                            <a:schemeClr val="tx1"/>
                          </a:solidFill>
                        </a:rPr>
                        <a:t>Febrero</a:t>
                      </a:r>
                      <a:r>
                        <a:rPr b="0">
                          <a:solidFill>
                            <a:schemeClr val="tx1"/>
                          </a:solidFill>
                        </a:rPr>
                        <a:t> de 2007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278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98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25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23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1,021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/>
                        <a:t>402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202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DF3525F3-31C3-5CFB-BA2F-57C06EEC3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563659"/>
              </p:ext>
            </p:extLst>
          </p:nvPr>
        </p:nvGraphicFramePr>
        <p:xfrm>
          <a:off x="63650" y="8326869"/>
          <a:ext cx="7650000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HES 1 CMN del Bajío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Septiembre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 dirty="0">
                          <a:solidFill>
                            <a:schemeClr val="tx1"/>
                          </a:solidFill>
                        </a:rPr>
                        <a:t>208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132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HGP 48 CMN del Bajío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Junio de 1975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323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 dirty="0">
                          <a:solidFill>
                            <a:schemeClr val="tx1"/>
                          </a:solidFill>
                        </a:rPr>
                        <a:t>93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b="0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531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1,</a:t>
                      </a:r>
                      <a:r>
                        <a:rPr lang="es-MX" dirty="0"/>
                        <a:t>552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  <a:r>
                        <a:rPr lang="es-MX" dirty="0"/>
                        <a:t>27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  <a:r>
                        <a:rPr lang="es-MX" dirty="0"/>
                        <a:t>87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>
            <p:extLst>
              <p:ext uri="{D42A27DB-BD31-4B8C-83A1-F6EECF244321}">
                <p14:modId xmlns:p14="http://schemas.microsoft.com/office/powerpoint/2010/main" val="497583274"/>
              </p:ext>
            </p:extLst>
          </p:nvPr>
        </p:nvGraphicFramePr>
        <p:xfrm>
          <a:off x="149075" y="580882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69C2DBA5-3D87-9334-8F97-F520E54D5439}"/>
              </a:ext>
            </a:extLst>
          </p:cNvPr>
          <p:cNvGrpSpPr/>
          <p:nvPr/>
        </p:nvGrpSpPr>
        <p:grpSpPr>
          <a:xfrm>
            <a:off x="74143" y="6339913"/>
            <a:ext cx="7772400" cy="2674957"/>
            <a:chOff x="144303" y="5752465"/>
            <a:chExt cx="7772400" cy="2674957"/>
          </a:xfrm>
        </p:grpSpPr>
        <p:sp>
          <p:nvSpPr>
            <p:cNvPr id="7" name="Google Shape;170;g3d62d805bc0_1_167">
              <a:extLst>
                <a:ext uri="{FF2B5EF4-FFF2-40B4-BE49-F238E27FC236}">
                  <a16:creationId xmlns:a16="http://schemas.microsoft.com/office/drawing/2014/main" id="{9C55D797-E8CF-C4F0-A192-E1DF5E579F80}"/>
                </a:ext>
              </a:extLst>
            </p:cNvPr>
            <p:cNvSpPr/>
            <p:nvPr/>
          </p:nvSpPr>
          <p:spPr>
            <a:xfrm>
              <a:off x="3082678" y="8049722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71;g3d62d805bc0_1_167">
              <a:extLst>
                <a:ext uri="{FF2B5EF4-FFF2-40B4-BE49-F238E27FC236}">
                  <a16:creationId xmlns:a16="http://schemas.microsoft.com/office/drawing/2014/main" id="{7DA4FEAD-3413-7D8A-D443-2AE1A8D53053}"/>
                </a:ext>
              </a:extLst>
            </p:cNvPr>
            <p:cNvSpPr/>
            <p:nvPr/>
          </p:nvSpPr>
          <p:spPr>
            <a:xfrm>
              <a:off x="2580639" y="8049722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9" name="Google Shape;172;g3d62d805bc0_1_167">
              <a:extLst>
                <a:ext uri="{FF2B5EF4-FFF2-40B4-BE49-F238E27FC236}">
                  <a16:creationId xmlns:a16="http://schemas.microsoft.com/office/drawing/2014/main" id="{87858137-E9B3-D914-8266-55FE532CA671}"/>
                </a:ext>
              </a:extLst>
            </p:cNvPr>
            <p:cNvSpPr txBox="1"/>
            <p:nvPr/>
          </p:nvSpPr>
          <p:spPr>
            <a:xfrm>
              <a:off x="5264960" y="6932926"/>
              <a:ext cx="2577600" cy="628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HGZMF 21 León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$29.6 mdp</a:t>
              </a: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</a:t>
              </a:r>
              <a:endParaRPr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0" name="Google Shape;173;g3d62d805bc0_1_167">
              <a:extLst>
                <a:ext uri="{FF2B5EF4-FFF2-40B4-BE49-F238E27FC236}">
                  <a16:creationId xmlns:a16="http://schemas.microsoft.com/office/drawing/2014/main" id="{B5EB58E5-E996-1918-A403-3A911218F36F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18375" y="6487388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75;g3d62d805bc0_1_167">
              <a:extLst>
                <a:ext uri="{FF2B5EF4-FFF2-40B4-BE49-F238E27FC236}">
                  <a16:creationId xmlns:a16="http://schemas.microsoft.com/office/drawing/2014/main" id="{362284C9-3FBE-6C6A-E157-FA385688D608}"/>
                </a:ext>
              </a:extLst>
            </p:cNvPr>
            <p:cNvSpPr txBox="1"/>
            <p:nvPr/>
          </p:nvSpPr>
          <p:spPr>
            <a:xfrm>
              <a:off x="144303" y="5752465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</a:t>
              </a:r>
              <a:endParaRPr sz="23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05094"/>
              </p:ext>
            </p:extLst>
          </p:nvPr>
        </p:nvGraphicFramePr>
        <p:xfrm>
          <a:off x="93600" y="995738"/>
          <a:ext cx="7534799" cy="391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47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35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35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35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35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35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35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35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535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35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35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1</a:t>
                      </a:r>
                      <a:endParaRPr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1</a:t>
                      </a:r>
                      <a:endParaRPr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35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535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535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535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/>
                        <a:t>5</a:t>
                      </a:r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/>
                        <a:t>7</a:t>
                      </a:r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72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06799" y="9568800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err="1"/>
              <a:t>Proyectos</a:t>
            </a:r>
            <a:r>
              <a:t> de </a:t>
            </a:r>
            <a:r>
              <a:rPr err="1"/>
              <a:t>implementación</a:t>
            </a:r>
            <a:r>
              <a:t>/</a:t>
            </a:r>
            <a:r>
              <a:rPr err="1"/>
              <a:t>sustitución</a:t>
            </a:r>
            <a:r>
              <a:t> 2019-2025. </a:t>
            </a:r>
            <a:r>
              <a:rPr err="1"/>
              <a:t>Incluye</a:t>
            </a:r>
            <a:r>
              <a:t> </a:t>
            </a:r>
            <a:r>
              <a:rPr err="1"/>
              <a:t>equipo</a:t>
            </a:r>
            <a:r>
              <a:t> de la </a:t>
            </a:r>
            <a:r>
              <a:rPr err="1"/>
              <a:t>compra</a:t>
            </a:r>
            <a:r>
              <a:t> 2025-2026.</a:t>
            </a:r>
            <a:br>
              <a:rPr/>
            </a:br>
            <a:r>
              <a:t>Fuente: Cédula de </a:t>
            </a:r>
            <a:r>
              <a:rPr err="1"/>
              <a:t>actualización</a:t>
            </a:r>
            <a:r>
              <a:t> de variables </a:t>
            </a:r>
            <a:r>
              <a:rPr err="1"/>
              <a:t>seleccionadas</a:t>
            </a:r>
            <a:r>
              <a:t> del IFU, </a:t>
            </a:r>
            <a:r>
              <a:rPr err="1"/>
              <a:t>enviadas</a:t>
            </a:r>
            <a:r>
              <a:t> </a:t>
            </a:r>
            <a:r>
              <a:rPr err="1"/>
              <a:t>por</a:t>
            </a:r>
            <a:r>
              <a:t> el OOAD.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</a:t>
            </a:r>
            <a:r>
              <a:t>o de 2026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DD68473-E835-5871-2978-3184A776C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094797"/>
              </p:ext>
            </p:extLst>
          </p:nvPr>
        </p:nvGraphicFramePr>
        <p:xfrm>
          <a:off x="107914" y="4912418"/>
          <a:ext cx="7534799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Mastógrafo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6</a:t>
                      </a:r>
                      <a:endParaRPr dirty="0"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9</a:t>
                      </a:r>
                      <a:endParaRPr dirty="0"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771708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3C0C946C-9809-1973-132C-E5228B85F7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711A0BB4-43E5-4096-11F0-6DE12B11F5C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EE5EA9B-7991-F9BE-5344-731587D09BBD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595CADC-F578-5361-C046-15C7F106E1CA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93B13480-A66F-26F6-135F-F54C51B2DA68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A1710C72-AFE9-7E23-CAA5-C512433CEB99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921D43AF-CE29-13D8-FB5E-9B2BCADC8AC8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+9,852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+333,169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+237,015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4,197,491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333,169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1,914,700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4,207,008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1,142,704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237,015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569,366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1,328,965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73,139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9,852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40,082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92,718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29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Comonfort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6 Cortazar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61,182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27,154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8 Salvatierra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47,327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22,180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9 Penjamo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32,706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11 S. Miguel Allende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55,717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24,522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Villagran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59,768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26,859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Purísima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48,907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21,642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Ocampo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V. Santiago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41,131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S. Felipe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28 Romita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S. José Iturbide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52,635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24,740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Jaral de Berrios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Apaseo el Alto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Manuel Doblado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36 Yuriria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Pueblo Nuevo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Cueramaro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Abasolo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8,649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Soria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Tarimoro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Irapuato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Jaral Progreso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49 Celaya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334,351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37,233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156,100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338,256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Guanajuato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51 León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289,770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128,439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Irapuato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211,225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39,279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95,669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212,976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60 Los Naranjos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127,294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41,006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59,717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San Diego de la Unión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1,530,006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154,115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705,436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1,578,024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44.7%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70992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781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44.7%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871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7099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1,578,024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adroTexto 158">
            <a:extLst>
              <a:ext uri="{FF2B5EF4-FFF2-40B4-BE49-F238E27FC236}">
                <a16:creationId xmlns:a16="http://schemas.microsoft.com/office/drawing/2014/main" id="{A53993D4-ABBF-54F4-D4AB-00CC44BFADB7}"/>
              </a:ext>
            </a:extLst>
          </p:cNvPr>
          <p:cNvSpPr txBox="1"/>
          <p:nvPr/>
        </p:nvSpPr>
        <p:spPr>
          <a:xfrm>
            <a:off x="4087977" y="5029200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1 Nueva UMTC con   3 consultorios</a:t>
            </a:r>
          </a:p>
        </p:txBody>
      </p:sp>
      <p:graphicFrame>
        <p:nvGraphicFramePr>
          <p:cNvPr id="160" name="Tabla 159">
            <a:extLst>
              <a:ext uri="{FF2B5EF4-FFF2-40B4-BE49-F238E27FC236}">
                <a16:creationId xmlns:a16="http://schemas.microsoft.com/office/drawing/2014/main" id="{E48D9A9F-DF8B-6169-A92E-A0628BB8E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413365"/>
              </p:ext>
            </p:extLst>
          </p:nvPr>
        </p:nvGraphicFramePr>
        <p:xfrm>
          <a:off x="4727885" y="6122301"/>
          <a:ext cx="2808830" cy="6686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UMF  60 Los Naranjos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61" name="CuadroTexto 160">
            <a:extLst>
              <a:ext uri="{FF2B5EF4-FFF2-40B4-BE49-F238E27FC236}">
                <a16:creationId xmlns:a16="http://schemas.microsoft.com/office/drawing/2014/main" id="{97AB24E3-FAFD-531D-DDB9-0BC7F8F9E7DC}"/>
              </a:ext>
            </a:extLst>
          </p:cNvPr>
          <p:cNvSpPr txBox="1"/>
          <p:nvPr/>
        </p:nvSpPr>
        <p:spPr>
          <a:xfrm>
            <a:off x="4280638" y="6952554"/>
            <a:ext cx="3006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Incremento de 8 consultorios en</a:t>
            </a:r>
          </a:p>
        </p:txBody>
      </p:sp>
      <p:graphicFrame>
        <p:nvGraphicFramePr>
          <p:cNvPr id="162" name="Tabla 161">
            <a:extLst>
              <a:ext uri="{FF2B5EF4-FFF2-40B4-BE49-F238E27FC236}">
                <a16:creationId xmlns:a16="http://schemas.microsoft.com/office/drawing/2014/main" id="{FB6C7464-55EE-7D5A-8BEB-17903DB1B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677512"/>
              </p:ext>
            </p:extLst>
          </p:nvPr>
        </p:nvGraphicFramePr>
        <p:xfrm>
          <a:off x="4684419" y="7674945"/>
          <a:ext cx="2808830" cy="17354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UMF  59 Celaya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endParaRPr lang="es-MX" sz="1400" b="0" u="none" strike="noStrike">
                        <a:effectLst/>
                        <a:latin typeface="Montserrat" panose="00000500000000000000" pitchFamily="2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2)  UMF  53 León</a:t>
                      </a:r>
                    </a:p>
                    <a:p>
                      <a:pPr marL="228600" marR="0" lvl="0" indent="-2286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arenR"/>
                        <a:tabLst/>
                        <a:defRPr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3)  UMF 47 León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63" name="TextBox 16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39 Unidades de Medicina Familiar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10 Unidades Médicas de tiempo completo (30 consultorios)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(160,541 consultas)</a:t>
            </a:r>
          </a:p>
        </p:txBody>
      </p:sp>
      <p:graphicFrame>
        <p:nvGraphicFramePr>
          <p:cNvPr id="170" name="Table 169"/>
          <p:cNvGraphicFramePr>
            <a:graphicFrameLocks noGrp="1"/>
          </p:cNvGraphicFramePr>
          <p:nvPr/>
        </p:nvGraphicFramePr>
        <p:xfrm>
          <a:off x="151200" y="1695600"/>
          <a:ext cx="7473599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 S. Cruz Juventino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38,888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18,533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12 Dolores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48,577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22,860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 Silao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121,542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2,804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53,061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23 Apaseo Grande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53,315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25,415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44 Irapuato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28,362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13,650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50 Guanajuato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114,491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9,226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56,233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47 León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509,903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29,322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224,253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509,712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53 León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315,281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142,211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56 Las Mandarinas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127,684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11,113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58,741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59 Celaya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141,179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11,728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63,402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1,499,222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81,040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678,359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1,475,864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46.0%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71" name="Chart 170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2" name="TextBox 171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321839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rPr err="1"/>
              <a:t>Productividad</a:t>
            </a:r>
            <a:r>
              <a:t> de </a:t>
            </a:r>
            <a:r>
              <a:rPr err="1"/>
              <a:t>consultas</a:t>
            </a:r>
            <a:r>
              <a:t> de </a:t>
            </a:r>
            <a:r>
              <a:rPr err="1"/>
              <a:t>especialidad</a:t>
            </a:r>
            <a:r>
              <a:t>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406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19,670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8,661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263,763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128,365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262,800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5,489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142,631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67,448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123,132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16,716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58,734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131,400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29,318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68,255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110,270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23,474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50,009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37,459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16,242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40,880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8,734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5,824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848,222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184,519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409,512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901,915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237" name="Table 236"/>
          <p:cNvGraphicFramePr>
            <a:graphicFrameLocks noGrp="1"/>
          </p:cNvGraphicFramePr>
          <p:nvPr/>
        </p:nvGraphicFramePr>
        <p:xfrm>
          <a:off x="144000" y="5526000"/>
          <a:ext cx="7340399" cy="15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54,093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200,521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37,380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105,761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289,080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294,482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52,496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159,854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427,050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1,142,704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237,015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569,366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1,328,965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8" name="Chart 2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171205"/>
              </p:ext>
            </p:extLst>
          </p:nvPr>
        </p:nvGraphicFramePr>
        <p:xfrm>
          <a:off x="4780800" y="74958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9" name="TextBox 238"/>
          <p:cNvSpPr txBox="1"/>
          <p:nvPr/>
        </p:nvSpPr>
        <p:spPr>
          <a:xfrm>
            <a:off x="4780800" y="8196429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42.8%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80800" y="90741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30799" y="7686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1,328,965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40637428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24, 7 junio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406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4,453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7,033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1,916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1,807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51,156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5,378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27,403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59,943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5169600"/>
          <a:ext cx="7340399" cy="15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8,098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21,983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4,474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12,679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32,775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73,139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9,852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40,082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92,718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5" name="Chart 234"/>
          <p:cNvGraphicFramePr>
            <a:graphicFrameLocks noGrp="1"/>
          </p:cNvGraphicFramePr>
          <p:nvPr/>
        </p:nvGraphicFramePr>
        <p:xfrm>
          <a:off x="4780800" y="73296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4780800" y="804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43.2%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780800" y="894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30799" y="7329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92,718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84 en Hospitales, 2 en sede, 19 en UMF y 204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44196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84 </a:t>
            </a:r>
            <a:r>
              <a:rPr err="1"/>
              <a:t>en</a:t>
            </a:r>
            <a:r>
              <a:t> </a:t>
            </a:r>
            <a:r>
              <a:rPr err="1"/>
              <a:t>Hospitales</a:t>
            </a:r>
            <a:r>
              <a:rPr lang="es-MX"/>
              <a:t> (1 de 4)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58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54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815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815999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471998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471998"/>
          <a:ext cx="3456000" cy="249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10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65516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84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Hospitales</a:t>
            </a:r>
            <a:r>
              <a:rPr dirty="0"/>
              <a:t> </a:t>
            </a:r>
            <a:r>
              <a:rPr lang="es-MX" dirty="0"/>
              <a:t> (2 de 4)</a:t>
            </a: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73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485599"/>
          <a:ext cx="3456000" cy="141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485599"/>
          <a:ext cx="3456000" cy="141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141598"/>
          <a:ext cx="3456000" cy="249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141598"/>
          <a:ext cx="3456000" cy="163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65677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84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Hospitales</a:t>
            </a:r>
            <a:r>
              <a:rPr dirty="0"/>
              <a:t> </a:t>
            </a:r>
            <a:r>
              <a:rPr lang="es-MX" dirty="0"/>
              <a:t> (3 de 4)</a:t>
            </a: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 55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117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0000" y="4449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19 en Unidades de Medicina Familiar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" y="4845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917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917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069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069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6969596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6969596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78695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7869595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617027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19 </a:t>
            </a:r>
            <a:r>
              <a:rPr err="1"/>
              <a:t>en</a:t>
            </a:r>
            <a:r>
              <a:t> </a:t>
            </a:r>
            <a:r>
              <a:rPr err="1"/>
              <a:t>Unidades</a:t>
            </a:r>
            <a:r>
              <a:t> de Medicina Familiar (</a:t>
            </a:r>
            <a:r>
              <a:rPr lang="es-MX"/>
              <a:t>4 de 4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0000" y="3549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204 especialistas (sustitutos)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" y="3945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017598"/>
          <a:ext cx="3456000" cy="357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017598"/>
          <a:ext cx="3456000" cy="36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0000" y="9093597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7951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r>
              <a:rPr lang="es-MX"/>
              <a:t> (1 de 2)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717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8480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r>
              <a:rPr lang="es-MX"/>
              <a:t> (2 de 2)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34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AEECD0E8-D741-BDC7-2EF6-20EE230CA1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0091093"/>
              </p:ext>
            </p:extLst>
          </p:nvPr>
        </p:nvGraphicFramePr>
        <p:xfrm>
          <a:off x="287050" y="763593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5929" y="3945250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Corte de </a:t>
            </a:r>
            <a:r>
              <a:rPr err="1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semana</a:t>
            </a:r>
            <a:r>
              <a:rPr>
                <a:solidFill>
                  <a:schemeClr val="tx1"/>
                </a:solidFill>
              </a:rPr>
              <a:t> 24, 7 </a:t>
            </a:r>
            <a:r>
              <a:rPr err="1">
                <a:solidFill>
                  <a:schemeClr val="tx1"/>
                </a:solidFill>
              </a:rPr>
              <a:t>junio</a:t>
            </a:r>
            <a:r>
              <a:rPr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275108"/>
              </p:ext>
            </p:extLst>
          </p:nvPr>
        </p:nvGraphicFramePr>
        <p:xfrm>
          <a:off x="191201" y="1473059"/>
          <a:ext cx="3639599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err="1"/>
                        <a:t>Traumatología</a:t>
                      </a:r>
                      <a:r>
                        <a:t> y </a:t>
                      </a:r>
                      <a:r>
                        <a:rPr err="1"/>
                        <a:t>ortopedia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1,042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13,023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037302"/>
              </p:ext>
            </p:extLst>
          </p:nvPr>
        </p:nvGraphicFramePr>
        <p:xfrm>
          <a:off x="3941600" y="1486200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3,378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Google Shape;230;g370e87ffe7a_2_137">
            <a:extLst>
              <a:ext uri="{FF2B5EF4-FFF2-40B4-BE49-F238E27FC236}">
                <a16:creationId xmlns:a16="http://schemas.microsoft.com/office/drawing/2014/main" id="{EE0ED5D0-301D-C7F6-BB69-FB4E6DEA92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8363340"/>
              </p:ext>
            </p:extLst>
          </p:nvPr>
        </p:nvGraphicFramePr>
        <p:xfrm>
          <a:off x="287050" y="537566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232">
            <a:extLst>
              <a:ext uri="{FF2B5EF4-FFF2-40B4-BE49-F238E27FC236}">
                <a16:creationId xmlns:a16="http://schemas.microsoft.com/office/drawing/2014/main" id="{D751D343-20E6-4476-3F4C-8763544EB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78599"/>
              </p:ext>
            </p:extLst>
          </p:nvPr>
        </p:nvGraphicFramePr>
        <p:xfrm>
          <a:off x="875697" y="5834772"/>
          <a:ext cx="635220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178174308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Total de Escuelas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Escuelas visitadas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Población 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Menores tamizados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4,028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3,800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703,399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509,006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" name="TextBox 231">
            <a:extLst>
              <a:ext uri="{FF2B5EF4-FFF2-40B4-BE49-F238E27FC236}">
                <a16:creationId xmlns:a16="http://schemas.microsoft.com/office/drawing/2014/main" id="{1A02F464-1A98-68D5-E36D-56D169F8A6ED}"/>
              </a:ext>
            </a:extLst>
          </p:cNvPr>
          <p:cNvSpPr txBox="1"/>
          <p:nvPr/>
        </p:nvSpPr>
        <p:spPr>
          <a:xfrm>
            <a:off x="875697" y="6535810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</a:t>
            </a:r>
            <a:r>
              <a:rPr lang="es-MX"/>
              <a:t>18</a:t>
            </a:r>
            <a:r>
              <a:t> </a:t>
            </a:r>
            <a:r>
              <a:rPr lang="es-MX"/>
              <a:t>junio</a:t>
            </a:r>
            <a:r>
              <a:t> 2026</a:t>
            </a:r>
          </a:p>
        </p:txBody>
      </p:sp>
      <p:graphicFrame>
        <p:nvGraphicFramePr>
          <p:cNvPr id="14" name="Table 232">
            <a:extLst>
              <a:ext uri="{FF2B5EF4-FFF2-40B4-BE49-F238E27FC236}">
                <a16:creationId xmlns:a16="http://schemas.microsoft.com/office/drawing/2014/main" id="{1764DCCA-F0DA-A060-3B4E-EA2377445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800541"/>
              </p:ext>
            </p:extLst>
          </p:nvPr>
        </p:nvGraphicFramePr>
        <p:xfrm>
          <a:off x="1905583" y="6728307"/>
          <a:ext cx="3705867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Brigadas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Personal de enfermería IMSS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38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190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Box 231">
            <a:extLst>
              <a:ext uri="{FF2B5EF4-FFF2-40B4-BE49-F238E27FC236}">
                <a16:creationId xmlns:a16="http://schemas.microsoft.com/office/drawing/2014/main" id="{7CBCEAA8-D949-C351-468B-51E3B69BC689}"/>
              </a:ext>
            </a:extLst>
          </p:cNvPr>
          <p:cNvSpPr txBox="1"/>
          <p:nvPr/>
        </p:nvSpPr>
        <p:spPr>
          <a:xfrm>
            <a:off x="1903503" y="7434990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lang="es-MX"/>
              <a:t>En cada brigada participan 5 personas del IMSS.</a:t>
            </a:r>
            <a:endParaRPr/>
          </a:p>
        </p:txBody>
      </p:sp>
      <p:pic>
        <p:nvPicPr>
          <p:cNvPr id="18" name="Imagen 17" descr="Icono&#10;&#10;El contenido generado por IA puede ser incorrecto.">
            <a:extLst>
              <a:ext uri="{FF2B5EF4-FFF2-40B4-BE49-F238E27FC236}">
                <a16:creationId xmlns:a16="http://schemas.microsoft.com/office/drawing/2014/main" id="{6A0FDD17-E13C-DCA6-F21B-E4945B356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922" y="7796494"/>
            <a:ext cx="603366" cy="71351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094E87B7-F0F7-7CFB-9FC8-A1E5EC7A3C75}"/>
              </a:ext>
            </a:extLst>
          </p:cNvPr>
          <p:cNvSpPr txBox="1"/>
          <p:nvPr/>
        </p:nvSpPr>
        <p:spPr>
          <a:xfrm>
            <a:off x="454603" y="8466113"/>
            <a:ext cx="184126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27,655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nutricionales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22" name="Imagen 21" descr="Icono&#10;&#10;El contenido generado por IA puede ser incorrecto.">
            <a:extLst>
              <a:ext uri="{FF2B5EF4-FFF2-40B4-BE49-F238E27FC236}">
                <a16:creationId xmlns:a16="http://schemas.microsoft.com/office/drawing/2014/main" id="{A6B537B9-084E-EA09-54EF-5C1EE49BB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5794" y="7874912"/>
            <a:ext cx="730135" cy="669175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001B0833-446A-6EC9-0519-15A8503EE0A9}"/>
              </a:ext>
            </a:extLst>
          </p:cNvPr>
          <p:cNvSpPr txBox="1"/>
          <p:nvPr/>
        </p:nvSpPr>
        <p:spPr>
          <a:xfrm>
            <a:off x="2857328" y="8499738"/>
            <a:ext cx="183295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27,430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bucales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26" name="Imagen 25" descr="Icono&#10;&#10;El contenido generado por IA puede ser incorrecto.">
            <a:extLst>
              <a:ext uri="{FF2B5EF4-FFF2-40B4-BE49-F238E27FC236}">
                <a16:creationId xmlns:a16="http://schemas.microsoft.com/office/drawing/2014/main" id="{83A89A74-DF1B-5D85-A1FA-F3273E7AC3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5945" y="8010181"/>
            <a:ext cx="924445" cy="491944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E33BBC9B-BDC9-1DE0-A9B1-441549061415}"/>
              </a:ext>
            </a:extLst>
          </p:cNvPr>
          <p:cNvSpPr txBox="1"/>
          <p:nvPr/>
        </p:nvSpPr>
        <p:spPr>
          <a:xfrm>
            <a:off x="5218315" y="8535600"/>
            <a:ext cx="18412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5,809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Salud visual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19,426	 Personal de Salud: 13,138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+81.7%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+27.4%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2,458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3,132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+14.6%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4,233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4,851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+12.9%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2,880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3,251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+71.4%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1,102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+0.3%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651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653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369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</a:t>
                      </a:r>
                      <a:r>
                        <a:rPr err="1"/>
                        <a:t>administrativos</a:t>
                      </a:r>
                      <a:r>
                        <a:t> y </a:t>
                      </a:r>
                      <a:r>
                        <a:rPr err="1"/>
                        <a:t>básico</a:t>
                      </a:r>
                      <a:endParaRPr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142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821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17,309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1,285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227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273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5,090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2,010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33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25,694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341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(240,539)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(24,565)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(3,372)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(6,991)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(228,361)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(20,544)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(3,274)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(4,326)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(56,838)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(16,638)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(1,662)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(1,822)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(55,645)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(12,970)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(1,546)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(1,770)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(162)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(38,753)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(11,950)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(1,119)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(1,586)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(140)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064515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</a:t>
            </a:r>
            <a:r>
              <a:rPr err="1"/>
              <a:t>número</a:t>
            </a:r>
            <a:r>
              <a:t> de </a:t>
            </a:r>
            <a:r>
              <a:rPr err="1"/>
              <a:t>casos</a:t>
            </a:r>
            <a:r>
              <a:t> se </a:t>
            </a:r>
            <a:r>
              <a:rPr err="1"/>
              <a:t>presentan</a:t>
            </a:r>
            <a:r>
              <a:t> entre </a:t>
            </a:r>
            <a:r>
              <a:rPr err="1"/>
              <a:t>paréntesis</a:t>
            </a:r>
            <a:r>
              <a:t>.</a:t>
            </a:r>
            <a:br>
              <a:rPr/>
            </a:br>
            <a:r>
              <a:t>Fuente: IMSS/DPM/División de </a:t>
            </a:r>
            <a:r>
              <a:rPr err="1"/>
              <a:t>Información</a:t>
            </a:r>
            <a:r>
              <a:t> </a:t>
            </a:r>
            <a:r>
              <a:rPr err="1"/>
              <a:t>en</a:t>
            </a:r>
            <a:r>
              <a:t> Salud/</a:t>
            </a:r>
            <a:r>
              <a:rPr err="1"/>
              <a:t>Motivos</a:t>
            </a:r>
            <a:r>
              <a:t> de Consulta Externa (SUI27).</a:t>
            </a:r>
            <a:br>
              <a:rPr/>
            </a:br>
            <a:r>
              <a:t>Sistema de </a:t>
            </a:r>
            <a:r>
              <a:rPr err="1"/>
              <a:t>información</a:t>
            </a:r>
            <a:r>
              <a:t> Médico </a:t>
            </a:r>
            <a:r>
              <a:rPr err="1"/>
              <a:t>Operativo</a:t>
            </a:r>
            <a:r>
              <a:t> Central (SIMOC).</a:t>
            </a:r>
            <a:br>
              <a:rPr/>
            </a:br>
            <a:r>
              <a:rPr err="1"/>
              <a:t>Periodo</a:t>
            </a:r>
            <a:r>
              <a:t>: </a:t>
            </a:r>
            <a:r>
              <a:rPr err="1"/>
              <a:t>enero-diciembre</a:t>
            </a:r>
            <a:r>
              <a:t>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55019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Fuente: Portal de Control de Abasto. En 2026, se </a:t>
            </a:r>
            <a:r>
              <a:rPr err="1">
                <a:solidFill>
                  <a:schemeClr val="tx1"/>
                </a:solidFill>
              </a:rPr>
              <a:t>muestra</a:t>
            </a:r>
            <a:r>
              <a:rPr>
                <a:solidFill>
                  <a:schemeClr val="tx1"/>
                </a:solidFill>
              </a:rPr>
              <a:t> lo </a:t>
            </a:r>
            <a:r>
              <a:rPr err="1">
                <a:solidFill>
                  <a:schemeClr val="tx1"/>
                </a:solidFill>
              </a:rPr>
              <a:t>correspondiente</a:t>
            </a:r>
            <a:r>
              <a:rPr>
                <a:solidFill>
                  <a:schemeClr val="tx1"/>
                </a:solidFill>
              </a:rPr>
              <a:t> al </a:t>
            </a:r>
            <a:r>
              <a:rPr err="1">
                <a:solidFill>
                  <a:schemeClr val="tx1"/>
                </a:solidFill>
              </a:rPr>
              <a:t>periodo</a:t>
            </a:r>
            <a:r>
              <a:rPr>
                <a:solidFill>
                  <a:schemeClr val="tx1"/>
                </a:solidFill>
              </a:rPr>
              <a:t> del 1 de </a:t>
            </a:r>
            <a:r>
              <a:rPr err="1">
                <a:solidFill>
                  <a:schemeClr val="tx1"/>
                </a:solidFill>
              </a:rPr>
              <a:t>enero</a:t>
            </a:r>
            <a:r>
              <a:rPr>
                <a:solidFill>
                  <a:schemeClr val="tx1"/>
                </a:solidFill>
              </a:rPr>
              <a:t>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1434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rPr err="1"/>
              <a:t>Recetas</a:t>
            </a:r>
            <a:r>
              <a:t> </a:t>
            </a:r>
            <a:r>
              <a:rPr err="1"/>
              <a:t>manuales</a:t>
            </a:r>
            <a:r>
              <a:t> y </a:t>
            </a:r>
            <a:r>
              <a:rPr err="1"/>
              <a:t>electrónicas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274320" y="697339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095689"/>
              </p:ext>
            </p:extLst>
          </p:nvPr>
        </p:nvGraphicFramePr>
        <p:xfrm>
          <a:off x="457200" y="7280366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599,440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3,294,415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638,851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3,413,689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84.2%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3F33-A1A6-66DD-7845-F667C3478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1168374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rPr err="1"/>
              <a:t>Piezas</a:t>
            </a:r>
            <a:r>
              <a:t> </a:t>
            </a:r>
            <a:r>
              <a:rPr err="1"/>
              <a:t>consumidas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80000" y="1460142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" y="1698257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4564630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rPr err="1"/>
              <a:t>Medicamentos</a:t>
            </a:r>
            <a:r>
              <a:t> con mayor </a:t>
            </a:r>
            <a:r>
              <a:rPr err="1"/>
              <a:t>demanda</a:t>
            </a:r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80000" y="49325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181473"/>
              </p:ext>
            </p:extLst>
          </p:nvPr>
        </p:nvGraphicFramePr>
        <p:xfrm>
          <a:off x="180000" y="5221457"/>
          <a:ext cx="7200000" cy="228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</a:t>
                      </a:r>
                      <a:r>
                        <a:rPr err="1"/>
                        <a:t>demanda</a:t>
                      </a:r>
                      <a:r>
                        <a:t> de </a:t>
                      </a:r>
                      <a:r>
                        <a:rPr err="1"/>
                        <a:t>enero</a:t>
                      </a:r>
                      <a:r>
                        <a:t> a </a:t>
                      </a:r>
                      <a:r>
                        <a:rPr lang="es-MX"/>
                        <a:t>mayo</a:t>
                      </a:r>
                      <a:r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1,110,265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785,058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418,734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err="1"/>
                        <a:t>Pantoprazol</a:t>
                      </a:r>
                      <a:r>
                        <a:t> o </a:t>
                      </a:r>
                      <a:r>
                        <a:rPr err="1"/>
                        <a:t>Rabeprazol</a:t>
                      </a:r>
                      <a:r>
                        <a:t> u </a:t>
                      </a:r>
                      <a:r>
                        <a:rPr err="1"/>
                        <a:t>Omeprazol</a:t>
                      </a:r>
                      <a:r>
                        <a:t>, </a:t>
                      </a:r>
                      <a:r>
                        <a:rPr err="1"/>
                        <a:t>tableta</a:t>
                      </a:r>
                      <a:r>
                        <a:t> o </a:t>
                      </a:r>
                      <a:r>
                        <a:rPr err="1"/>
                        <a:t>gragea</a:t>
                      </a:r>
                      <a:r>
                        <a:t> o </a:t>
                      </a:r>
                      <a:r>
                        <a:rPr err="1"/>
                        <a:t>cápsula</a:t>
                      </a:r>
                      <a:r>
                        <a:t> (</a:t>
                      </a:r>
                      <a:r>
                        <a:rPr err="1"/>
                        <a:t>antiácido</a:t>
                      </a:r>
                      <a:r>
                        <a:t>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400,933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373,497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337,166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295,184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287,922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273,171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 sz="900" b="0" i="0" u="none" strike="noStrike" cap="none">
                          <a:solidFill>
                            <a:srgbClr val="333333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Tramado-Paracetamol, tableta (analgésico)</a:t>
                      </a:r>
                    </a:p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.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220,559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</a:t>
            </a:r>
            <a:r>
              <a:rPr err="1"/>
              <a:t>muestra</a:t>
            </a:r>
            <a:r>
              <a:t> lo </a:t>
            </a:r>
            <a:r>
              <a:rPr err="1"/>
              <a:t>correspondiente</a:t>
            </a:r>
            <a:r>
              <a:t> al </a:t>
            </a:r>
            <a:r>
              <a:rPr err="1"/>
              <a:t>periodo</a:t>
            </a:r>
            <a:r>
              <a:t> del 1 de </a:t>
            </a:r>
            <a:r>
              <a:rPr err="1"/>
              <a:t>enero</a:t>
            </a:r>
            <a:r>
              <a:t> al 3</a:t>
            </a:r>
            <a:r>
              <a:rPr lang="es-MX"/>
              <a:t>1</a:t>
            </a:r>
            <a:r>
              <a:t> de </a:t>
            </a:r>
            <a:r>
              <a:rPr lang="es-MX"/>
              <a:t>mayo</a:t>
            </a:r>
            <a:r>
              <a:t> de 2026.</a:t>
            </a:r>
          </a:p>
        </p:txBody>
      </p:sp>
    </p:spTree>
    <p:extLst>
      <p:ext uri="{BB962C8B-B14F-4D97-AF65-F5344CB8AC3E}">
        <p14:creationId xmlns:p14="http://schemas.microsoft.com/office/powerpoint/2010/main" val="1149562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A46661-0542-7139-66C5-6018A853D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52481" y="1690083"/>
            <a:ext cx="3623863" cy="41982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999534"/>
              </p:ext>
            </p:extLst>
          </p:nvPr>
        </p:nvGraphicFramePr>
        <p:xfrm>
          <a:off x="1785600" y="1584000"/>
          <a:ext cx="5295600" cy="4800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$547.0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5 unidades (HGZ No.2 Irapuato, HGZ No.21 León, HGZ No.4 Celaya, H. de Especialidades No. 1 León, H. Gineco-Pediatría No. 48 León)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$79.2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6 unidades (HGSZ No.54 Silao, HGZ No.21 León, HGZ No.3 Salamanca, UMF No.53 León, H. de Especialidades No. 1 León, H. Gineco-Pediatría No. 48 León)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$31.1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León e Irapuato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$19.2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3 unidades (HGZ No.21 León, HGZ No.4 Celaya, H. Gineco-Pediatría No. 48 León)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$14.7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9 unidades, Guanajuato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$12.1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No. 53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2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3 unidades (HGZ No. 2 Irapuato, HGZ No. 21 León, HGZ No.4 Celaya)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$0.6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67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dirty="0"/>
                        <a:t>$708.4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32058"/>
              </p:ext>
            </p:extLst>
          </p:nvPr>
        </p:nvGraphicFramePr>
        <p:xfrm>
          <a:off x="1785600" y="6675663"/>
          <a:ext cx="5295600" cy="1673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0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</a:t>
                      </a:r>
                      <a:r>
                        <a:rPr err="1"/>
                        <a:t>Instalación</a:t>
                      </a:r>
                      <a:r>
                        <a:t>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15 </a:t>
                      </a:r>
                      <a:r>
                        <a:rPr sz="1000" err="1">
                          <a:latin typeface="Montserrat"/>
                        </a:rPr>
                        <a:t>piezas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equipo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médico</a:t>
                      </a:r>
                      <a:r>
                        <a:rPr sz="1000">
                          <a:latin typeface="Montserrat"/>
                        </a:rPr>
                        <a:t>: 1 </a:t>
                      </a:r>
                      <a:r>
                        <a:rPr sz="1000" err="1">
                          <a:latin typeface="Montserrat"/>
                        </a:rPr>
                        <a:t>congelador</a:t>
                      </a:r>
                      <a:r>
                        <a:rPr sz="1000">
                          <a:latin typeface="Montserrat"/>
                        </a:rPr>
                        <a:t> horizontal de </a:t>
                      </a:r>
                      <a:r>
                        <a:rPr sz="1000" err="1">
                          <a:latin typeface="Montserrat"/>
                        </a:rPr>
                        <a:t>refrigerantes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5 </a:t>
                      </a:r>
                      <a:r>
                        <a:rPr sz="1000" err="1">
                          <a:latin typeface="Montserrat"/>
                        </a:rPr>
                        <a:t>refrigeradores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3 </a:t>
                      </a:r>
                      <a:r>
                        <a:rPr sz="1000" err="1">
                          <a:latin typeface="Montserrat"/>
                        </a:rPr>
                        <a:t>refrigeradores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congeladores</a:t>
                      </a:r>
                      <a:r>
                        <a:rPr sz="1000">
                          <a:latin typeface="Montserrat"/>
                        </a:rPr>
                        <a:t> de 5.4 pies </a:t>
                      </a:r>
                      <a:r>
                        <a:rPr sz="1000" err="1">
                          <a:latin typeface="Montserrat"/>
                        </a:rPr>
                        <a:t>cúbicos</a:t>
                      </a:r>
                      <a:r>
                        <a:rPr sz="1000">
                          <a:latin typeface="Montserrat"/>
                        </a:rPr>
                        <a:t>, 2 </a:t>
                      </a:r>
                      <a:r>
                        <a:rPr sz="1000" err="1">
                          <a:latin typeface="Montserrat"/>
                        </a:rPr>
                        <a:t>monitores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signos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vitales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el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traslado</a:t>
                      </a:r>
                      <a:r>
                        <a:rPr sz="1000">
                          <a:latin typeface="Montserrat"/>
                        </a:rPr>
                        <a:t> del </a:t>
                      </a:r>
                      <a:r>
                        <a:rPr sz="1000" err="1">
                          <a:latin typeface="Montserrat"/>
                        </a:rPr>
                        <a:t>paciente</a:t>
                      </a:r>
                      <a:r>
                        <a:rPr sz="1000">
                          <a:latin typeface="Montserrat"/>
                        </a:rPr>
                        <a:t> (con </a:t>
                      </a:r>
                      <a:r>
                        <a:rPr sz="1000" err="1">
                          <a:latin typeface="Montserrat"/>
                        </a:rPr>
                        <a:t>protección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antimagnética</a:t>
                      </a:r>
                      <a:r>
                        <a:rPr sz="1000">
                          <a:latin typeface="Montserrat"/>
                        </a:rPr>
                        <a:t>), 1 </a:t>
                      </a:r>
                      <a:r>
                        <a:rPr sz="1000" err="1">
                          <a:latin typeface="Montserrat"/>
                        </a:rPr>
                        <a:t>calibrador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dósis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radioisótopos</a:t>
                      </a:r>
                      <a:r>
                        <a:rPr sz="1000">
                          <a:latin typeface="Montserrat"/>
                        </a:rPr>
                        <a:t>, 1 monitor de </a:t>
                      </a:r>
                      <a:r>
                        <a:rPr sz="1000" err="1">
                          <a:latin typeface="Montserrat"/>
                        </a:rPr>
                        <a:t>radiación</a:t>
                      </a:r>
                      <a:r>
                        <a:rPr sz="1000">
                          <a:latin typeface="Montserrat"/>
                        </a:rPr>
                        <a:t> de pared, 1 </a:t>
                      </a:r>
                      <a:r>
                        <a:rPr sz="1000" err="1">
                          <a:latin typeface="Montserrat"/>
                        </a:rPr>
                        <a:t>unidad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anestesia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básica</a:t>
                      </a:r>
                      <a:r>
                        <a:rPr sz="1000">
                          <a:latin typeface="Montserrat"/>
                        </a:rPr>
                        <a:t> (con </a:t>
                      </a:r>
                      <a:r>
                        <a:rPr sz="1000" err="1">
                          <a:latin typeface="Montserrat"/>
                        </a:rPr>
                        <a:t>protección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antimagnética</a:t>
                      </a:r>
                      <a:r>
                        <a:rPr sz="1000">
                          <a:latin typeface="Montserrat"/>
                        </a:rPr>
                        <a:t>), 1 </a:t>
                      </a:r>
                      <a:r>
                        <a:rPr sz="1000" err="1">
                          <a:latin typeface="Montserrat"/>
                        </a:rPr>
                        <a:t>tomógrafo</a:t>
                      </a:r>
                      <a:r>
                        <a:rPr sz="1000">
                          <a:latin typeface="Montserrat"/>
                        </a:rPr>
                        <a:t> axial </a:t>
                      </a:r>
                      <a:r>
                        <a:rPr sz="1000" err="1">
                          <a:latin typeface="Montserrat"/>
                        </a:rPr>
                        <a:t>computarizado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alta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resolución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336113"/>
              </p:ext>
            </p:extLst>
          </p:nvPr>
        </p:nvGraphicFramePr>
        <p:xfrm>
          <a:off x="1785600" y="8640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792.7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6293607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2541602"/>
              </p:ext>
            </p:extLst>
          </p:nvPr>
        </p:nvGraphicFramePr>
        <p:xfrm>
          <a:off x="189726" y="429429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3662907"/>
              </p:ext>
            </p:extLst>
          </p:nvPr>
        </p:nvGraphicFramePr>
        <p:xfrm>
          <a:off x="147600" y="5791204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272177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630190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7440380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8064023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983299"/>
              </p:ext>
            </p:extLst>
          </p:nvPr>
        </p:nvGraphicFramePr>
        <p:xfrm>
          <a:off x="691200" y="4729973"/>
          <a:ext cx="639000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8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Infraestructura</a:t>
                      </a:r>
                      <a:endParaRPr/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No. 260 camas Celaya (2027)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$3,692.0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No. 144 camas Salamanca (2027)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$2,128.0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$5,820.0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5,820.0 mdp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38823"/>
              </p:ext>
            </p:extLst>
          </p:nvPr>
        </p:nvGraphicFramePr>
        <p:xfrm>
          <a:off x="2552400" y="6435514"/>
          <a:ext cx="4928400" cy="258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 Predios en ruta y 0 CECI en Construción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Estatus</a:t>
                      </a:r>
                      <a:r>
                        <a:t> </a:t>
                      </a:r>
                      <a:r>
                        <a:rPr err="1"/>
                        <a:t>terrenos</a:t>
                      </a:r>
                      <a:r>
                        <a:t>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Celaya, Salamanca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Apaseo </a:t>
                      </a:r>
                      <a:r>
                        <a:rPr err="1"/>
                        <a:t>el</a:t>
                      </a:r>
                      <a:r>
                        <a:t> Grande, Celaya, Dolores Hidalgo, Irapuato, </a:t>
                      </a:r>
                      <a:r>
                        <a:rPr err="1"/>
                        <a:t>Moroleón</a:t>
                      </a:r>
                      <a:r>
                        <a:t>, Salamanca (2), San José Iturbide, San Luis de la Paz (2), San Miguel de Allende, Valle de Santiago, </a:t>
                      </a:r>
                      <a:r>
                        <a:rPr err="1"/>
                        <a:t>Villagrán</a:t>
                      </a:r>
                      <a:r>
                        <a:t>.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Oval 22"/>
          <p:cNvSpPr/>
          <p:nvPr/>
        </p:nvSpPr>
        <p:spPr>
          <a:xfrm>
            <a:off x="885600" y="6663944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43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3600" y="7470514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37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6 CECI CAMPO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664" y="9565996"/>
            <a:ext cx="75744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¹ </a:t>
            </a:r>
            <a:r>
              <a:rPr err="1"/>
              <a:t>Terrenos</a:t>
            </a:r>
            <a:r>
              <a:t> </a:t>
            </a:r>
            <a:r>
              <a:rPr err="1"/>
              <a:t>validados</a:t>
            </a:r>
            <a:r>
              <a:t>. 1 CECI para </a:t>
            </a:r>
            <a:r>
              <a:rPr err="1"/>
              <a:t>entregar</a:t>
            </a:r>
            <a:r>
              <a:t> a SICT </a:t>
            </a:r>
            <a:r>
              <a:rPr err="1"/>
              <a:t>en</a:t>
            </a:r>
            <a:r>
              <a:t> Celaya.</a:t>
            </a:r>
            <a:br>
              <a:rPr/>
            </a:br>
            <a:r>
              <a:t>15 CECI </a:t>
            </a:r>
            <a:r>
              <a:rPr err="1"/>
              <a:t>en</a:t>
            </a:r>
            <a:r>
              <a:t> </a:t>
            </a:r>
            <a:r>
              <a:rPr err="1"/>
              <a:t>validación</a:t>
            </a:r>
            <a:r>
              <a:t> o </a:t>
            </a:r>
            <a:r>
              <a:rPr err="1"/>
              <a:t>en</a:t>
            </a:r>
            <a:r>
              <a:t> </a:t>
            </a:r>
            <a:r>
              <a:rPr err="1"/>
              <a:t>integración</a:t>
            </a:r>
            <a:r>
              <a:t> de </a:t>
            </a:r>
            <a:r>
              <a:rPr err="1"/>
              <a:t>expediente</a:t>
            </a:r>
            <a:r>
              <a:t> para </a:t>
            </a:r>
            <a:r>
              <a:rPr err="1"/>
              <a:t>donación</a:t>
            </a:r>
            <a:r>
              <a:t> </a:t>
            </a:r>
            <a:r>
              <a:rPr err="1"/>
              <a:t>en</a:t>
            </a:r>
            <a:r>
              <a:t> Salamanca, Irapuato, Apaseo </a:t>
            </a:r>
            <a:r>
              <a:rPr err="1"/>
              <a:t>el</a:t>
            </a:r>
            <a:r>
              <a:t> Grande, Dolores Hidalgo, </a:t>
            </a:r>
            <a:r>
              <a:rPr err="1"/>
              <a:t>Moroleón</a:t>
            </a:r>
            <a:r>
              <a:t>, Salamanca, San José Iturbide, San Luis de la Paz, San Miguel de Allende, Valle de Santiago y </a:t>
            </a:r>
            <a:r>
              <a:rPr err="1"/>
              <a:t>Villagrán</a:t>
            </a:r>
            <a:r>
              <a:t>.</a:t>
            </a:r>
          </a:p>
        </p:txBody>
      </p:sp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881E9716-59C1-F20C-0330-14DF2325CE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266825"/>
              </p:ext>
            </p:extLst>
          </p:nvPr>
        </p:nvGraphicFramePr>
        <p:xfrm>
          <a:off x="276814" y="822174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Google Shape;396;p15">
            <a:extLst>
              <a:ext uri="{FF2B5EF4-FFF2-40B4-BE49-F238E27FC236}">
                <a16:creationId xmlns:a16="http://schemas.microsoft.com/office/drawing/2014/main" id="{B6F1D95B-8ADE-8AA8-1EC4-58BB0D16F81E}"/>
              </a:ext>
            </a:extLst>
          </p:cNvPr>
          <p:cNvSpPr txBox="1"/>
          <p:nvPr/>
        </p:nvSpPr>
        <p:spPr>
          <a:xfrm>
            <a:off x="4031556" y="78331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395;p15">
            <a:extLst>
              <a:ext uri="{FF2B5EF4-FFF2-40B4-BE49-F238E27FC236}">
                <a16:creationId xmlns:a16="http://schemas.microsoft.com/office/drawing/2014/main" id="{E96A2763-9654-75EC-53EB-70435877412C}"/>
              </a:ext>
            </a:extLst>
          </p:cNvPr>
          <p:cNvPicPr preferRelativeResize="0"/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774400" y="490382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F4563EAD-8446-E4BE-18AE-944B143215C2}"/>
              </a:ext>
            </a:extLst>
          </p:cNvPr>
          <p:cNvSpPr txBox="1"/>
          <p:nvPr/>
        </p:nvSpPr>
        <p:spPr>
          <a:xfrm>
            <a:off x="6024771" y="660786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1,872.5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err="1"/>
              <a:t>mdp</a:t>
            </a:r>
            <a:endParaRPr/>
          </a:p>
        </p:txBody>
      </p:sp>
      <p:graphicFrame>
        <p:nvGraphicFramePr>
          <p:cNvPr id="26" name="Table 11">
            <a:extLst>
              <a:ext uri="{FF2B5EF4-FFF2-40B4-BE49-F238E27FC236}">
                <a16:creationId xmlns:a16="http://schemas.microsoft.com/office/drawing/2014/main" id="{D3A21585-0222-72C8-6CF6-86CE895DD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230439"/>
              </p:ext>
            </p:extLst>
          </p:nvPr>
        </p:nvGraphicFramePr>
        <p:xfrm>
          <a:off x="1785600" y="1311856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Infraestructura</a:t>
                      </a:r>
                      <a:r>
                        <a:t>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No. 10 72 camas Guanajuato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$1,545.8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" name="Table 12">
            <a:extLst>
              <a:ext uri="{FF2B5EF4-FFF2-40B4-BE49-F238E27FC236}">
                <a16:creationId xmlns:a16="http://schemas.microsoft.com/office/drawing/2014/main" id="{D7CFD328-BD85-F0D7-0C1F-5137130D3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676525"/>
              </p:ext>
            </p:extLst>
          </p:nvPr>
        </p:nvGraphicFramePr>
        <p:xfrm>
          <a:off x="1763828" y="1767248"/>
          <a:ext cx="5396400" cy="1934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9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Conservación</a:t>
                      </a:r>
                      <a:r>
                        <a:t>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$186.2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Remodelación</a:t>
                      </a:r>
                      <a:r>
                        <a:rPr sz="1000">
                          <a:latin typeface="Montserrat"/>
                        </a:rPr>
                        <a:t> UCIN, UCIP, UCI y 9 </a:t>
                      </a:r>
                      <a:r>
                        <a:rPr sz="1000" err="1">
                          <a:latin typeface="Montserrat"/>
                        </a:rPr>
                        <a:t>sillones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hemodialisis</a:t>
                      </a:r>
                      <a:r>
                        <a:rPr sz="1000">
                          <a:latin typeface="Montserrat"/>
                        </a:rPr>
                        <a:t>, </a:t>
                      </a:r>
                      <a:r>
                        <a:rPr sz="1000" err="1">
                          <a:latin typeface="Montserrat"/>
                        </a:rPr>
                        <a:t>Neumología</a:t>
                      </a:r>
                      <a:r>
                        <a:rPr sz="1000">
                          <a:latin typeface="Montserrat"/>
                        </a:rPr>
                        <a:t>, </a:t>
                      </a:r>
                      <a:r>
                        <a:rPr sz="1000" err="1">
                          <a:latin typeface="Montserrat"/>
                        </a:rPr>
                        <a:t>Cardiología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pediatríca</a:t>
                      </a:r>
                      <a:r>
                        <a:rPr sz="1000">
                          <a:latin typeface="Montserrat"/>
                        </a:rPr>
                        <a:t> y residencias </a:t>
                      </a:r>
                      <a:r>
                        <a:rPr sz="1000" err="1">
                          <a:latin typeface="Montserrat"/>
                        </a:rPr>
                        <a:t>médicas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UMAE HGP 48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$40.0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UMAE 1 Bajío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UMAE 1 Bajío León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0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$246.8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0" name="Table 13">
            <a:extLst>
              <a:ext uri="{FF2B5EF4-FFF2-40B4-BE49-F238E27FC236}">
                <a16:creationId xmlns:a16="http://schemas.microsoft.com/office/drawing/2014/main" id="{45A71DFE-B661-F15C-5541-2D66302B3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205020"/>
              </p:ext>
            </p:extLst>
          </p:nvPr>
        </p:nvGraphicFramePr>
        <p:xfrm>
          <a:off x="1774714" y="3754788"/>
          <a:ext cx="5396400" cy="559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32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Equipamiento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4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7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electromecánicos</a:t>
                      </a:r>
                      <a:r>
                        <a:rPr sz="1000">
                          <a:latin typeface="Montserrat"/>
                        </a:rPr>
                        <a:t> para 2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; 2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aire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acondicionado</a:t>
                      </a:r>
                      <a:r>
                        <a:rPr sz="1000">
                          <a:latin typeface="Montserrat"/>
                        </a:rPr>
                        <a:t>, 3 </a:t>
                      </a:r>
                      <a:r>
                        <a:rPr sz="1000" err="1">
                          <a:latin typeface="Montserrat"/>
                        </a:rPr>
                        <a:t>lavadoras</a:t>
                      </a:r>
                      <a:r>
                        <a:rPr sz="1000">
                          <a:latin typeface="Montserrat"/>
                        </a:rPr>
                        <a:t> y 2 </a:t>
                      </a:r>
                      <a:r>
                        <a:rPr sz="1000" err="1">
                          <a:latin typeface="Montserrat"/>
                        </a:rPr>
                        <a:t>secadoras</a:t>
                      </a:r>
                      <a:r>
                        <a:rPr sz="1000">
                          <a:latin typeface="Montserrat"/>
                        </a:rPr>
                        <a:t>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$79.9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2" name="Imagen 31">
            <a:extLst>
              <a:ext uri="{FF2B5EF4-FFF2-40B4-BE49-F238E27FC236}">
                <a16:creationId xmlns:a16="http://schemas.microsoft.com/office/drawing/2014/main" id="{92C95891-EF2D-469B-C301-33377D00FD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60" y="1273085"/>
            <a:ext cx="1662732" cy="263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88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74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69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12,346 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860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793353"/>
              </p:ext>
            </p:extLst>
          </p:nvPr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599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lang="es-MX" dirty="0"/>
                        <a:t>5</a:t>
                      </a:r>
                      <a:r>
                        <a:rPr dirty="0"/>
                        <a:t> CECEM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lang="es-MX" dirty="0"/>
                        <a:t>Irapuato (1), Celaya (1),  Salamanca (1), </a:t>
                      </a:r>
                      <a:r>
                        <a:rPr dirty="0"/>
                        <a:t>León</a:t>
                      </a:r>
                      <a:r>
                        <a:rPr lang="es-MX" dirty="0"/>
                        <a:t> (2)</a:t>
                      </a:r>
                      <a:endParaRPr dirty="0"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León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lang="es-MX" dirty="0"/>
                        <a:t>1 </a:t>
                      </a:r>
                      <a:r>
                        <a:rPr dirty="0"/>
                        <a:t>CEBIS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lang="es-MX" dirty="0"/>
                        <a:t>Guanajuato</a:t>
                      </a:r>
                      <a:endParaRPr dirty="0"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r>
                        <a:rPr dirty="0"/>
                        <a:t> Centros de </a:t>
                      </a:r>
                      <a:r>
                        <a:rPr dirty="0" err="1"/>
                        <a:t>Seguridad</a:t>
                      </a:r>
                      <a:r>
                        <a:rPr dirty="0"/>
                        <a:t> Social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León</a:t>
                      </a:r>
                      <a:endParaRPr dirty="0"/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604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León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Tiendas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19 León, No. 20 Irapuato y No. 21 Celaya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74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Dirección de Prestaciones Económicas y Sociales, mayo de 2026.</a:t>
            </a:r>
          </a:p>
        </p:txBody>
      </p:sp>
      <p:pic>
        <p:nvPicPr>
          <p:cNvPr id="3" name="Picture 469" descr="map_tipo2_11_gto.png">
            <a:extLst>
              <a:ext uri="{FF2B5EF4-FFF2-40B4-BE49-F238E27FC236}">
                <a16:creationId xmlns:a16="http://schemas.microsoft.com/office/drawing/2014/main" id="{9B4AEE9C-16E9-328F-FE71-FBB6DD44B7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textRoundtripDataId="4"/>
                            </a:ext>
                          </a:extLst>
                        </a:rPr>
                        <a:t>por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textRoundtripDataId="5"/>
                            </a:ext>
                          </a:extLst>
                        </a:rPr>
                        <a:t>tipo de sector</a:t>
                      </a:r>
                      <a:endParaRPr lang="es-MX"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943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19,388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19,426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Ecodeli Industrial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9,592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9,737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León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7,310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7,330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Arneses Eléctricos Automotrices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8,968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9,212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General Motors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8,498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8,537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21448"/>
              </p:ext>
            </p:extLst>
          </p:nvPr>
        </p:nvGraphicFramePr>
        <p:xfrm>
          <a:off x="-69755" y="3689284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-1.28%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+0.36%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+1.26%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+1.72%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+1.80%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+2.01%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+2.02%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+2.57%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+6.62%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954,761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35,547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120,871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12,032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1,123,211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960,798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36,018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120,731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11,873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1,129,420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textRoundtripDataId="6"/>
                            </a:ext>
                          </a:extLst>
                        </a:rPr>
                        <a:t>cotización</a:t>
                      </a:r>
                      <a:endParaRPr lang="es-MX"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88013136-901A-12E2-DE52-B6A458FAF15A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$589.01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078991"/>
              </p:ext>
            </p:extLst>
          </p:nvPr>
        </p:nvGraphicFramePr>
        <p:xfrm>
          <a:off x="478800" y="10796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$304.33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$589.01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$17,670.3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394615"/>
              </p:ext>
            </p:extLst>
          </p:nvPr>
        </p:nvGraphicFramePr>
        <p:xfrm>
          <a:off x="320400" y="6649200"/>
          <a:ext cx="7038000" cy="249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lang="es-MX"/>
                        <a:t>es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público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Pénjamo Gto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$22.38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para el Desarrollo Integral de la Familia del Municipio de Santa Cruz de Juventino Rosas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$1.18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San Felipe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privado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Cobra IS S.A de C.V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$75.79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Grupo Águila Bicefala de Transportes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$47.49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Hortícola Cimarrón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$37.09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480600" y="2156062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Salario Base de </a:t>
            </a:r>
            <a:r>
              <a:rPr err="1">
                <a:solidFill>
                  <a:schemeClr val="tx1"/>
                </a:solidFill>
              </a:rPr>
              <a:t>Cotización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tado</a:t>
            </a:r>
            <a:r>
              <a:rPr>
                <a:solidFill>
                  <a:schemeClr val="tx1"/>
                </a:solidFill>
              </a:rPr>
              <a:t>: Se </a:t>
            </a:r>
            <a:r>
              <a:rPr err="1">
                <a:solidFill>
                  <a:schemeClr val="tx1"/>
                </a:solidFill>
              </a:rPr>
              <a:t>utilizó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como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deflactor</a:t>
            </a:r>
            <a:r>
              <a:rPr>
                <a:solidFill>
                  <a:schemeClr val="tx1"/>
                </a:solidFill>
              </a:rPr>
              <a:t> del </a:t>
            </a:r>
            <a:r>
              <a:rPr err="1">
                <a:solidFill>
                  <a:schemeClr val="tx1"/>
                </a:solidFill>
              </a:rPr>
              <a:t>salario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el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cociente</a:t>
            </a:r>
            <a:r>
              <a:rPr>
                <a:solidFill>
                  <a:schemeClr val="tx1"/>
                </a:solidFill>
              </a:rPr>
              <a:t> del INPC entre </a:t>
            </a:r>
            <a:r>
              <a:rPr err="1">
                <a:solidFill>
                  <a:schemeClr val="tx1"/>
                </a:solidFill>
              </a:rPr>
              <a:t>diciembre</a:t>
            </a:r>
            <a:r>
              <a:rPr>
                <a:solidFill>
                  <a:schemeClr val="tx1"/>
                </a:solidFill>
              </a:rPr>
              <a:t> 2018 (103.02) y </a:t>
            </a:r>
            <a:r>
              <a:rPr err="1">
                <a:solidFill>
                  <a:schemeClr val="tx1"/>
                </a:solidFill>
              </a:rPr>
              <a:t>abril</a:t>
            </a:r>
            <a:r>
              <a:rPr>
                <a:solidFill>
                  <a:schemeClr val="tx1"/>
                </a:solidFill>
              </a:rPr>
              <a:t>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5521</Words>
  <Application>Microsoft Office PowerPoint</Application>
  <PresentationFormat>Personalizado</PresentationFormat>
  <Paragraphs>2042</Paragraphs>
  <Slides>27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3" baseType="lpstr">
      <vt:lpstr>Noto Sans</vt:lpstr>
      <vt:lpstr>Arial</vt:lpstr>
      <vt:lpstr>Montserrat</vt:lpstr>
      <vt:lpstr>Calibri</vt:lpstr>
      <vt:lpstr>Noto Sans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Laura Patricia Galvan Chavez</cp:lastModifiedBy>
  <cp:revision>1</cp:revision>
  <dcterms:modified xsi:type="dcterms:W3CDTF">2026-07-02T23:43:11Z</dcterms:modified>
</cp:coreProperties>
</file>