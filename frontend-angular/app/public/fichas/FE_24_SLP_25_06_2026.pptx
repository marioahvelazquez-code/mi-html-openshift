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305" r:id="rId3"/>
    <p:sldId id="258" r:id="rId4"/>
    <p:sldId id="259" r:id="rId5"/>
    <p:sldId id="260" r:id="rId6"/>
    <p:sldId id="301" r:id="rId7"/>
    <p:sldId id="261" r:id="rId8"/>
    <p:sldId id="287" r:id="rId9"/>
    <p:sldId id="262" r:id="rId10"/>
    <p:sldId id="263" r:id="rId11"/>
    <p:sldId id="280" r:id="rId12"/>
    <p:sldId id="298" r:id="rId13"/>
    <p:sldId id="302" r:id="rId14"/>
    <p:sldId id="303" r:id="rId15"/>
    <p:sldId id="281" r:id="rId16"/>
    <p:sldId id="288" r:id="rId17"/>
    <p:sldId id="270" r:id="rId18"/>
    <p:sldId id="271" r:id="rId19"/>
    <p:sldId id="272" r:id="rId20"/>
    <p:sldId id="300" r:id="rId21"/>
    <p:sldId id="297" r:id="rId22"/>
    <p:sldId id="284" r:id="rId23"/>
    <p:sldId id="277" r:id="rId24"/>
    <p:sldId id="278" r:id="rId25"/>
    <p:sldId id="279" r:id="rId26"/>
    <p:sldId id="282" r:id="rId27"/>
  </p:sldIdLst>
  <p:sldSz cx="7772400" cy="10058400"/>
  <p:notesSz cx="6858000" cy="9144000"/>
  <p:embeddedFontLst>
    <p:embeddedFont>
      <p:font typeface="Montserrat" panose="00000500000000000000" pitchFamily="2" charset="0"/>
      <p:regular r:id="rId29"/>
      <p:bold r:id="rId30"/>
      <p:italic r:id="rId31"/>
      <p:boldItalic r:id="rId32"/>
    </p:embeddedFont>
    <p:embeddedFont>
      <p:font typeface="Noto Sans" panose="020B0502040504020204" pitchFamily="34" charset="0"/>
      <p:regular r:id="rId33"/>
      <p:bold r:id="rId34"/>
      <p:italic r:id="rId35"/>
      <p:boldItalic r:id="rId36"/>
    </p:embeddedFont>
    <p:embeddedFont>
      <p:font typeface="Noto Sans Black" panose="020B0604020202020204" charset="0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E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183101-2577-4126-ABE8-AC2A00F03D52}" v="2" dt="2026-07-02T21:47:12.464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 varScale="1">
        <p:scale>
          <a:sx n="67" d="100"/>
          <a:sy n="67" d="100"/>
        </p:scale>
        <p:origin x="804" y="6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0" Type="http://schemas.openxmlformats.org/officeDocument/2006/relationships/slide" Target="slides/slide19.xml"/><Relationship Id="rId5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Shareny Martinez Rodriguez" userId="f2c49ec6-6c11-4dae-a3ef-cb4909170a65" providerId="ADAL" clId="{AABB945E-44BA-4143-81BB-F4C01DB1B502}"/>
    <pc:docChg chg="undo custSel addSld delSld modSld">
      <pc:chgData name="Diana Shareny Martinez Rodriguez" userId="f2c49ec6-6c11-4dae-a3ef-cb4909170a65" providerId="ADAL" clId="{AABB945E-44BA-4143-81BB-F4C01DB1B502}" dt="2026-07-02T21:48:15.357" v="677" actId="20577"/>
      <pc:docMkLst>
        <pc:docMk/>
      </pc:docMkLst>
      <pc:sldChg chg="modSp mod">
        <pc:chgData name="Diana Shareny Martinez Rodriguez" userId="f2c49ec6-6c11-4dae-a3ef-cb4909170a65" providerId="ADAL" clId="{AABB945E-44BA-4143-81BB-F4C01DB1B502}" dt="2026-06-26T23:30:42.321" v="5" actId="20577"/>
        <pc:sldMkLst>
          <pc:docMk/>
          <pc:sldMk cId="0" sldId="256"/>
        </pc:sldMkLst>
        <pc:spChg chg="mod">
          <ac:chgData name="Diana Shareny Martinez Rodriguez" userId="f2c49ec6-6c11-4dae-a3ef-cb4909170a65" providerId="ADAL" clId="{AABB945E-44BA-4143-81BB-F4C01DB1B502}" dt="2026-06-26T23:30:42.321" v="5" actId="20577"/>
          <ac:spMkLst>
            <pc:docMk/>
            <pc:sldMk cId="0" sldId="256"/>
            <ac:spMk id="70" creationId="{00000000-0000-0000-0000-000000000000}"/>
          </ac:spMkLst>
        </pc:spChg>
      </pc:sldChg>
      <pc:sldChg chg="delSp modSp mod">
        <pc:chgData name="Diana Shareny Martinez Rodriguez" userId="f2c49ec6-6c11-4dae-a3ef-cb4909170a65" providerId="ADAL" clId="{AABB945E-44BA-4143-81BB-F4C01DB1B502}" dt="2026-06-26T23:45:11.189" v="70"/>
        <pc:sldMkLst>
          <pc:docMk/>
          <pc:sldMk cId="0" sldId="258"/>
        </pc:sldMkLst>
        <pc:spChg chg="mod">
          <ac:chgData name="Diana Shareny Martinez Rodriguez" userId="f2c49ec6-6c11-4dae-a3ef-cb4909170a65" providerId="ADAL" clId="{AABB945E-44BA-4143-81BB-F4C01DB1B502}" dt="2026-06-26T23:44:01.645" v="62" actId="1076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42:55.966" v="48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42:50.304" v="46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43:57.500" v="61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43:41.913" v="56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43:51.996" v="59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43:44.323" v="57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43:39.268" v="55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43:33.809" v="53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42:45.177" v="45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42:39.209" v="43" actId="1076"/>
          <ac:spMkLst>
            <pc:docMk/>
            <pc:sldMk cId="0" sldId="258"/>
            <ac:spMk id="132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36:06.772" v="42" actId="1036"/>
          <ac:spMkLst>
            <pc:docMk/>
            <pc:sldMk cId="0" sldId="258"/>
            <ac:spMk id="133" creationId="{00000000-0000-0000-0000-000000000000}"/>
          </ac:spMkLst>
        </pc:spChg>
        <pc:graphicFrameChg chg="mod">
          <ac:chgData name="Diana Shareny Martinez Rodriguez" userId="f2c49ec6-6c11-4dae-a3ef-cb4909170a65" providerId="ADAL" clId="{AABB945E-44BA-4143-81BB-F4C01DB1B502}" dt="2026-06-26T23:43:05.026" v="50" actId="207"/>
          <ac:graphicFrameMkLst>
            <pc:docMk/>
            <pc:sldMk cId="0" sldId="258"/>
            <ac:graphicFrameMk id="117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23:44:50.152" v="66" actId="1076"/>
          <ac:graphicFrameMkLst>
            <pc:docMk/>
            <pc:sldMk cId="0" sldId="258"/>
            <ac:graphicFrameMk id="137" creationId="{00000000-0000-0000-0000-000000000000}"/>
          </ac:graphicFrameMkLst>
        </pc:graphicFrameChg>
        <pc:picChg chg="mod">
          <ac:chgData name="Diana Shareny Martinez Rodriguez" userId="f2c49ec6-6c11-4dae-a3ef-cb4909170a65" providerId="ADAL" clId="{AABB945E-44BA-4143-81BB-F4C01DB1B502}" dt="2026-06-26T23:42:52.379" v="47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6T23:43:54.280" v="60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6T23:43:49.323" v="58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6T23:43:36.667" v="54" actId="1076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6T23:42:41.855" v="44" actId="1076"/>
          <ac:picMkLst>
            <pc:docMk/>
            <pc:sldMk cId="0" sldId="258"/>
            <ac:picMk id="131" creationId="{00000000-0000-0000-0000-000000000000}"/>
          </ac:picMkLst>
        </pc:picChg>
      </pc:sldChg>
      <pc:sldChg chg="addSp delSp modSp mod">
        <pc:chgData name="Diana Shareny Martinez Rodriguez" userId="f2c49ec6-6c11-4dae-a3ef-cb4909170a65" providerId="ADAL" clId="{AABB945E-44BA-4143-81BB-F4C01DB1B502}" dt="2026-06-29T19:06:01.709" v="631" actId="947"/>
        <pc:sldMkLst>
          <pc:docMk/>
          <pc:sldMk cId="0" sldId="259"/>
        </pc:sldMkLst>
        <pc:spChg chg="mod">
          <ac:chgData name="Diana Shareny Martinez Rodriguez" userId="f2c49ec6-6c11-4dae-a3ef-cb4909170a65" providerId="ADAL" clId="{AABB945E-44BA-4143-81BB-F4C01DB1B502}" dt="2026-06-29T18:59:41.999" v="617" actId="20577"/>
          <ac:spMkLst>
            <pc:docMk/>
            <pc:sldMk cId="0" sldId="259"/>
            <ac:spMk id="139" creationId="{00000000-0000-0000-0000-000000000000}"/>
          </ac:spMkLst>
        </pc:spChg>
        <pc:graphicFrameChg chg="modGraphic">
          <ac:chgData name="Diana Shareny Martinez Rodriguez" userId="f2c49ec6-6c11-4dae-a3ef-cb4909170a65" providerId="ADAL" clId="{AABB945E-44BA-4143-81BB-F4C01DB1B502}" dt="2026-06-29T18:55:51.340" v="607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  <pc:graphicFrameChg chg="modGraphic">
          <ac:chgData name="Diana Shareny Martinez Rodriguez" userId="f2c49ec6-6c11-4dae-a3ef-cb4909170a65" providerId="ADAL" clId="{AABB945E-44BA-4143-81BB-F4C01DB1B502}" dt="2026-06-29T19:06:01.709" v="631" actId="947"/>
          <ac:graphicFrameMkLst>
            <pc:docMk/>
            <pc:sldMk cId="0" sldId="259"/>
            <ac:graphicFrameMk id="136" creationId="{00000000-0000-0000-0000-000000000000}"/>
          </ac:graphicFrameMkLst>
        </pc:graphicFrameChg>
        <pc:picChg chg="add">
          <ac:chgData name="Diana Shareny Martinez Rodriguez" userId="f2c49ec6-6c11-4dae-a3ef-cb4909170a65" providerId="ADAL" clId="{AABB945E-44BA-4143-81BB-F4C01DB1B502}" dt="2026-06-26T23:50:39.667" v="72" actId="22"/>
          <ac:picMkLst>
            <pc:docMk/>
            <pc:sldMk cId="0" sldId="259"/>
            <ac:picMk id="3" creationId="{5B6E7A68-C755-61FA-ED84-B9AECC6DBDEA}"/>
          </ac:picMkLst>
        </pc:picChg>
      </pc:sldChg>
      <pc:sldChg chg="modSp mod">
        <pc:chgData name="Diana Shareny Martinez Rodriguez" userId="f2c49ec6-6c11-4dae-a3ef-cb4909170a65" providerId="ADAL" clId="{AABB945E-44BA-4143-81BB-F4C01DB1B502}" dt="2026-06-29T18:59:35.876" v="614" actId="20577"/>
        <pc:sldMkLst>
          <pc:docMk/>
          <pc:sldMk cId="0" sldId="260"/>
        </pc:sldMkLst>
        <pc:spChg chg="mod">
          <ac:chgData name="Diana Shareny Martinez Rodriguez" userId="f2c49ec6-6c11-4dae-a3ef-cb4909170a65" providerId="ADAL" clId="{AABB945E-44BA-4143-81BB-F4C01DB1B502}" dt="2026-06-29T18:59:35.876" v="614" actId="20577"/>
          <ac:spMkLst>
            <pc:docMk/>
            <pc:sldMk cId="0" sldId="260"/>
            <ac:spMk id="15" creationId="{00000000-0000-0000-0000-000000000000}"/>
          </ac:spMkLst>
        </pc:spChg>
        <pc:graphicFrameChg chg="modGraphic">
          <ac:chgData name="Diana Shareny Martinez Rodriguez" userId="f2c49ec6-6c11-4dae-a3ef-cb4909170a65" providerId="ADAL" clId="{AABB945E-44BA-4143-81BB-F4C01DB1B502}" dt="2026-06-29T18:59:14.590" v="611" actId="20577"/>
          <ac:graphicFrameMkLst>
            <pc:docMk/>
            <pc:sldMk cId="0" sldId="260"/>
            <ac:graphicFrameMk id="14" creationId="{00000000-0000-0000-0000-000000000000}"/>
          </ac:graphicFrameMkLst>
        </pc:graphicFrameChg>
      </pc:sldChg>
      <pc:sldChg chg="addSp delSp modSp mod">
        <pc:chgData name="Diana Shareny Martinez Rodriguez" userId="f2c49ec6-6c11-4dae-a3ef-cb4909170a65" providerId="ADAL" clId="{AABB945E-44BA-4143-81BB-F4C01DB1B502}" dt="2026-06-29T19:05:33.990" v="629" actId="20577"/>
        <pc:sldMkLst>
          <pc:docMk/>
          <pc:sldMk cId="0" sldId="261"/>
        </pc:sldMkLst>
        <pc:spChg chg="mod">
          <ac:chgData name="Diana Shareny Martinez Rodriguez" userId="f2c49ec6-6c11-4dae-a3ef-cb4909170a65" providerId="ADAL" clId="{AABB945E-44BA-4143-81BB-F4C01DB1B502}" dt="2026-06-27T00:23:01.479" v="589" actId="1076"/>
          <ac:spMkLst>
            <pc:docMk/>
            <pc:sldMk cId="0" sldId="261"/>
            <ac:spMk id="15" creationId="{3F400975-A331-0DB2-C93D-8B270E1B34C6}"/>
          </ac:spMkLst>
        </pc:spChg>
        <pc:spChg chg="mod">
          <ac:chgData name="Diana Shareny Martinez Rodriguez" userId="f2c49ec6-6c11-4dae-a3ef-cb4909170a65" providerId="ADAL" clId="{AABB945E-44BA-4143-81BB-F4C01DB1B502}" dt="2026-06-29T19:05:33.990" v="629" actId="20577"/>
          <ac:spMkLst>
            <pc:docMk/>
            <pc:sldMk cId="0" sldId="261"/>
            <ac:spMk id="156" creationId="{00000000-0000-0000-0000-000000000000}"/>
          </ac:spMkLst>
        </pc:spChg>
        <pc:grpChg chg="add del mod">
          <ac:chgData name="Diana Shareny Martinez Rodriguez" userId="f2c49ec6-6c11-4dae-a3ef-cb4909170a65" providerId="ADAL" clId="{AABB945E-44BA-4143-81BB-F4C01DB1B502}" dt="2026-06-27T00:23:06.410" v="590" actId="1076"/>
          <ac:grpSpMkLst>
            <pc:docMk/>
            <pc:sldMk cId="0" sldId="261"/>
            <ac:grpSpMk id="2" creationId="{15EE4F23-344C-0F42-1B1D-D690AA7AAF05}"/>
          </ac:grpSpMkLst>
        </pc:grpChg>
      </pc:sldChg>
      <pc:sldChg chg="modSp mod">
        <pc:chgData name="Diana Shareny Martinez Rodriguez" userId="f2c49ec6-6c11-4dae-a3ef-cb4909170a65" providerId="ADAL" clId="{AABB945E-44BA-4143-81BB-F4C01DB1B502}" dt="2026-06-27T00:06:28.103" v="464" actId="1076"/>
        <pc:sldMkLst>
          <pc:docMk/>
          <pc:sldMk cId="0" sldId="263"/>
        </pc:sldMkLst>
        <pc:spChg chg="mod">
          <ac:chgData name="Diana Shareny Martinez Rodriguez" userId="f2c49ec6-6c11-4dae-a3ef-cb4909170a65" providerId="ADAL" clId="{AABB945E-44BA-4143-81BB-F4C01DB1B502}" dt="2026-06-27T00:06:11.538" v="456" actId="1035"/>
          <ac:spMkLst>
            <pc:docMk/>
            <pc:sldMk cId="0" sldId="263"/>
            <ac:spMk id="278" creationId="{C10F4116-C85F-4B4D-7D47-5F7E20F63F26}"/>
          </ac:spMkLst>
        </pc:spChg>
        <pc:spChg chg="mod">
          <ac:chgData name="Diana Shareny Martinez Rodriguez" userId="f2c49ec6-6c11-4dae-a3ef-cb4909170a65" providerId="ADAL" clId="{AABB945E-44BA-4143-81BB-F4C01DB1B502}" dt="2026-06-27T00:06:14.902" v="457" actId="1076"/>
          <ac:spMkLst>
            <pc:docMk/>
            <pc:sldMk cId="0" sldId="263"/>
            <ac:spMk id="279" creationId="{F7B75E48-C3EE-BB8B-3397-6F9204C9BEAD}"/>
          </ac:spMkLst>
        </pc:spChg>
        <pc:spChg chg="mod">
          <ac:chgData name="Diana Shareny Martinez Rodriguez" userId="f2c49ec6-6c11-4dae-a3ef-cb4909170a65" providerId="ADAL" clId="{AABB945E-44BA-4143-81BB-F4C01DB1B502}" dt="2026-06-27T00:06:16.876" v="458" actId="14100"/>
          <ac:spMkLst>
            <pc:docMk/>
            <pc:sldMk cId="0" sldId="263"/>
            <ac:spMk id="286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7T00:06:28.103" v="464" actId="1076"/>
          <ac:spMkLst>
            <pc:docMk/>
            <pc:sldMk cId="0" sldId="263"/>
            <ac:spMk id="289" creationId="{00000000-0000-0000-0000-000000000000}"/>
          </ac:spMkLst>
        </pc:spChg>
        <pc:graphicFrameChg chg="mod">
          <ac:chgData name="Diana Shareny Martinez Rodriguez" userId="f2c49ec6-6c11-4dae-a3ef-cb4909170a65" providerId="ADAL" clId="{AABB945E-44BA-4143-81BB-F4C01DB1B502}" dt="2026-06-27T00:06:19.732" v="459" actId="14100"/>
          <ac:graphicFrameMkLst>
            <pc:docMk/>
            <pc:sldMk cId="0" sldId="263"/>
            <ac:graphicFrameMk id="288" creationId="{00000000-0000-0000-0000-000000000000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7-02T21:48:15.357" v="677" actId="20577"/>
        <pc:sldMkLst>
          <pc:docMk/>
          <pc:sldMk cId="0" sldId="277"/>
        </pc:sldMkLst>
        <pc:spChg chg="mod">
          <ac:chgData name="Diana Shareny Martinez Rodriguez" userId="f2c49ec6-6c11-4dae-a3ef-cb4909170a65" providerId="ADAL" clId="{AABB945E-44BA-4143-81BB-F4C01DB1B502}" dt="2026-07-02T21:48:15.357" v="677" actId="20577"/>
          <ac:spMkLst>
            <pc:docMk/>
            <pc:sldMk cId="0" sldId="277"/>
            <ac:spMk id="472" creationId="{00000000-0000-0000-0000-000000000000}"/>
          </ac:spMkLst>
        </pc:spChg>
        <pc:graphicFrameChg chg="modGraphic">
          <ac:chgData name="Diana Shareny Martinez Rodriguez" userId="f2c49ec6-6c11-4dae-a3ef-cb4909170a65" providerId="ADAL" clId="{AABB945E-44BA-4143-81BB-F4C01DB1B502}" dt="2026-07-02T21:46:36.890" v="634" actId="947"/>
          <ac:graphicFrameMkLst>
            <pc:docMk/>
            <pc:sldMk cId="0" sldId="277"/>
            <ac:graphicFrameMk id="468" creationId="{00000000-0000-0000-0000-000000000000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6-26T23:57:27.818" v="220"/>
        <pc:sldMkLst>
          <pc:docMk/>
          <pc:sldMk cId="0" sldId="279"/>
        </pc:sldMkLst>
        <pc:spChg chg="mod">
          <ac:chgData name="Diana Shareny Martinez Rodriguez" userId="f2c49ec6-6c11-4dae-a3ef-cb4909170a65" providerId="ADAL" clId="{AABB945E-44BA-4143-81BB-F4C01DB1B502}" dt="2026-06-26T23:57:27.818" v="220"/>
          <ac:spMkLst>
            <pc:docMk/>
            <pc:sldMk cId="0" sldId="279"/>
            <ac:spMk id="515" creationId="{00000000-0000-0000-0000-000000000000}"/>
          </ac:spMkLst>
        </pc:spChg>
      </pc:sldChg>
      <pc:sldChg chg="addSp modSp mod">
        <pc:chgData name="Diana Shareny Martinez Rodriguez" userId="f2c49ec6-6c11-4dae-a3ef-cb4909170a65" providerId="ADAL" clId="{AABB945E-44BA-4143-81BB-F4C01DB1B502}" dt="2026-06-27T00:06:02.817" v="433" actId="22"/>
        <pc:sldMkLst>
          <pc:docMk/>
          <pc:sldMk cId="540716406" sldId="280"/>
        </pc:sldMkLst>
        <pc:spChg chg="add mod">
          <ac:chgData name="Diana Shareny Martinez Rodriguez" userId="f2c49ec6-6c11-4dae-a3ef-cb4909170a65" providerId="ADAL" clId="{AABB945E-44BA-4143-81BB-F4C01DB1B502}" dt="2026-06-27T00:05:47.315" v="429" actId="1038"/>
          <ac:spMkLst>
            <pc:docMk/>
            <pc:sldMk cId="540716406" sldId="280"/>
            <ac:spMk id="9" creationId="{3DB3576D-BCF5-6E1B-8B6E-71F6961B2332}"/>
          </ac:spMkLst>
        </pc:spChg>
        <pc:spChg chg="add mod">
          <ac:chgData name="Diana Shareny Martinez Rodriguez" userId="f2c49ec6-6c11-4dae-a3ef-cb4909170a65" providerId="ADAL" clId="{AABB945E-44BA-4143-81BB-F4C01DB1B502}" dt="2026-06-27T00:05:51.860" v="430" actId="1076"/>
          <ac:spMkLst>
            <pc:docMk/>
            <pc:sldMk cId="540716406" sldId="280"/>
            <ac:spMk id="11" creationId="{CCF16D77-2336-15AB-437D-A0D520DB531B}"/>
          </ac:spMkLst>
        </pc:spChg>
        <pc:spChg chg="add mod">
          <ac:chgData name="Diana Shareny Martinez Rodriguez" userId="f2c49ec6-6c11-4dae-a3ef-cb4909170a65" providerId="ADAL" clId="{AABB945E-44BA-4143-81BB-F4C01DB1B502}" dt="2026-06-27T00:05:00.507" v="406" actId="404"/>
          <ac:spMkLst>
            <pc:docMk/>
            <pc:sldMk cId="540716406" sldId="280"/>
            <ac:spMk id="13" creationId="{18142B48-CAAE-83FB-9FB6-C4D250F370F0}"/>
          </ac:spMkLst>
        </pc:spChg>
        <pc:spChg chg="add">
          <ac:chgData name="Diana Shareny Martinez Rodriguez" userId="f2c49ec6-6c11-4dae-a3ef-cb4909170a65" providerId="ADAL" clId="{AABB945E-44BA-4143-81BB-F4C01DB1B502}" dt="2026-06-27T00:06:02.817" v="433" actId="22"/>
          <ac:spMkLst>
            <pc:docMk/>
            <pc:sldMk cId="540716406" sldId="280"/>
            <ac:spMk id="15" creationId="{15CF8839-43D2-ED99-B482-CA3558EDCFFC}"/>
          </ac:spMkLst>
        </pc:spChg>
        <pc:spChg chg="mod">
          <ac:chgData name="Diana Shareny Martinez Rodriguez" userId="f2c49ec6-6c11-4dae-a3ef-cb4909170a65" providerId="ADAL" clId="{AABB945E-44BA-4143-81BB-F4C01DB1B502}" dt="2026-06-27T00:04:08.945" v="249" actId="207"/>
          <ac:spMkLst>
            <pc:docMk/>
            <pc:sldMk cId="540716406" sldId="280"/>
            <ac:spMk id="235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7T00:03:55.764" v="245" actId="1076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7T00:05:54.884" v="431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7T00:04:02.070" v="247" actId="404"/>
          <ac:spMkLst>
            <pc:docMk/>
            <pc:sldMk cId="540716406" sldId="280"/>
            <ac:spMk id="240" creationId="{00000000-0000-0000-0000-000000000000}"/>
          </ac:spMkLst>
        </pc:spChg>
        <pc:graphicFrameChg chg="add mod">
          <ac:chgData name="Diana Shareny Martinez Rodriguez" userId="f2c49ec6-6c11-4dae-a3ef-cb4909170a65" providerId="ADAL" clId="{AABB945E-44BA-4143-81BB-F4C01DB1B502}" dt="2026-06-27T00:04:36.056" v="329" actId="1036"/>
          <ac:graphicFrameMkLst>
            <pc:docMk/>
            <pc:sldMk cId="540716406" sldId="280"/>
            <ac:graphicFrameMk id="3" creationId="{0C6797EC-538B-B6BC-18E5-047623114D99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7T00:05:32.325" v="424" actId="1036"/>
          <ac:graphicFrameMkLst>
            <pc:docMk/>
            <pc:sldMk cId="540716406" sldId="280"/>
            <ac:graphicFrameMk id="5" creationId="{D3380E7F-0561-D4B7-74E9-34237B30B294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7T00:05:40.628" v="427" actId="14100"/>
          <ac:graphicFrameMkLst>
            <pc:docMk/>
            <pc:sldMk cId="540716406" sldId="280"/>
            <ac:graphicFrameMk id="7" creationId="{20FC157E-44A8-3489-6C80-6AF5BADE2696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7T00:03:45.969" v="241" actId="14100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addSp delSp modSp mod">
        <pc:chgData name="Diana Shareny Martinez Rodriguez" userId="f2c49ec6-6c11-4dae-a3ef-cb4909170a65" providerId="ADAL" clId="{AABB945E-44BA-4143-81BB-F4C01DB1B502}" dt="2026-06-26T23:55:08.783" v="161" actId="478"/>
        <pc:sldMkLst>
          <pc:docMk/>
          <pc:sldMk cId="3828482411" sldId="281"/>
        </pc:sldMkLst>
        <pc:graphicFrameChg chg="mod modGraphic">
          <ac:chgData name="Diana Shareny Martinez Rodriguez" userId="f2c49ec6-6c11-4dae-a3ef-cb4909170a65" providerId="ADAL" clId="{AABB945E-44BA-4143-81BB-F4C01DB1B502}" dt="2026-06-26T23:55:03.946" v="160" actId="207"/>
          <ac:graphicFrameMkLst>
            <pc:docMk/>
            <pc:sldMk cId="3828482411" sldId="281"/>
            <ac:graphicFrameMk id="5" creationId="{00000000-0000-0000-0000-000000000000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6-26T23:57:36.940" v="228" actId="20577"/>
        <pc:sldMkLst>
          <pc:docMk/>
          <pc:sldMk cId="0" sldId="282"/>
        </pc:sldMkLst>
        <pc:graphicFrameChg chg="modGraphic">
          <ac:chgData name="Diana Shareny Martinez Rodriguez" userId="f2c49ec6-6c11-4dae-a3ef-cb4909170a65" providerId="ADAL" clId="{AABB945E-44BA-4143-81BB-F4C01DB1B502}" dt="2026-06-26T23:57:36.940" v="228" actId="20577"/>
          <ac:graphicFrameMkLst>
            <pc:docMk/>
            <pc:sldMk cId="0" sldId="282"/>
            <ac:graphicFrameMk id="536" creationId="{00000000-0000-0000-0000-000000000000}"/>
          </ac:graphicFrameMkLst>
        </pc:graphicFrameChg>
      </pc:sldChg>
      <pc:sldChg chg="addSp modSp mod">
        <pc:chgData name="Diana Shareny Martinez Rodriguez" userId="f2c49ec6-6c11-4dae-a3ef-cb4909170a65" providerId="ADAL" clId="{AABB945E-44BA-4143-81BB-F4C01DB1B502}" dt="2026-06-27T00:08:53.954" v="491" actId="2062"/>
        <pc:sldMkLst>
          <pc:docMk/>
          <pc:sldMk cId="364733940" sldId="284"/>
        </pc:sldMkLst>
        <pc:spChg chg="add mod">
          <ac:chgData name="Diana Shareny Martinez Rodriguez" userId="f2c49ec6-6c11-4dae-a3ef-cb4909170a65" providerId="ADAL" clId="{AABB945E-44BA-4143-81BB-F4C01DB1B502}" dt="2026-06-26T23:56:20.913" v="211" actId="1036"/>
          <ac:spMkLst>
            <pc:docMk/>
            <pc:sldMk cId="364733940" sldId="284"/>
            <ac:spMk id="23" creationId="{B4B4DB02-3428-2896-FEA7-F0C4E6A3F62F}"/>
          </ac:spMkLst>
        </pc:spChg>
        <pc:spChg chg="add mod">
          <ac:chgData name="Diana Shareny Martinez Rodriguez" userId="f2c49ec6-6c11-4dae-a3ef-cb4909170a65" providerId="ADAL" clId="{AABB945E-44BA-4143-81BB-F4C01DB1B502}" dt="2026-06-26T23:56:20.913" v="211" actId="1036"/>
          <ac:spMkLst>
            <pc:docMk/>
            <pc:sldMk cId="364733940" sldId="284"/>
            <ac:spMk id="25" creationId="{7822BBA6-0DA9-027D-8ABF-A66F9B86FB35}"/>
          </ac:spMkLst>
        </pc:spChg>
        <pc:spChg chg="add mod">
          <ac:chgData name="Diana Shareny Martinez Rodriguez" userId="f2c49ec6-6c11-4dae-a3ef-cb4909170a65" providerId="ADAL" clId="{AABB945E-44BA-4143-81BB-F4C01DB1B502}" dt="2026-06-26T23:56:20.913" v="211" actId="1036"/>
          <ac:spMkLst>
            <pc:docMk/>
            <pc:sldMk cId="364733940" sldId="284"/>
            <ac:spMk id="27" creationId="{A0F35A0D-4B74-296D-4F29-49913F7FB9E2}"/>
          </ac:spMkLst>
        </pc:spChg>
        <pc:spChg chg="add mod">
          <ac:chgData name="Diana Shareny Martinez Rodriguez" userId="f2c49ec6-6c11-4dae-a3ef-cb4909170a65" providerId="ADAL" clId="{AABB945E-44BA-4143-81BB-F4C01DB1B502}" dt="2026-06-26T23:56:20.913" v="211" actId="1036"/>
          <ac:spMkLst>
            <pc:docMk/>
            <pc:sldMk cId="364733940" sldId="284"/>
            <ac:spMk id="29" creationId="{D9160A0F-C92C-1392-8B2E-1523EA5365E0}"/>
          </ac:spMkLst>
        </pc:spChg>
        <pc:spChg chg="add mod">
          <ac:chgData name="Diana Shareny Martinez Rodriguez" userId="f2c49ec6-6c11-4dae-a3ef-cb4909170a65" providerId="ADAL" clId="{AABB945E-44BA-4143-81BB-F4C01DB1B502}" dt="2026-06-26T23:56:20.913" v="211" actId="1036"/>
          <ac:spMkLst>
            <pc:docMk/>
            <pc:sldMk cId="364733940" sldId="284"/>
            <ac:spMk id="31" creationId="{BBC1853D-F72B-08C5-07B7-0C11C6087D4E}"/>
          </ac:spMkLst>
        </pc:spChg>
        <pc:spChg chg="add mod">
          <ac:chgData name="Diana Shareny Martinez Rodriguez" userId="f2c49ec6-6c11-4dae-a3ef-cb4909170a65" providerId="ADAL" clId="{AABB945E-44BA-4143-81BB-F4C01DB1B502}" dt="2026-06-26T23:56:20.913" v="211" actId="1036"/>
          <ac:spMkLst>
            <pc:docMk/>
            <pc:sldMk cId="364733940" sldId="284"/>
            <ac:spMk id="35" creationId="{F846E2E6-B734-E6BA-34C0-54D0CD92E48E}"/>
          </ac:spMkLst>
        </pc:spChg>
        <pc:spChg chg="add mod">
          <ac:chgData name="Diana Shareny Martinez Rodriguez" userId="f2c49ec6-6c11-4dae-a3ef-cb4909170a65" providerId="ADAL" clId="{AABB945E-44BA-4143-81BB-F4C01DB1B502}" dt="2026-06-26T23:56:20.913" v="211" actId="1036"/>
          <ac:spMkLst>
            <pc:docMk/>
            <pc:sldMk cId="364733940" sldId="284"/>
            <ac:spMk id="37" creationId="{CA69B97B-02DC-E45E-84B8-ECEFB6C282C3}"/>
          </ac:spMkLst>
        </pc:spChg>
        <pc:spChg chg="add">
          <ac:chgData name="Diana Shareny Martinez Rodriguez" userId="f2c49ec6-6c11-4dae-a3ef-cb4909170a65" providerId="ADAL" clId="{AABB945E-44BA-4143-81BB-F4C01DB1B502}" dt="2026-06-26T23:56:26.931" v="213" actId="22"/>
          <ac:spMkLst>
            <pc:docMk/>
            <pc:sldMk cId="364733940" sldId="284"/>
            <ac:spMk id="39" creationId="{5DE3A697-8F6B-6F43-6E61-5B37F116752C}"/>
          </ac:spMkLst>
        </pc:spChg>
        <pc:graphicFrameChg chg="modGraphic">
          <ac:chgData name="Diana Shareny Martinez Rodriguez" userId="f2c49ec6-6c11-4dae-a3ef-cb4909170a65" providerId="ADAL" clId="{AABB945E-44BA-4143-81BB-F4C01DB1B502}" dt="2026-06-27T00:08:45.147" v="488" actId="2062"/>
          <ac:graphicFrameMkLst>
            <pc:docMk/>
            <pc:sldMk cId="364733940" sldId="284"/>
            <ac:graphicFrameMk id="9" creationId="{00000000-0000-0000-0000-000000000000}"/>
          </ac:graphicFrameMkLst>
        </pc:graphicFrameChg>
        <pc:graphicFrameChg chg="modGraphic">
          <ac:chgData name="Diana Shareny Martinez Rodriguez" userId="f2c49ec6-6c11-4dae-a3ef-cb4909170a65" providerId="ADAL" clId="{AABB945E-44BA-4143-81BB-F4C01DB1B502}" dt="2026-06-27T00:08:48.140" v="489" actId="2062"/>
          <ac:graphicFrameMkLst>
            <pc:docMk/>
            <pc:sldMk cId="364733940" sldId="284"/>
            <ac:graphicFrameMk id="10" creationId="{00000000-0000-0000-0000-000000000000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23:56:01.173" v="201" actId="1035"/>
          <ac:graphicFrameMkLst>
            <pc:docMk/>
            <pc:sldMk cId="364733940" sldId="284"/>
            <ac:graphicFrameMk id="13" creationId="{C42C156E-F538-D494-DA39-8A120B7D0D17}"/>
          </ac:graphicFrameMkLst>
        </pc:graphicFrameChg>
        <pc:graphicFrameChg chg="add mod modGraphic">
          <ac:chgData name="Diana Shareny Martinez Rodriguez" userId="f2c49ec6-6c11-4dae-a3ef-cb4909170a65" providerId="ADAL" clId="{AABB945E-44BA-4143-81BB-F4C01DB1B502}" dt="2026-06-27T00:08:51.009" v="490" actId="2062"/>
          <ac:graphicFrameMkLst>
            <pc:docMk/>
            <pc:sldMk cId="364733940" sldId="284"/>
            <ac:graphicFrameMk id="15" creationId="{AB129E97-A2C8-EAD6-20AB-4A0AA84793A2}"/>
          </ac:graphicFrameMkLst>
        </pc:graphicFrameChg>
        <pc:graphicFrameChg chg="add mod modGraphic">
          <ac:chgData name="Diana Shareny Martinez Rodriguez" userId="f2c49ec6-6c11-4dae-a3ef-cb4909170a65" providerId="ADAL" clId="{AABB945E-44BA-4143-81BB-F4C01DB1B502}" dt="2026-06-27T00:08:53.954" v="491" actId="2062"/>
          <ac:graphicFrameMkLst>
            <pc:docMk/>
            <pc:sldMk cId="364733940" sldId="284"/>
            <ac:graphicFrameMk id="17" creationId="{6179D5AF-14AB-C9E4-0D31-DC9651E0845A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23:56:20.913" v="211" actId="1036"/>
          <ac:graphicFrameMkLst>
            <pc:docMk/>
            <pc:sldMk cId="364733940" sldId="284"/>
            <ac:graphicFrameMk id="21" creationId="{DE1CAECB-B83F-C713-41E1-DC94B53736C4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23:56:20.913" v="211" actId="1036"/>
          <ac:graphicFrameMkLst>
            <pc:docMk/>
            <pc:sldMk cId="364733940" sldId="284"/>
            <ac:graphicFrameMk id="33" creationId="{851D8B15-12F7-6C3B-2E26-9A296A464DE2}"/>
          </ac:graphicFrameMkLst>
        </pc:graphicFrameChg>
        <pc:picChg chg="add mod">
          <ac:chgData name="Diana Shareny Martinez Rodriguez" userId="f2c49ec6-6c11-4dae-a3ef-cb4909170a65" providerId="ADAL" clId="{AABB945E-44BA-4143-81BB-F4C01DB1B502}" dt="2026-06-26T23:56:20.913" v="211" actId="1036"/>
          <ac:picMkLst>
            <pc:docMk/>
            <pc:sldMk cId="364733940" sldId="284"/>
            <ac:picMk id="19" creationId="{66163C6F-CFE2-DA7D-2CD3-71B41EFB96E9}"/>
          </ac:picMkLst>
        </pc:picChg>
      </pc:sldChg>
      <pc:sldChg chg="addSp modSp mod">
        <pc:chgData name="Diana Shareny Martinez Rodriguez" userId="f2c49ec6-6c11-4dae-a3ef-cb4909170a65" providerId="ADAL" clId="{AABB945E-44BA-4143-81BB-F4C01DB1B502}" dt="2026-06-26T23:52:36.345" v="149" actId="1076"/>
        <pc:sldMkLst>
          <pc:docMk/>
          <pc:sldMk cId="3805655920" sldId="288"/>
        </pc:sldMkLst>
        <pc:spChg chg="add mod">
          <ac:chgData name="Diana Shareny Martinez Rodriguez" userId="f2c49ec6-6c11-4dae-a3ef-cb4909170a65" providerId="ADAL" clId="{AABB945E-44BA-4143-81BB-F4C01DB1B502}" dt="2026-06-26T23:52:30.546" v="148" actId="1035"/>
          <ac:spMkLst>
            <pc:docMk/>
            <pc:sldMk cId="3805655920" sldId="288"/>
            <ac:spMk id="8" creationId="{963B2F18-784E-6390-0FF1-75ADB39696FF}"/>
          </ac:spMkLst>
        </pc:spChg>
        <pc:spChg chg="add mod">
          <ac:chgData name="Diana Shareny Martinez Rodriguez" userId="f2c49ec6-6c11-4dae-a3ef-cb4909170a65" providerId="ADAL" clId="{AABB945E-44BA-4143-81BB-F4C01DB1B502}" dt="2026-06-26T23:52:30.546" v="148" actId="1035"/>
          <ac:spMkLst>
            <pc:docMk/>
            <pc:sldMk cId="3805655920" sldId="288"/>
            <ac:spMk id="16" creationId="{0F01475D-4958-7EA1-8C6E-2F6B82F42686}"/>
          </ac:spMkLst>
        </pc:spChg>
        <pc:spChg chg="add mod">
          <ac:chgData name="Diana Shareny Martinez Rodriguez" userId="f2c49ec6-6c11-4dae-a3ef-cb4909170a65" providerId="ADAL" clId="{AABB945E-44BA-4143-81BB-F4C01DB1B502}" dt="2026-06-26T23:52:30.546" v="148" actId="1035"/>
          <ac:spMkLst>
            <pc:docMk/>
            <pc:sldMk cId="3805655920" sldId="288"/>
            <ac:spMk id="18" creationId="{E1487289-BEE5-6E54-8D7F-EE3AA71727F0}"/>
          </ac:spMkLst>
        </pc:spChg>
        <pc:spChg chg="add mod">
          <ac:chgData name="Diana Shareny Martinez Rodriguez" userId="f2c49ec6-6c11-4dae-a3ef-cb4909170a65" providerId="ADAL" clId="{AABB945E-44BA-4143-81BB-F4C01DB1B502}" dt="2026-06-26T23:52:30.546" v="148" actId="1035"/>
          <ac:spMkLst>
            <pc:docMk/>
            <pc:sldMk cId="3805655920" sldId="288"/>
            <ac:spMk id="20" creationId="{E0FB9C55-1363-95E5-086D-9B99637E6CD0}"/>
          </ac:spMkLst>
        </pc:spChg>
        <pc:spChg chg="add mod">
          <ac:chgData name="Diana Shareny Martinez Rodriguez" userId="f2c49ec6-6c11-4dae-a3ef-cb4909170a65" providerId="ADAL" clId="{AABB945E-44BA-4143-81BB-F4C01DB1B502}" dt="2026-06-26T23:52:30.546" v="148" actId="1035"/>
          <ac:spMkLst>
            <pc:docMk/>
            <pc:sldMk cId="3805655920" sldId="288"/>
            <ac:spMk id="22" creationId="{29E65D43-5059-20AF-0CDD-5CB99FAC85BB}"/>
          </ac:spMkLst>
        </pc:spChg>
        <pc:spChg chg="add mod">
          <ac:chgData name="Diana Shareny Martinez Rodriguez" userId="f2c49ec6-6c11-4dae-a3ef-cb4909170a65" providerId="ADAL" clId="{AABB945E-44BA-4143-81BB-F4C01DB1B502}" dt="2026-06-26T23:52:30.546" v="148" actId="1035"/>
          <ac:spMkLst>
            <pc:docMk/>
            <pc:sldMk cId="3805655920" sldId="288"/>
            <ac:spMk id="30" creationId="{52F27376-B1DA-E8E2-D4CC-603A377F393F}"/>
          </ac:spMkLst>
        </pc:spChg>
        <pc:graphicFrameChg chg="mod">
          <ac:chgData name="Diana Shareny Martinez Rodriguez" userId="f2c49ec6-6c11-4dae-a3ef-cb4909170a65" providerId="ADAL" clId="{AABB945E-44BA-4143-81BB-F4C01DB1B502}" dt="2026-06-26T23:52:07.974" v="133" actId="1076"/>
          <ac:graphicFrameMkLst>
            <pc:docMk/>
            <pc:sldMk cId="3805655920" sldId="288"/>
            <ac:graphicFrameMk id="2" creationId="{63E23A56-B904-2CAF-6A39-1039758B2E4E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23:52:11.280" v="134" actId="1076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23:52:14.305" v="135" actId="1076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23:52:36.345" v="149" actId="1076"/>
          <ac:graphicFrameMkLst>
            <pc:docMk/>
            <pc:sldMk cId="3805655920" sldId="288"/>
            <ac:graphicFrameMk id="10" creationId="{46E31DD6-58B0-ECCC-6B0D-DAAD7D94BD2B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23:52:30.546" v="148" actId="1035"/>
          <ac:graphicFrameMkLst>
            <pc:docMk/>
            <pc:sldMk cId="3805655920" sldId="288"/>
            <ac:graphicFrameMk id="14" creationId="{89163E26-83E9-F266-8099-3EEBFCA78B24}"/>
          </ac:graphicFrameMkLst>
        </pc:graphicFrameChg>
        <pc:picChg chg="add mod">
          <ac:chgData name="Diana Shareny Martinez Rodriguez" userId="f2c49ec6-6c11-4dae-a3ef-cb4909170a65" providerId="ADAL" clId="{AABB945E-44BA-4143-81BB-F4C01DB1B502}" dt="2026-06-26T23:52:30.546" v="148" actId="1035"/>
          <ac:picMkLst>
            <pc:docMk/>
            <pc:sldMk cId="3805655920" sldId="288"/>
            <ac:picMk id="24" creationId="{06054149-7C79-7ECC-B975-0E449B0ED12E}"/>
          </ac:picMkLst>
        </pc:picChg>
        <pc:picChg chg="add mod">
          <ac:chgData name="Diana Shareny Martinez Rodriguez" userId="f2c49ec6-6c11-4dae-a3ef-cb4909170a65" providerId="ADAL" clId="{AABB945E-44BA-4143-81BB-F4C01DB1B502}" dt="2026-06-26T23:52:30.546" v="148" actId="1035"/>
          <ac:picMkLst>
            <pc:docMk/>
            <pc:sldMk cId="3805655920" sldId="288"/>
            <ac:picMk id="26" creationId="{9152E4D6-9AE2-CDB9-E9E0-0A2E835051D3}"/>
          </ac:picMkLst>
        </pc:picChg>
        <pc:picChg chg="add mod">
          <ac:chgData name="Diana Shareny Martinez Rodriguez" userId="f2c49ec6-6c11-4dae-a3ef-cb4909170a65" providerId="ADAL" clId="{AABB945E-44BA-4143-81BB-F4C01DB1B502}" dt="2026-06-26T23:52:30.546" v="148" actId="1035"/>
          <ac:picMkLst>
            <pc:docMk/>
            <pc:sldMk cId="3805655920" sldId="288"/>
            <ac:picMk id="28" creationId="{F01AD9BB-0DA1-E5C8-ECEA-3A0C6EB11EFC}"/>
          </ac:picMkLst>
        </pc:picChg>
      </pc:sldChg>
      <pc:sldChg chg="modSp mod">
        <pc:chgData name="Diana Shareny Martinez Rodriguez" userId="f2c49ec6-6c11-4dae-a3ef-cb4909170a65" providerId="ADAL" clId="{AABB945E-44BA-4143-81BB-F4C01DB1B502}" dt="2026-06-27T00:18:27.005" v="494"/>
        <pc:sldMkLst>
          <pc:docMk/>
          <pc:sldMk cId="3240565764" sldId="297"/>
        </pc:sldMkLst>
        <pc:graphicFrameChg chg="modGraphic">
          <ac:chgData name="Diana Shareny Martinez Rodriguez" userId="f2c49ec6-6c11-4dae-a3ef-cb4909170a65" providerId="ADAL" clId="{AABB945E-44BA-4143-81BB-F4C01DB1B502}" dt="2026-06-27T00:08:20.010" v="485" actId="2062"/>
          <ac:graphicFrameMkLst>
            <pc:docMk/>
            <pc:sldMk cId="3240565764" sldId="297"/>
            <ac:graphicFrameMk id="14" creationId="{00000000-0000-0000-0000-000000000000}"/>
          </ac:graphicFrameMkLst>
        </pc:graphicFrameChg>
        <pc:graphicFrameChg chg="mod modGraphic">
          <ac:chgData name="Diana Shareny Martinez Rodriguez" userId="f2c49ec6-6c11-4dae-a3ef-cb4909170a65" providerId="ADAL" clId="{AABB945E-44BA-4143-81BB-F4C01DB1B502}" dt="2026-06-27T00:18:27.005" v="494"/>
          <ac:graphicFrameMkLst>
            <pc:docMk/>
            <pc:sldMk cId="3240565764" sldId="297"/>
            <ac:graphicFrameMk id="15" creationId="{00000000-0000-0000-0000-000000000000}"/>
          </ac:graphicFrameMkLst>
        </pc:graphicFrameChg>
        <pc:graphicFrameChg chg="mod modGraphic">
          <ac:chgData name="Diana Shareny Martinez Rodriguez" userId="f2c49ec6-6c11-4dae-a3ef-cb4909170a65" providerId="ADAL" clId="{AABB945E-44BA-4143-81BB-F4C01DB1B502}" dt="2026-06-27T00:18:21.874" v="493" actId="572"/>
          <ac:graphicFrameMkLst>
            <pc:docMk/>
            <pc:sldMk cId="3240565764" sldId="297"/>
            <ac:graphicFrameMk id="16" creationId="{00000000-0000-0000-0000-000000000000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6-27T00:06:45.845" v="473" actId="20577"/>
        <pc:sldMkLst>
          <pc:docMk/>
          <pc:sldMk cId="329960283" sldId="298"/>
        </pc:sldMkLst>
        <pc:spChg chg="mod">
          <ac:chgData name="Diana Shareny Martinez Rodriguez" userId="f2c49ec6-6c11-4dae-a3ef-cb4909170a65" providerId="ADAL" clId="{AABB945E-44BA-4143-81BB-F4C01DB1B502}" dt="2026-06-27T00:06:45.845" v="473" actId="20577"/>
          <ac:spMkLst>
            <pc:docMk/>
            <pc:sldMk cId="329960283" sldId="298"/>
            <ac:spMk id="5" creationId="{00000000-0000-0000-0000-000000000000}"/>
          </ac:spMkLst>
        </pc:spChg>
      </pc:sldChg>
      <pc:sldChg chg="modSp mod">
        <pc:chgData name="Diana Shareny Martinez Rodriguez" userId="f2c49ec6-6c11-4dae-a3ef-cb4909170a65" providerId="ADAL" clId="{AABB945E-44BA-4143-81BB-F4C01DB1B502}" dt="2026-06-27T00:08:09.344" v="484" actId="1076"/>
        <pc:sldMkLst>
          <pc:docMk/>
          <pc:sldMk cId="1105498175" sldId="300"/>
        </pc:sldMkLst>
        <pc:spChg chg="mod">
          <ac:chgData name="Diana Shareny Martinez Rodriguez" userId="f2c49ec6-6c11-4dae-a3ef-cb4909170a65" providerId="ADAL" clId="{AABB945E-44BA-4143-81BB-F4C01DB1B502}" dt="2026-06-27T00:08:07.338" v="483" actId="1076"/>
          <ac:spMkLst>
            <pc:docMk/>
            <pc:sldMk cId="1105498175" sldId="300"/>
            <ac:spMk id="7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33:24.029" v="25" actId="20577"/>
          <ac:spMkLst>
            <pc:docMk/>
            <pc:sldMk cId="1105498175" sldId="300"/>
            <ac:spMk id="10" creationId="{00000000-0000-0000-0000-000000000000}"/>
          </ac:spMkLst>
        </pc:spChg>
        <pc:graphicFrameChg chg="mod modGraphic">
          <ac:chgData name="Diana Shareny Martinez Rodriguez" userId="f2c49ec6-6c11-4dae-a3ef-cb4909170a65" providerId="ADAL" clId="{AABB945E-44BA-4143-81BB-F4C01DB1B502}" dt="2026-06-27T00:08:04.051" v="482" actId="1076"/>
          <ac:graphicFrameMkLst>
            <pc:docMk/>
            <pc:sldMk cId="1105498175" sldId="300"/>
            <ac:graphicFrameMk id="9" creationId="{00000000-0000-0000-0000-000000000000}"/>
          </ac:graphicFrameMkLst>
        </pc:graphicFrameChg>
        <pc:cxnChg chg="mod">
          <ac:chgData name="Diana Shareny Martinez Rodriguez" userId="f2c49ec6-6c11-4dae-a3ef-cb4909170a65" providerId="ADAL" clId="{AABB945E-44BA-4143-81BB-F4C01DB1B502}" dt="2026-06-27T00:08:09.344" v="484" actId="1076"/>
          <ac:cxnSpMkLst>
            <pc:docMk/>
            <pc:sldMk cId="1105498175" sldId="300"/>
            <ac:cxnSpMk id="8" creationId="{00000000-0000-0000-0000-000000000000}"/>
          </ac:cxnSpMkLst>
        </pc:cxnChg>
      </pc:sldChg>
      <pc:sldChg chg="addSp modSp mod">
        <pc:chgData name="Diana Shareny Martinez Rodriguez" userId="f2c49ec6-6c11-4dae-a3ef-cb4909170a65" providerId="ADAL" clId="{AABB945E-44BA-4143-81BB-F4C01DB1B502}" dt="2026-06-29T19:01:44.708" v="626" actId="20577"/>
        <pc:sldMkLst>
          <pc:docMk/>
          <pc:sldMk cId="0" sldId="301"/>
        </pc:sldMkLst>
        <pc:spChg chg="mod">
          <ac:chgData name="Diana Shareny Martinez Rodriguez" userId="f2c49ec6-6c11-4dae-a3ef-cb4909170a65" providerId="ADAL" clId="{AABB945E-44BA-4143-81BB-F4C01DB1B502}" dt="2026-06-27T00:22:30.429" v="585" actId="1076"/>
          <ac:spMkLst>
            <pc:docMk/>
            <pc:sldMk cId="0" sldId="301"/>
            <ac:spMk id="3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9T18:59:54.212" v="620" actId="20577"/>
          <ac:spMkLst>
            <pc:docMk/>
            <pc:sldMk cId="0" sldId="301"/>
            <ac:spMk id="6" creationId="{00000000-0000-0000-0000-000000000000}"/>
          </ac:spMkLst>
        </pc:spChg>
        <pc:spChg chg="add">
          <ac:chgData name="Diana Shareny Martinez Rodriguez" userId="f2c49ec6-6c11-4dae-a3ef-cb4909170a65" providerId="ADAL" clId="{AABB945E-44BA-4143-81BB-F4C01DB1B502}" dt="2026-06-29T19:00:08.152" v="621" actId="22"/>
          <ac:spMkLst>
            <pc:docMk/>
            <pc:sldMk cId="0" sldId="301"/>
            <ac:spMk id="9" creationId="{6797A0D4-F4EC-290D-D927-23B00D7492DA}"/>
          </ac:spMkLst>
        </pc:spChg>
        <pc:spChg chg="add mod">
          <ac:chgData name="Diana Shareny Martinez Rodriguez" userId="f2c49ec6-6c11-4dae-a3ef-cb4909170a65" providerId="ADAL" clId="{AABB945E-44BA-4143-81BB-F4C01DB1B502}" dt="2026-06-29T19:00:12.482" v="624" actId="20577"/>
          <ac:spMkLst>
            <pc:docMk/>
            <pc:sldMk cId="0" sldId="301"/>
            <ac:spMk id="12" creationId="{6A68352B-D4C5-E9F2-6BF9-CB8A8A354908}"/>
          </ac:spMkLst>
        </pc:spChg>
        <pc:graphicFrameChg chg="mod modGraphic">
          <ac:chgData name="Diana Shareny Martinez Rodriguez" userId="f2c49ec6-6c11-4dae-a3ef-cb4909170a65" providerId="ADAL" clId="{AABB945E-44BA-4143-81BB-F4C01DB1B502}" dt="2026-06-29T19:01:44.708" v="626" actId="20577"/>
          <ac:graphicFrameMkLst>
            <pc:docMk/>
            <pc:sldMk cId="0" sldId="301"/>
            <ac:graphicFrameMk id="5" creationId="{00000000-0000-0000-0000-000000000000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7T00:22:11.887" v="579" actId="1076"/>
          <ac:graphicFrameMkLst>
            <pc:docMk/>
            <pc:sldMk cId="0" sldId="301"/>
            <ac:graphicFrameMk id="8" creationId="{5D2B9D5C-029F-A8AC-8353-AA75E68DAFAA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7T00:22:08.525" v="578" actId="1076"/>
          <ac:graphicFrameMkLst>
            <pc:docMk/>
            <pc:sldMk cId="0" sldId="301"/>
            <ac:graphicFrameMk id="10" creationId="{90568432-9A94-89DE-2E2E-6936CAD09BBC}"/>
          </ac:graphicFrameMkLst>
        </pc:graphicFrameChg>
        <pc:cxnChg chg="mod">
          <ac:chgData name="Diana Shareny Martinez Rodriguez" userId="f2c49ec6-6c11-4dae-a3ef-cb4909170a65" providerId="ADAL" clId="{AABB945E-44BA-4143-81BB-F4C01DB1B502}" dt="2026-06-27T00:22:27.554" v="584" actId="1076"/>
          <ac:cxnSpMkLst>
            <pc:docMk/>
            <pc:sldMk cId="0" sldId="301"/>
            <ac:cxnSpMk id="4" creationId="{00000000-0000-0000-0000-000000000000}"/>
          </ac:cxnSpMkLst>
        </pc:cxnChg>
      </pc:sldChg>
      <pc:sldChg chg="modSp mod">
        <pc:chgData name="Diana Shareny Martinez Rodriguez" userId="f2c49ec6-6c11-4dae-a3ef-cb4909170a65" providerId="ADAL" clId="{AABB945E-44BA-4143-81BB-F4C01DB1B502}" dt="2026-06-27T00:07:22.087" v="476" actId="20577"/>
        <pc:sldMkLst>
          <pc:docMk/>
          <pc:sldMk cId="0" sldId="302"/>
        </pc:sldMkLst>
        <pc:spChg chg="mod">
          <ac:chgData name="Diana Shareny Martinez Rodriguez" userId="f2c49ec6-6c11-4dae-a3ef-cb4909170a65" providerId="ADAL" clId="{AABB945E-44BA-4143-81BB-F4C01DB1B502}" dt="2026-06-27T00:07:22.087" v="476" actId="20577"/>
          <ac:spMkLst>
            <pc:docMk/>
            <pc:sldMk cId="0" sldId="302"/>
            <ac:spMk id="5" creationId="{00000000-0000-0000-0000-000000000000}"/>
          </ac:spMkLst>
        </pc:spChg>
      </pc:sldChg>
      <pc:sldChg chg="modSp mod">
        <pc:chgData name="Diana Shareny Martinez Rodriguez" userId="f2c49ec6-6c11-4dae-a3ef-cb4909170a65" providerId="ADAL" clId="{AABB945E-44BA-4143-81BB-F4C01DB1B502}" dt="2026-06-27T00:07:29.706" v="479" actId="20577"/>
        <pc:sldMkLst>
          <pc:docMk/>
          <pc:sldMk cId="0" sldId="303"/>
        </pc:sldMkLst>
        <pc:spChg chg="mod">
          <ac:chgData name="Diana Shareny Martinez Rodriguez" userId="f2c49ec6-6c11-4dae-a3ef-cb4909170a65" providerId="ADAL" clId="{AABB945E-44BA-4143-81BB-F4C01DB1B502}" dt="2026-06-27T00:07:29.706" v="479" actId="20577"/>
          <ac:spMkLst>
            <pc:docMk/>
            <pc:sldMk cId="0" sldId="303"/>
            <ac:spMk id="5" creationId="{00000000-0000-0000-0000-000000000000}"/>
          </ac:spMkLst>
        </pc:spChg>
      </pc:sldChg>
      <pc:sldChg chg="modSp add">
        <pc:chgData name="Diana Shareny Martinez Rodriguez" userId="f2c49ec6-6c11-4dae-a3ef-cb4909170a65" providerId="ADAL" clId="{AABB945E-44BA-4143-81BB-F4C01DB1B502}" dt="2026-07-02T21:11:26.164" v="632"/>
        <pc:sldMkLst>
          <pc:docMk/>
          <pc:sldMk cId="0" sldId="305"/>
        </pc:sldMkLst>
        <pc:graphicFrameChg chg="mod">
          <ac:chgData name="Diana Shareny Martinez Rodriguez" userId="f2c49ec6-6c11-4dae-a3ef-cb4909170a65" providerId="ADAL" clId="{AABB945E-44BA-4143-81BB-F4C01DB1B502}" dt="2026-07-02T21:11:26.164" v="632"/>
          <ac:graphicFrameMkLst>
            <pc:docMk/>
            <pc:sldMk cId="0" sldId="305"/>
            <ac:graphicFrameMk id="5" creationId="{0CDF6AA5-B3D8-DB05-0075-3511CF8288F8}"/>
          </ac:graphicFrameMkLst>
        </pc:graphicFrameChg>
      </pc:sldChg>
    </pc:docChg>
  </pc:docChgLst>
  <pc:docChgLst>
    <pc:chgData name="Laura Patricia Galvan Chavez" userId="S::laura.galvan@imss.gob.mx::6b13af50-ce8b-483e-8fc4-f994efaf3289" providerId="AD" clId="Web-{210AEBD4-667D-2D05-F3E6-1A6C27149FD1}"/>
    <pc:docChg chg="modSld">
      <pc:chgData name="Laura Patricia Galvan Chavez" userId="S::laura.galvan@imss.gob.mx::6b13af50-ce8b-483e-8fc4-f994efaf3289" providerId="AD" clId="Web-{210AEBD4-667D-2D05-F3E6-1A6C27149FD1}" dt="2026-06-23T23:17:08.402" v="36" actId="20577"/>
      <pc:docMkLst>
        <pc:docMk/>
      </pc:docMkLst>
      <pc:sldChg chg="modSp">
        <pc:chgData name="Laura Patricia Galvan Chavez" userId="S::laura.galvan@imss.gob.mx::6b13af50-ce8b-483e-8fc4-f994efaf3289" providerId="AD" clId="Web-{210AEBD4-667D-2D05-F3E6-1A6C27149FD1}" dt="2026-06-23T23:17:08.402" v="36" actId="20577"/>
        <pc:sldMkLst>
          <pc:docMk/>
          <pc:sldMk cId="364733940" sldId="284"/>
        </pc:sldMkLst>
        <pc:spChg chg="mod">
          <ac:chgData name="Laura Patricia Galvan Chavez" userId="S::laura.galvan@imss.gob.mx::6b13af50-ce8b-483e-8fc4-f994efaf3289" providerId="AD" clId="Web-{210AEBD4-667D-2D05-F3E6-1A6C27149FD1}" dt="2026-06-23T23:17:08.402" v="36" actId="20577"/>
          <ac:spMkLst>
            <pc:docMk/>
            <pc:sldMk cId="364733940" sldId="284"/>
            <ac:spMk id="3" creationId="{ABCC6279-D2EB-1F1F-D811-3FFF80887FF1}"/>
          </ac:spMkLst>
        </pc:spChg>
        <pc:spChg chg="mod">
          <ac:chgData name="Laura Patricia Galvan Chavez" userId="S::laura.galvan@imss.gob.mx::6b13af50-ce8b-483e-8fc4-f994efaf3289" providerId="AD" clId="Web-{210AEBD4-667D-2D05-F3E6-1A6C27149FD1}" dt="2026-06-23T23:16:40.136" v="26" actId="20577"/>
          <ac:spMkLst>
            <pc:docMk/>
            <pc:sldMk cId="364733940" sldId="284"/>
            <ac:spMk id="6" creationId="{4578A0AA-9DC1-3453-263A-76BE5A8BE282}"/>
          </ac:spMkLst>
        </pc:spChg>
        <pc:picChg chg="mod">
          <ac:chgData name="Laura Patricia Galvan Chavez" userId="S::laura.galvan@imss.gob.mx::6b13af50-ce8b-483e-8fc4-f994efaf3289" providerId="AD" clId="Web-{210AEBD4-667D-2D05-F3E6-1A6C27149FD1}" dt="2026-06-23T23:16:49.761" v="28" actId="1076"/>
          <ac:picMkLst>
            <pc:docMk/>
            <pc:sldMk cId="364733940" sldId="284"/>
            <ac:picMk id="4" creationId="{488C755F-8E2D-8CE1-6C1B-6DBB55EE2CD3}"/>
          </ac:picMkLst>
        </pc:picChg>
      </pc:sldChg>
      <pc:sldChg chg="delSp modSp">
        <pc:chgData name="Laura Patricia Galvan Chavez" userId="S::laura.galvan@imss.gob.mx::6b13af50-ce8b-483e-8fc4-f994efaf3289" providerId="AD" clId="Web-{210AEBD4-667D-2D05-F3E6-1A6C27149FD1}" dt="2026-06-23T23:15:55.839" v="11" actId="1076"/>
        <pc:sldMkLst>
          <pc:docMk/>
          <pc:sldMk cId="3240565764" sldId="297"/>
        </pc:sldMkLst>
        <pc:spChg chg="mod">
          <ac:chgData name="Laura Patricia Galvan Chavez" userId="S::laura.galvan@imss.gob.mx::6b13af50-ce8b-483e-8fc4-f994efaf3289" providerId="AD" clId="Web-{210AEBD4-667D-2D05-F3E6-1A6C27149FD1}" dt="2026-06-23T23:15:55.792" v="4" actId="1076"/>
          <ac:spMkLst>
            <pc:docMk/>
            <pc:sldMk cId="3240565764" sldId="297"/>
            <ac:spMk id="3" creationId="{21AE8FA6-CA77-F761-93C9-BF2570CBBE30}"/>
          </ac:spMkLst>
        </pc:spChg>
        <pc:spChg chg="mod">
          <ac:chgData name="Laura Patricia Galvan Chavez" userId="S::laura.galvan@imss.gob.mx::6b13af50-ce8b-483e-8fc4-f994efaf3289" providerId="AD" clId="Web-{210AEBD4-667D-2D05-F3E6-1A6C27149FD1}" dt="2026-06-23T23:15:55.808" v="6" actId="1076"/>
          <ac:spMkLst>
            <pc:docMk/>
            <pc:sldMk cId="3240565764" sldId="297"/>
            <ac:spMk id="7" creationId="{FD4175D4-66CF-7FBC-B843-C149C5339DF1}"/>
          </ac:spMkLst>
        </pc:spChg>
        <pc:spChg chg="mod">
          <ac:chgData name="Laura Patricia Galvan Chavez" userId="S::laura.galvan@imss.gob.mx::6b13af50-ce8b-483e-8fc4-f994efaf3289" providerId="AD" clId="Web-{210AEBD4-667D-2D05-F3E6-1A6C27149FD1}" dt="2026-06-23T23:15:55.823" v="8" actId="1076"/>
          <ac:spMkLst>
            <pc:docMk/>
            <pc:sldMk cId="3240565764" sldId="297"/>
            <ac:spMk id="9" creationId="{50F1217E-09B0-81A3-6E99-CB1DE729ADDF}"/>
          </ac:spMkLst>
        </pc:spChg>
        <pc:spChg chg="mod">
          <ac:chgData name="Laura Patricia Galvan Chavez" userId="S::laura.galvan@imss.gob.mx::6b13af50-ce8b-483e-8fc4-f994efaf3289" providerId="AD" clId="Web-{210AEBD4-667D-2D05-F3E6-1A6C27149FD1}" dt="2026-06-23T23:15:55.823" v="9" actId="1076"/>
          <ac:spMkLst>
            <pc:docMk/>
            <pc:sldMk cId="3240565764" sldId="297"/>
            <ac:spMk id="10" creationId="{991C7EE4-1170-AC4C-597D-3383D8E8A8F9}"/>
          </ac:spMkLst>
        </pc:spChg>
        <pc:spChg chg="mod">
          <ac:chgData name="Laura Patricia Galvan Chavez" userId="S::laura.galvan@imss.gob.mx::6b13af50-ce8b-483e-8fc4-f994efaf3289" providerId="AD" clId="Web-{210AEBD4-667D-2D05-F3E6-1A6C27149FD1}" dt="2026-06-23T23:15:55.839" v="11" actId="1076"/>
          <ac:spMkLst>
            <pc:docMk/>
            <pc:sldMk cId="3240565764" sldId="297"/>
            <ac:spMk id="12" creationId="{CA535D92-E281-11D7-D7CB-F8BAB9F176B8}"/>
          </ac:spMkLst>
        </pc:spChg>
        <pc:picChg chg="mod">
          <ac:chgData name="Laura Patricia Galvan Chavez" userId="S::laura.galvan@imss.gob.mx::6b13af50-ce8b-483e-8fc4-f994efaf3289" providerId="AD" clId="Web-{210AEBD4-667D-2D05-F3E6-1A6C27149FD1}" dt="2026-06-23T23:15:55.792" v="5" actId="1076"/>
          <ac:picMkLst>
            <pc:docMk/>
            <pc:sldMk cId="3240565764" sldId="297"/>
            <ac:picMk id="4" creationId="{AE9FD96F-084C-5DEE-6966-05F8D1633A42}"/>
          </ac:picMkLst>
        </pc:picChg>
        <pc:picChg chg="mod">
          <ac:chgData name="Laura Patricia Galvan Chavez" userId="S::laura.galvan@imss.gob.mx::6b13af50-ce8b-483e-8fc4-f994efaf3289" providerId="AD" clId="Web-{210AEBD4-667D-2D05-F3E6-1A6C27149FD1}" dt="2026-06-23T23:15:55.808" v="7" actId="1076"/>
          <ac:picMkLst>
            <pc:docMk/>
            <pc:sldMk cId="3240565764" sldId="297"/>
            <ac:picMk id="8" creationId="{170CBE01-E044-2F44-556A-69D0B561DC01}"/>
          </ac:picMkLst>
        </pc:picChg>
        <pc:picChg chg="mod">
          <ac:chgData name="Laura Patricia Galvan Chavez" userId="S::laura.galvan@imss.gob.mx::6b13af50-ce8b-483e-8fc4-f994efaf3289" providerId="AD" clId="Web-{210AEBD4-667D-2D05-F3E6-1A6C27149FD1}" dt="2026-06-23T23:15:55.839" v="10" actId="1076"/>
          <ac:picMkLst>
            <pc:docMk/>
            <pc:sldMk cId="3240565764" sldId="297"/>
            <ac:picMk id="11" creationId="{F7B31A16-FD1A-331A-6F76-259EB810FD76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modSld">
      <pc:chgData name="Laura Patricia Galvan Chavez" userId="6b13af50-ce8b-483e-8fc4-f994efaf3289" providerId="ADAL" clId="{655D084B-7DF1-4C24-9447-417D7DC498B8}" dt="2026-07-02T23:28:49.414" v="28" actId="1076"/>
      <pc:docMkLst>
        <pc:docMk/>
      </pc:docMkLst>
      <pc:sldChg chg="modSp mod">
        <pc:chgData name="Laura Patricia Galvan Chavez" userId="6b13af50-ce8b-483e-8fc4-f994efaf3289" providerId="ADAL" clId="{655D084B-7DF1-4C24-9447-417D7DC498B8}" dt="2026-06-29T19:15:07.081" v="12" actId="14100"/>
        <pc:sldMkLst>
          <pc:docMk/>
          <pc:sldMk cId="0" sldId="263"/>
        </pc:sldMkLst>
        <pc:spChg chg="mod">
          <ac:chgData name="Laura Patricia Galvan Chavez" userId="6b13af50-ce8b-483e-8fc4-f994efaf3289" providerId="ADAL" clId="{655D084B-7DF1-4C24-9447-417D7DC498B8}" dt="2026-06-29T19:15:02.964" v="11" actId="1076"/>
          <ac:spMkLst>
            <pc:docMk/>
            <pc:sldMk cId="0" sldId="263"/>
            <ac:spMk id="278" creationId="{C10F4116-C85F-4B4D-7D47-5F7E20F63F26}"/>
          </ac:spMkLst>
        </pc:spChg>
        <pc:spChg chg="mod">
          <ac:chgData name="Laura Patricia Galvan Chavez" userId="6b13af50-ce8b-483e-8fc4-f994efaf3289" providerId="ADAL" clId="{655D084B-7DF1-4C24-9447-417D7DC498B8}" dt="2026-06-29T19:15:02.964" v="11" actId="1076"/>
          <ac:spMkLst>
            <pc:docMk/>
            <pc:sldMk cId="0" sldId="263"/>
            <ac:spMk id="279" creationId="{F7B75E48-C3EE-BB8B-3397-6F9204C9BEAD}"/>
          </ac:spMkLst>
        </pc:spChg>
        <pc:spChg chg="mod">
          <ac:chgData name="Laura Patricia Galvan Chavez" userId="6b13af50-ce8b-483e-8fc4-f994efaf3289" providerId="ADAL" clId="{655D084B-7DF1-4C24-9447-417D7DC498B8}" dt="2026-06-29T19:15:02.964" v="11" actId="1076"/>
          <ac:spMkLst>
            <pc:docMk/>
            <pc:sldMk cId="0" sldId="263"/>
            <ac:spMk id="286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15:02.964" v="11" actId="1076"/>
          <ac:spMkLst>
            <pc:docMk/>
            <pc:sldMk cId="0" sldId="263"/>
            <ac:spMk id="289" creationId="{00000000-0000-0000-0000-000000000000}"/>
          </ac:spMkLst>
        </pc:spChg>
        <pc:graphicFrameChg chg="mod modGraphic">
          <ac:chgData name="Laura Patricia Galvan Chavez" userId="6b13af50-ce8b-483e-8fc4-f994efaf3289" providerId="ADAL" clId="{655D084B-7DF1-4C24-9447-417D7DC498B8}" dt="2026-06-29T19:15:07.081" v="12" actId="14100"/>
          <ac:graphicFrameMkLst>
            <pc:docMk/>
            <pc:sldMk cId="0" sldId="263"/>
            <ac:graphicFrameMk id="287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9T19:15:02.964" v="11" actId="1076"/>
          <ac:graphicFrameMkLst>
            <pc:docMk/>
            <pc:sldMk cId="0" sldId="263"/>
            <ac:graphicFrameMk id="288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16:50.853" v="26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9:16:50.853" v="26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15:36.431" v="16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19:15:36.431" v="16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2T23:28:49.414" v="28" actId="1076"/>
        <pc:sldMkLst>
          <pc:docMk/>
          <pc:sldMk cId="329960283" sldId="298"/>
        </pc:sldMkLst>
        <pc:graphicFrameChg chg="mod">
          <ac:chgData name="Laura Patricia Galvan Chavez" userId="6b13af50-ce8b-483e-8fc4-f994efaf3289" providerId="ADAL" clId="{655D084B-7DF1-4C24-9447-417D7DC498B8}" dt="2026-07-02T23:28:44.892" v="27" actId="1076"/>
          <ac:graphicFrameMkLst>
            <pc:docMk/>
            <pc:sldMk cId="329960283" sldId="298"/>
            <ac:graphicFrameMk id="13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7-02T23:28:49.414" v="28" actId="1076"/>
          <ac:graphicFrameMkLst>
            <pc:docMk/>
            <pc:sldMk cId="329960283" sldId="298"/>
            <ac:graphicFrameMk id="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14:19.751" v="10" actId="20577"/>
        <pc:sldMkLst>
          <pc:docMk/>
          <pc:sldMk cId="0" sldId="305"/>
        </pc:sldMkLst>
        <pc:spChg chg="mod">
          <ac:chgData name="Laura Patricia Galvan Chavez" userId="6b13af50-ce8b-483e-8fc4-f994efaf3289" providerId="ADAL" clId="{655D084B-7DF1-4C24-9447-417D7DC498B8}" dt="2026-06-29T19:13:46.395" v="3" actId="20577"/>
          <ac:spMkLst>
            <pc:docMk/>
            <pc:sldMk cId="0" sldId="305"/>
            <ac:spMk id="69" creationId="{00000000-0000-0000-0000-000000000000}"/>
          </ac:spMkLst>
        </pc:spChg>
        <pc:graphicFrameChg chg="modGraphic">
          <ac:chgData name="Laura Patricia Galvan Chavez" userId="6b13af50-ce8b-483e-8fc4-f994efaf3289" providerId="ADAL" clId="{655D084B-7DF1-4C24-9447-417D7DC498B8}" dt="2026-06-29T19:14:19.751" v="10" actId="20577"/>
          <ac:graphicFrameMkLst>
            <pc:docMk/>
            <pc:sldMk cId="0" sldId="305"/>
            <ac:graphicFrameMk id="5" creationId="{0CDF6AA5-B3D8-DB05-0075-3511CF8288F8}"/>
          </ac:graphicFrameMkLst>
        </pc:graphicFrame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7:31.711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7:31.711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7:31.711" v="2" actId="22"/>
          <ac:spMkLst>
            <pc:docMk/>
            <pc:sldMk cId="748044913" sldId="287"/>
            <ac:spMk id="10" creationId="{C2322035-530C-3574-CC77-84A0F2B7B605}"/>
          </ac:spMkLst>
        </pc:spChg>
        <pc:spChg chg="add">
          <ac:chgData name="Rohan Myron Oprisko" userId="a7c52ab4-f8b1-4d15-aaf6-6388cc510347" providerId="ADAL" clId="{97C26823-81C0-4343-94EC-E87AB1317939}" dt="2026-06-24T15:57:31.711" v="2" actId="22"/>
          <ac:spMkLst>
            <pc:docMk/>
            <pc:sldMk cId="748044913" sldId="287"/>
            <ac:spMk id="12" creationId="{40831F6E-9F26-B790-19DC-5B79258B856E}"/>
          </ac:spMkLst>
        </pc:spChg>
      </pc:sldChg>
    </pc:docChg>
  </pc:docChgLst>
  <pc:docChgLst>
    <pc:chgData name="Laura Patricia Galvan Chavez" userId="S::laura.galvan@imss.gob.mx::6b13af50-ce8b-483e-8fc4-f994efaf3289" providerId="AD" clId="Web-{7655F35D-EBC5-C358-A57C-CB7C45B0B959}"/>
    <pc:docChg chg="modSld">
      <pc:chgData name="Laura Patricia Galvan Chavez" userId="S::laura.galvan@imss.gob.mx::6b13af50-ce8b-483e-8fc4-f994efaf3289" providerId="AD" clId="Web-{7655F35D-EBC5-C358-A57C-CB7C45B0B959}" dt="2026-06-23T20:30:21.862" v="21" actId="20577"/>
      <pc:docMkLst>
        <pc:docMk/>
      </pc:docMkLst>
      <pc:sldChg chg="modSp">
        <pc:chgData name="Laura Patricia Galvan Chavez" userId="S::laura.galvan@imss.gob.mx::6b13af50-ce8b-483e-8fc4-f994efaf3289" providerId="AD" clId="Web-{7655F35D-EBC5-C358-A57C-CB7C45B0B959}" dt="2026-06-23T20:30:21.862" v="21" actId="20577"/>
        <pc:sldMkLst>
          <pc:docMk/>
          <pc:sldMk cId="0" sldId="260"/>
        </pc:sldMkLst>
        <pc:spChg chg="mod">
          <ac:chgData name="Laura Patricia Galvan Chavez" userId="S::laura.galvan@imss.gob.mx::6b13af50-ce8b-483e-8fc4-f994efaf3289" providerId="AD" clId="Web-{7655F35D-EBC5-C358-A57C-CB7C45B0B959}" dt="2026-06-23T20:30:21.862" v="21" actId="20577"/>
          <ac:spMkLst>
            <pc:docMk/>
            <pc:sldMk cId="0" sldId="260"/>
            <ac:spMk id="9" creationId="{FBAF5346-D648-B9AE-B0F1-458A103E5D7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634A-4730-AB00-7C6DFD444AC6}"/>
              </c:ext>
            </c:extLst>
          </c:dPt>
          <c:dPt>
            <c:idx val="1"/>
            <c:bubble3D val="0"/>
            <c:spPr>
              <a:solidFill>
                <a:schemeClr val="tx2">
                  <a:lumMod val="9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634A-4730-AB00-7C6DFD444AC6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634A-4730-AB00-7C6DFD444AC6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634A-4730-AB00-7C6DFD444AC6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634A-4730-AB00-7C6DFD444AC6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1391830</c:v>
                </c:pt>
                <c:pt idx="1">
                  <c:v>611344</c:v>
                </c:pt>
                <c:pt idx="2">
                  <c:v>339985</c:v>
                </c:pt>
                <c:pt idx="3">
                  <c:v>651390</c:v>
                </c:pt>
                <c:pt idx="4">
                  <c:v>8102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34A-4730-AB00-7C6DFD444A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10E-403D-9ABC-F265CCC10A18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10E-403D-9ABC-F265CCC10A18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39.835420188726268</c:v>
                </c:pt>
                <c:pt idx="1">
                  <c:v>60.164579811273732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10E-403D-9ABC-F265CCC10A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854-4268-8044-52B8AE15BE1F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854-4268-8044-52B8AE15BE1F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12.228823760899999</c:v>
                </c:pt>
                <c:pt idx="1">
                  <c:v>87.771176239100001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54-4268-8044-52B8AE15B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FF1-40BE-A57E-17E1AED1C76D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FF1-40BE-A57E-17E1AED1C76D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39.690390217688488</c:v>
                </c:pt>
                <c:pt idx="1">
                  <c:v>60.309609782311512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F1-40BE-A57E-17E1AED1C7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42744795608283E-2"/>
          <c:y val="6.2017070014444259E-2"/>
          <c:w val="0.80829807248308883"/>
          <c:h val="0.7907238513045485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explosion val="3"/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752-46E6-A9F2-FE956F81E92B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752-46E6-A9F2-FE956F81E92B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38.032778162081627</c:v>
                </c:pt>
                <c:pt idx="1">
                  <c:v>61.967221837918373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52-46E6-A9F2-FE956F81E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0863-4937-809F-ACABA8FB0F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63</c:v>
                </c:pt>
                <c:pt idx="2">
                  <c:v>89</c:v>
                </c:pt>
                <c:pt idx="3">
                  <c:v>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863-4937-809F-ACABA8FB0FF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Servicios para Empresas, Personas y el Hogar</c:v>
                </c:pt>
                <c:pt idx="3">
                  <c:v>Servicios Sociales y Comunales</c:v>
                </c:pt>
                <c:pt idx="4">
                  <c:v>Ind Eléctrica y Captación y Suministro de Agua Potable</c:v>
                </c:pt>
                <c:pt idx="5">
                  <c:v>Transportes y Comunicaciones</c:v>
                </c:pt>
                <c:pt idx="6">
                  <c:v>Industrias Extractivas</c:v>
                </c:pt>
                <c:pt idx="7">
                  <c:v>Comercio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33525</c:v>
                </c:pt>
                <c:pt idx="1">
                  <c:v>201888</c:v>
                </c:pt>
                <c:pt idx="2">
                  <c:v>59820</c:v>
                </c:pt>
                <c:pt idx="3">
                  <c:v>53106</c:v>
                </c:pt>
                <c:pt idx="4">
                  <c:v>2495</c:v>
                </c:pt>
                <c:pt idx="5">
                  <c:v>26964</c:v>
                </c:pt>
                <c:pt idx="6">
                  <c:v>5244</c:v>
                </c:pt>
                <c:pt idx="7">
                  <c:v>78225</c:v>
                </c:pt>
                <c:pt idx="8">
                  <c:v>20749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D55-415A-A37D-66839B7B00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Servicios para Empresas, Personas y el Hogar</c:v>
                </c:pt>
                <c:pt idx="3">
                  <c:v>Servicios Sociales y Comunales</c:v>
                </c:pt>
                <c:pt idx="4">
                  <c:v>Ind Eléctrica y Captación y Suministro de Agua Potable</c:v>
                </c:pt>
                <c:pt idx="5">
                  <c:v>Transportes y Comunicaciones</c:v>
                </c:pt>
                <c:pt idx="6">
                  <c:v>Industrias Extractivas</c:v>
                </c:pt>
                <c:pt idx="7">
                  <c:v>Comercio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32876</c:v>
                </c:pt>
                <c:pt idx="1">
                  <c:v>199950</c:v>
                </c:pt>
                <c:pt idx="2">
                  <c:v>59506</c:v>
                </c:pt>
                <c:pt idx="3">
                  <c:v>53399</c:v>
                </c:pt>
                <c:pt idx="4">
                  <c:v>2513</c:v>
                </c:pt>
                <c:pt idx="5">
                  <c:v>27405</c:v>
                </c:pt>
                <c:pt idx="6">
                  <c:v>5337</c:v>
                </c:pt>
                <c:pt idx="7">
                  <c:v>80286</c:v>
                </c:pt>
                <c:pt idx="8">
                  <c:v>22789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D55-415A-A37D-66839B7B0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438994</c:v>
                </c:pt>
                <c:pt idx="1">
                  <c:v>445124</c:v>
                </c:pt>
                <c:pt idx="2">
                  <c:v>436357</c:v>
                </c:pt>
                <c:pt idx="3">
                  <c:v>445758</c:v>
                </c:pt>
                <c:pt idx="4">
                  <c:v>458088</c:v>
                </c:pt>
                <c:pt idx="5">
                  <c:v>473349</c:v>
                </c:pt>
                <c:pt idx="6">
                  <c:v>485353</c:v>
                </c:pt>
                <c:pt idx="7">
                  <c:v>482016</c:v>
                </c:pt>
                <c:pt idx="8">
                  <c:v>484061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E43-440F-9491-91F30BC616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chart" Target="../charts/chart1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lanoinformativo.com/898713/celebra-imss-80-anos-de-servicio-a-los-mexicanos-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chart" Target="../charts/chart6.xml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San Luis Potosí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dirty="0" err="1"/>
              <a:t>Ficha</a:t>
            </a:r>
            <a:r>
              <a:rPr dirty="0"/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rPr dirty="0"/>
              <a:t>Ju</a:t>
            </a:r>
            <a:r>
              <a:rPr lang="es-MX" dirty="0"/>
              <a:t>l</a:t>
            </a:r>
            <a:r>
              <a:rPr dirty="0"/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0" y="566124"/>
            <a:ext cx="7772400" cy="199419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295638" y="795407"/>
            <a:ext cx="4198800" cy="15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Dr</a:t>
            </a:r>
            <a:r>
              <a:rPr lang="es" sz="12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a. Angélica Cristina Rodríguez Nester</a:t>
            </a:r>
          </a:p>
          <a:p>
            <a:pPr marR="0" lvl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Médico Cirujano</a:t>
            </a:r>
          </a:p>
          <a:p>
            <a:pPr marR="0" lvl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Especialidad en </a:t>
            </a:r>
            <a:r>
              <a:rPr lang="es-MX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Urgencias Médico- Quirúrgicas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</a:t>
            </a:r>
            <a:r>
              <a:rPr lang="es" sz="12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r>
              <a:rPr lang="es" sz="12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 de diciembre de 2024</a:t>
            </a:r>
            <a:endParaRPr sz="1200" b="1" i="0" u="none" strike="noStrike" cap="none" dirty="0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0" y="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-MX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SAN LUIS POTOSÍ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Google Shape;67;p15">
            <a:extLst>
              <a:ext uri="{FF2B5EF4-FFF2-40B4-BE49-F238E27FC236}">
                <a16:creationId xmlns:a16="http://schemas.microsoft.com/office/drawing/2014/main" id="{1938C526-4E11-CD20-A515-120509352B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325" t="56416" r="87282" b="1"/>
          <a:stretch>
            <a:fillRect/>
          </a:stretch>
        </p:blipFill>
        <p:spPr>
          <a:xfrm>
            <a:off x="5544919" y="3791229"/>
            <a:ext cx="776767" cy="4592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7;p15">
            <a:extLst>
              <a:ext uri="{FF2B5EF4-FFF2-40B4-BE49-F238E27FC236}">
                <a16:creationId xmlns:a16="http://schemas.microsoft.com/office/drawing/2014/main" id="{7DAE991C-0BD3-F63D-9B25-57CADD587D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301" r="72553" b="56143"/>
          <a:stretch>
            <a:fillRect/>
          </a:stretch>
        </p:blipFill>
        <p:spPr>
          <a:xfrm>
            <a:off x="483326" y="795407"/>
            <a:ext cx="1672442" cy="16807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Google Shape;68;p15">
            <a:extLst>
              <a:ext uri="{FF2B5EF4-FFF2-40B4-BE49-F238E27FC236}">
                <a16:creationId xmlns:a16="http://schemas.microsoft.com/office/drawing/2014/main" id="{0CDF6AA5-B3D8-DB05-0075-3511CF8288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8141345"/>
              </p:ext>
            </p:extLst>
          </p:nvPr>
        </p:nvGraphicFramePr>
        <p:xfrm>
          <a:off x="483326" y="3017521"/>
          <a:ext cx="5016137" cy="5859194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825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2848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Prestaciones Médicas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b="1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Encargado: </a:t>
                      </a:r>
                      <a:r>
                        <a:rPr lang="es" sz="1000" b="1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Dr. Juan Pablo García Ugalde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Médico </a:t>
                      </a:r>
                      <a:r>
                        <a:rPr lang="es-MX" sz="1000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Urgenciólogo</a:t>
                      </a:r>
                      <a:endParaRPr sz="1000" dirty="0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01 de junio de 2026</a:t>
                      </a:r>
                      <a:endParaRPr sz="1000" dirty="0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6724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Salud en el Trabajo, Prestaciones Económicas y Sociales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1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Encargado: Lic. Juan Roberto Hernández Nava</a:t>
                      </a:r>
                      <a:endParaRPr sz="1000" b="1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Licenciado en Derecho</a:t>
                      </a:r>
                      <a:endParaRPr sz="1000" b="0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16 de abril de 2026</a:t>
                      </a:r>
                      <a:endParaRPr sz="1000" b="0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726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Afiliación y Cobranza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1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C.P. Juan Carlos Zarazua Ortega</a:t>
                      </a:r>
                      <a:endParaRPr sz="1000" b="1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Contador Público</a:t>
                      </a:r>
                      <a:endParaRPr sz="1000" b="0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16 de marzo de 2022</a:t>
                      </a:r>
                      <a:endParaRPr sz="1000" b="0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234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Desarrollo de Personal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1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C.P. Luis Antonio Granados Hernández</a:t>
                      </a:r>
                      <a:endParaRPr sz="1000" b="1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Contador Público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01 de octubre de 2025</a:t>
                      </a:r>
                      <a:endParaRPr sz="1000" b="0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10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Finanzas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1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Mtra. Claudia Margarita Rodríguez Torres</a:t>
                      </a:r>
                      <a:endParaRPr sz="1000" b="1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Maestra en Gestión Pública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16 de febrero de 2012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85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1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Ing. Edson Daniel Román Hernández</a:t>
                      </a:r>
                      <a:endParaRPr sz="1000" b="1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Ingeniero Industrial</a:t>
                      </a:r>
                      <a:endParaRPr sz="1000" b="0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16 de marzo de 2024</a:t>
                      </a:r>
                      <a:endParaRPr sz="1000" b="0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85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0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1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Lic. Raúl Mario Beltrán Flores</a:t>
                      </a:r>
                      <a:endParaRPr sz="1000" b="1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Licenciado en Derecho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13 de octubre de 2013</a:t>
                      </a:r>
                      <a:endParaRPr sz="1000" b="0" i="0" u="none" strike="noStrike" cap="none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85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 de la Sección XVIII SLP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1" i="0" u="none" strike="noStrike" cap="none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L.E</a:t>
                      </a:r>
                      <a:r>
                        <a:rPr lang="es-MX" sz="1000" b="1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. José Antonio Balderas Hernández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Licenciado en Enfermería Clínica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" sz="10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06 de noviembre de 2025</a:t>
                      </a:r>
                      <a:endParaRPr sz="1000" b="0" i="0" u="none" strike="noStrike" cap="none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91425" marB="914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77C0A498-B203-3C24-D491-C084035683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965" t="25615" r="52249" b="60698"/>
          <a:stretch>
            <a:fillRect/>
          </a:stretch>
        </p:blipFill>
        <p:spPr>
          <a:xfrm>
            <a:off x="5544919" y="8229600"/>
            <a:ext cx="776767" cy="647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Imagen 4">
            <a:extLst>
              <a:ext uri="{FF2B5EF4-FFF2-40B4-BE49-F238E27FC236}">
                <a16:creationId xmlns:a16="http://schemas.microsoft.com/office/drawing/2014/main" id="{A07EBE19-8AA7-ACDC-9C2A-F831E4E5E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247" y="2949471"/>
            <a:ext cx="776767" cy="828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67%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31121" y="4716406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dirty="0"/>
              <a:t>Fuente: </a:t>
            </a:r>
            <a:r>
              <a:rPr dirty="0" err="1"/>
              <a:t>CONAPO</a:t>
            </a:r>
            <a:r>
              <a:rPr dirty="0"/>
              <a:t>, </a:t>
            </a:r>
            <a:r>
              <a:rPr dirty="0" err="1"/>
              <a:t>proyección</a:t>
            </a:r>
            <a:r>
              <a:rPr dirty="0"/>
              <a:t> a </a:t>
            </a:r>
            <a:r>
              <a:rPr dirty="0" err="1"/>
              <a:t>enero</a:t>
            </a:r>
            <a:r>
              <a:rPr dirty="0"/>
              <a:t>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707470"/>
              </p:ext>
            </p:extLst>
          </p:nvPr>
        </p:nvGraphicFramePr>
        <p:xfrm>
          <a:off x="2268000" y="1438728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5558914" y="1599563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1,391,830</a:t>
            </a:r>
            <a:br>
              <a:rPr dirty="0"/>
            </a:br>
            <a:r>
              <a:rPr dirty="0"/>
              <a:t>46%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49" y="1617563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4944494" y="1759974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285166" y="4007207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611,344</a:t>
            </a:r>
            <a:br>
              <a:rPr dirty="0"/>
            </a:br>
            <a:r>
              <a:rPr dirty="0"/>
              <a:t>20%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7797" y="4027226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2628530" y="4153128"/>
            <a:ext cx="122400" cy="122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97879" y="3407234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339,985</a:t>
            </a:r>
            <a:br>
              <a:rPr dirty="0"/>
            </a:br>
            <a:r>
              <a:rPr dirty="0"/>
              <a:t>11%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629" y="298439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133847" y="315719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187309" y="209641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651,390</a:t>
            </a:r>
            <a:br>
              <a:rPr dirty="0"/>
            </a:br>
            <a:r>
              <a:rPr dirty="0"/>
              <a:t>22%</a:t>
            </a:r>
          </a:p>
        </p:txBody>
      </p:sp>
      <p:pic>
        <p:nvPicPr>
          <p:cNvPr id="128" name="Picture 127" descr="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5200" y="1732548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491200" y="1917101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218606" y="97612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 err="1"/>
              <a:t>Otros</a:t>
            </a:r>
            <a:br>
              <a:rPr dirty="0"/>
            </a:br>
            <a:r>
              <a:rPr dirty="0"/>
              <a:t>8,102</a:t>
            </a:r>
            <a:br>
              <a:rPr dirty="0"/>
            </a:br>
            <a:r>
              <a:rPr dirty="0"/>
              <a:t>0.27%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7212" y="1127328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3825000" y="1222728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88000" y="2619528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3,002,651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420856"/>
              </p:ext>
            </p:extLst>
          </p:nvPr>
        </p:nvGraphicFramePr>
        <p:xfrm>
          <a:off x="275087" y="5235501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Categoría</a:t>
                      </a:r>
                      <a:endParaRPr dirty="0"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1,261,206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1,391,830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690,349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824,162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439,816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484,061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148,300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171,476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13,232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570,857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567,668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-1%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196,946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209,652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256,367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80,890</a:t>
                      </a: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101,649</a:t>
                      </a: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26%</a:t>
                      </a: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719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709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5,049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7,318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038216"/>
              </p:ext>
            </p:extLst>
          </p:nvPr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</a:t>
                      </a:r>
                      <a:r>
                        <a:rPr lang="es-MX" sz="1000" dirty="0">
                          <a:latin typeface="Montserrat"/>
                        </a:rPr>
                        <a:t>1</a:t>
                      </a:r>
                      <a:r>
                        <a:rPr lang="es-MX" sz="1000" baseline="30000" dirty="0">
                          <a:latin typeface="Montserrat"/>
                        </a:rPr>
                        <a:t>1</a:t>
                      </a:r>
                      <a:endParaRPr sz="700" baseline="30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15</a:t>
                      </a:r>
                      <a:r>
                        <a:rPr lang="es-MX" sz="1000" dirty="0">
                          <a:latin typeface="Montserrat"/>
                        </a:rPr>
                        <a:t>2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2</a:t>
                      </a:r>
                      <a:r>
                        <a:rPr lang="es-MX" sz="1000" dirty="0">
                          <a:latin typeface="Montserrat"/>
                        </a:rPr>
                        <a:t>0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786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341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1</a:t>
                      </a:r>
                      <a:r>
                        <a:rPr lang="es-MX" sz="1000" dirty="0">
                          <a:latin typeface="Montserrat"/>
                        </a:rPr>
                        <a:t>79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36</a:t>
                      </a:r>
                      <a:r>
                        <a:rPr lang="es-MX" sz="1000" dirty="0">
                          <a:latin typeface="Montserrat"/>
                        </a:rPr>
                        <a:t>1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493110"/>
              </p:ext>
            </p:extLst>
          </p:nvPr>
        </p:nvGraphicFramePr>
        <p:xfrm>
          <a:off x="4536000" y="6854400"/>
          <a:ext cx="30960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Unidades</a:t>
                      </a:r>
                      <a:endParaRPr dirty="0"/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208</a:t>
                      </a:r>
                      <a:r>
                        <a:rPr lang="es-MX" baseline="30000" dirty="0"/>
                        <a:t>2</a:t>
                      </a:r>
                      <a:endParaRPr baseline="30000" dirty="0"/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199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29 UMF, 2 UMFH y no incluye 6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6E7A68-C755-61FA-ED84-B9AECC6DB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00" y="1631217"/>
            <a:ext cx="5462027" cy="50109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228;g3d0b4d3c5c9_0_66">
            <a:extLst>
              <a:ext uri="{FF2B5EF4-FFF2-40B4-BE49-F238E27FC236}">
                <a16:creationId xmlns:a16="http://schemas.microsoft.com/office/drawing/2014/main" id="{240F9A41-0B01-22EC-C6AE-5A39EE7CD9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7586784"/>
              </p:ext>
            </p:extLst>
          </p:nvPr>
        </p:nvGraphicFramePr>
        <p:xfrm>
          <a:off x="2929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 2, San Luis Potosí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229;g3d0b4d3c5c9_0_66">
            <a:extLst>
              <a:ext uri="{FF2B5EF4-FFF2-40B4-BE49-F238E27FC236}">
                <a16:creationId xmlns:a16="http://schemas.microsoft.com/office/drawing/2014/main" id="{4FC89116-CB3D-3A2D-5444-DE9B7AE9B3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9140"/>
          <a:stretch/>
        </p:blipFill>
        <p:spPr>
          <a:xfrm>
            <a:off x="302018" y="3613806"/>
            <a:ext cx="2367860" cy="188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0;g3d0b4d3c5c9_0_66">
            <a:extLst>
              <a:ext uri="{FF2B5EF4-FFF2-40B4-BE49-F238E27FC236}">
                <a16:creationId xmlns:a16="http://schemas.microsoft.com/office/drawing/2014/main" id="{8E9F1FC3-9D5F-70AB-F252-F7739990D20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034" y="1940041"/>
            <a:ext cx="2500592" cy="151108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BAF5346-D648-B9AE-B0F1-458A103E5D71}"/>
              </a:ext>
            </a:extLst>
          </p:cNvPr>
          <p:cNvSpPr txBox="1"/>
          <p:nvPr/>
        </p:nvSpPr>
        <p:spPr>
          <a:xfrm>
            <a:off x="2875938" y="2345150"/>
            <a:ext cx="4771420" cy="27443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la entidad en 1958. En ese año inició actividades con una clínica general ubicada en la esquina de Morelos e Insurgentes, en el Centro Histórico, y un sanatorio en la avenida Venustiano Carranza. Las consultas se otorgaban principalmente de manera ambulatoria, en medicina general y atención básica.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6"/>
              </a:rPr>
              <a:t> </a:t>
            </a:r>
            <a:endParaRPr lang="es-ES" sz="11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/>
              </a:rPr>
              <a:t>El primer hospital formal del IMSS en San Luis Potosí fue el Hospital General de Zona (HGZ) No. 2, </a:t>
            </a:r>
            <a:r>
              <a:rPr lang="es-ES" sz="1100">
                <a:latin typeface="Montserrat"/>
              </a:rPr>
              <a:t>inicio</a:t>
            </a:r>
            <a:r>
              <a:rPr lang="es-ES" sz="1100" dirty="0">
                <a:latin typeface="Montserrat"/>
              </a:rPr>
              <a:t> 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/>
              </a:rPr>
              <a:t>operaciones </a:t>
            </a:r>
            <a:r>
              <a:rPr lang="es-ES" sz="1100" dirty="0">
                <a:latin typeface="Montserrat"/>
              </a:rPr>
              <a:t> en 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/>
              </a:rPr>
              <a:t> 1960.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sus primeros años de operación, el HGZ No. 2 contó con capacidad instalada propia de un hospital general de la época y comenzó brindando servicios de hospitalización general, urgencias, cirugía básica, gineco‑obstetricia, pediatría, medicina interna y auxiliares de diagnóstico.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24_S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521909"/>
              </p:ext>
            </p:extLst>
          </p:nvPr>
        </p:nvGraphicFramePr>
        <p:xfrm>
          <a:off x="75600" y="6476399"/>
          <a:ext cx="7650000" cy="21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2002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  <a:r>
                        <a:rPr lang="es-MX" dirty="0"/>
                        <a:t>9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¹Incluye</a:t>
            </a:r>
            <a:r>
              <a:rPr dirty="0"/>
              <a:t> salas de </a:t>
            </a:r>
            <a:r>
              <a:rPr dirty="0" err="1"/>
              <a:t>quirófano</a:t>
            </a:r>
            <a:r>
              <a:rPr dirty="0"/>
              <a:t>, salas </a:t>
            </a:r>
            <a:r>
              <a:rPr dirty="0" err="1"/>
              <a:t>híbridas</a:t>
            </a:r>
            <a:r>
              <a:rPr dirty="0"/>
              <a:t> y salas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salas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/>
              <a:t>Fuente: Cédula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</a:t>
            </a:r>
            <a:r>
              <a:rPr dirty="0" err="1"/>
              <a:t>IFU</a:t>
            </a:r>
            <a:r>
              <a:rPr dirty="0"/>
              <a:t>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OOAD</a:t>
            </a:r>
            <a:r>
              <a:rPr dirty="0"/>
              <a:t>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33" y="92498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 </a:t>
            </a:r>
            <a:r>
              <a:rPr dirty="0" err="1"/>
              <a:t>instalada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191819" y="1309032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089479"/>
              </p:ext>
            </p:extLst>
          </p:nvPr>
        </p:nvGraphicFramePr>
        <p:xfrm>
          <a:off x="12467" y="1540480"/>
          <a:ext cx="7650000" cy="23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Charcas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Matehuala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Cerritos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Diciembre</a:t>
                      </a:r>
                      <a:r>
                        <a:rPr dirty="0"/>
                        <a:t>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Zacatipan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Axtla de Terrazas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Los Hernandez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13</a:t>
                      </a: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28" y="4310072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>
                <a:solidFill>
                  <a:schemeClr val="tx1"/>
                </a:solidFill>
              </a:rPr>
              <a:t>¹Incluye</a:t>
            </a:r>
            <a:r>
              <a:rPr dirty="0">
                <a:solidFill>
                  <a:schemeClr val="tx1"/>
                </a:solidFill>
              </a:rPr>
              <a:t> salas de </a:t>
            </a:r>
            <a:r>
              <a:rPr dirty="0" err="1">
                <a:solidFill>
                  <a:schemeClr val="tx1"/>
                </a:solidFill>
              </a:rPr>
              <a:t>quirófano</a:t>
            </a:r>
            <a:r>
              <a:rPr dirty="0">
                <a:solidFill>
                  <a:schemeClr val="tx1"/>
                </a:solidFill>
              </a:rPr>
              <a:t>, salas </a:t>
            </a:r>
            <a:r>
              <a:rPr dirty="0" err="1">
                <a:solidFill>
                  <a:schemeClr val="tx1"/>
                </a:solidFill>
              </a:rPr>
              <a:t>híbridas</a:t>
            </a:r>
            <a:r>
              <a:rPr dirty="0">
                <a:solidFill>
                  <a:schemeClr val="tx1"/>
                </a:solidFill>
              </a:rPr>
              <a:t> y salas </a:t>
            </a:r>
            <a:r>
              <a:rPr dirty="0" err="1">
                <a:solidFill>
                  <a:schemeClr val="tx1"/>
                </a:solidFill>
              </a:rPr>
              <a:t>mixtas</a:t>
            </a:r>
            <a:r>
              <a:rPr dirty="0">
                <a:solidFill>
                  <a:schemeClr val="tx1"/>
                </a:solidFill>
              </a:rPr>
              <a:t>, no </a:t>
            </a:r>
            <a:r>
              <a:rPr dirty="0" err="1">
                <a:solidFill>
                  <a:schemeClr val="tx1"/>
                </a:solidFill>
              </a:rPr>
              <a:t>considera</a:t>
            </a:r>
            <a:r>
              <a:rPr dirty="0">
                <a:solidFill>
                  <a:schemeClr val="tx1"/>
                </a:solidFill>
              </a:rPr>
              <a:t> salas de </a:t>
            </a:r>
            <a:r>
              <a:rPr dirty="0" err="1">
                <a:solidFill>
                  <a:schemeClr val="tx1"/>
                </a:solidFill>
              </a:rPr>
              <a:t>tococirugía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expulsión</a:t>
            </a:r>
            <a:r>
              <a:rPr dirty="0">
                <a:solidFill>
                  <a:schemeClr val="tx1"/>
                </a:solidFill>
              </a:rPr>
              <a:t>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Fuente: Cédula de </a:t>
            </a:r>
            <a:r>
              <a:rPr dirty="0" err="1">
                <a:solidFill>
                  <a:schemeClr val="tx1"/>
                </a:solidFill>
              </a:rPr>
              <a:t>actualización</a:t>
            </a:r>
            <a:r>
              <a:rPr dirty="0">
                <a:solidFill>
                  <a:schemeClr val="tx1"/>
                </a:solidFill>
              </a:rPr>
              <a:t> de variables </a:t>
            </a:r>
            <a:r>
              <a:rPr dirty="0" err="1">
                <a:solidFill>
                  <a:schemeClr val="tx1"/>
                </a:solidFill>
              </a:rPr>
              <a:t>seleccionados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IFU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enviados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por</a:t>
            </a:r>
            <a:r>
              <a:rPr dirty="0">
                <a:solidFill>
                  <a:schemeClr val="tx1"/>
                </a:solidFill>
              </a:rPr>
              <a:t> el </a:t>
            </a:r>
            <a:r>
              <a:rPr dirty="0" err="1">
                <a:solidFill>
                  <a:schemeClr val="tx1"/>
                </a:solidFill>
              </a:rPr>
              <a:t>OOAD</a:t>
            </a:r>
            <a:r>
              <a:rPr dirty="0">
                <a:solidFill>
                  <a:schemeClr val="tx1"/>
                </a:solidFill>
              </a:rPr>
              <a:t>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ma</a:t>
            </a:r>
            <a:r>
              <a:rPr lang="es-MX" dirty="0">
                <a:solidFill>
                  <a:schemeClr val="tx1"/>
                </a:solidFill>
              </a:rPr>
              <a:t>y</a:t>
            </a:r>
            <a:r>
              <a:rPr dirty="0">
                <a:solidFill>
                  <a:schemeClr val="tx1"/>
                </a:solidFill>
              </a:rPr>
              <a:t>o de 2026</a:t>
            </a:r>
          </a:p>
        </p:txBody>
      </p:sp>
      <p:graphicFrame>
        <p:nvGraphicFramePr>
          <p:cNvPr id="8" name="Google Shape;152;g370e475fb19_0_8">
            <a:extLst>
              <a:ext uri="{FF2B5EF4-FFF2-40B4-BE49-F238E27FC236}">
                <a16:creationId xmlns:a16="http://schemas.microsoft.com/office/drawing/2014/main" id="{5D2B9D5C-029F-A8AC-8353-AA75E68DAF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056478"/>
              </p:ext>
            </p:extLst>
          </p:nvPr>
        </p:nvGraphicFramePr>
        <p:xfrm>
          <a:off x="100342" y="5526349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153">
            <a:extLst>
              <a:ext uri="{FF2B5EF4-FFF2-40B4-BE49-F238E27FC236}">
                <a16:creationId xmlns:a16="http://schemas.microsoft.com/office/drawing/2014/main" id="{90568432-9A94-89DE-2E2E-6936CAD09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20278"/>
              </p:ext>
            </p:extLst>
          </p:nvPr>
        </p:nvGraphicFramePr>
        <p:xfrm>
          <a:off x="70068" y="6122197"/>
          <a:ext cx="7534799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154">
            <a:extLst>
              <a:ext uri="{FF2B5EF4-FFF2-40B4-BE49-F238E27FC236}">
                <a16:creationId xmlns:a16="http://schemas.microsoft.com/office/drawing/2014/main" id="{6797A0D4-F4EC-290D-D927-23B00D7492DA}"/>
              </a:ext>
            </a:extLst>
          </p:cNvPr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55">
            <a:extLst>
              <a:ext uri="{FF2B5EF4-FFF2-40B4-BE49-F238E27FC236}">
                <a16:creationId xmlns:a16="http://schemas.microsoft.com/office/drawing/2014/main" id="{6A68352B-D4C5-E9F2-6BF9-CB8A8A354908}"/>
              </a:ext>
            </a:extLst>
          </p:cNvPr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Proyectos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/</a:t>
            </a:r>
            <a:r>
              <a:rPr dirty="0" err="1"/>
              <a:t>sustitución</a:t>
            </a:r>
            <a:r>
              <a:rPr dirty="0"/>
              <a:t> 2019-2025.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de la </a:t>
            </a:r>
            <a:r>
              <a:rPr dirty="0" err="1"/>
              <a:t>compra</a:t>
            </a:r>
            <a:r>
              <a:rPr dirty="0"/>
              <a:t> 2025-2026.</a:t>
            </a:r>
            <a:br>
              <a:rPr dirty="0"/>
            </a:br>
            <a:r>
              <a:rPr dirty="0"/>
              <a:t>Fuente: Cédula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seleccionadas</a:t>
            </a:r>
            <a:r>
              <a:rPr dirty="0"/>
              <a:t> del </a:t>
            </a:r>
            <a:r>
              <a:rPr dirty="0" err="1"/>
              <a:t>IFU</a:t>
            </a:r>
            <a:r>
              <a:rPr dirty="0"/>
              <a:t>, </a:t>
            </a:r>
            <a:r>
              <a:rPr dirty="0" err="1"/>
              <a:t>enviadas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OOAD</a:t>
            </a:r>
            <a:r>
              <a:rPr dirty="0"/>
              <a:t>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15EE4F23-344C-0F42-1B1D-D690AA7AAF05}"/>
              </a:ext>
            </a:extLst>
          </p:cNvPr>
          <p:cNvGrpSpPr/>
          <p:nvPr/>
        </p:nvGrpSpPr>
        <p:grpSpPr>
          <a:xfrm>
            <a:off x="-216001" y="2081558"/>
            <a:ext cx="7772400" cy="3900441"/>
            <a:chOff x="-286202" y="4968450"/>
            <a:chExt cx="7772400" cy="3900441"/>
          </a:xfrm>
        </p:grpSpPr>
        <p:pic>
          <p:nvPicPr>
            <p:cNvPr id="11" name="Google Shape;293;g3d635d120e2_2_123" title="HGZ 86 URUAPAN.jpg">
              <a:extLst>
                <a:ext uri="{FF2B5EF4-FFF2-40B4-BE49-F238E27FC236}">
                  <a16:creationId xmlns:a16="http://schemas.microsoft.com/office/drawing/2014/main" id="{1138C818-0027-4827-5BDA-04EFA6DAFE4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605588" y="5934085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2" name="Google Shape;295;g3d635d120e2_2_123">
              <a:extLst>
                <a:ext uri="{FF2B5EF4-FFF2-40B4-BE49-F238E27FC236}">
                  <a16:creationId xmlns:a16="http://schemas.microsoft.com/office/drawing/2014/main" id="{124F9EC3-6999-6FA8-47D6-C83A53F90766}"/>
                </a:ext>
              </a:extLst>
            </p:cNvPr>
            <p:cNvSpPr/>
            <p:nvPr/>
          </p:nvSpPr>
          <p:spPr>
            <a:xfrm>
              <a:off x="1028129" y="7510289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Mastógrafos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13" name="Google Shape;296;g3d635d120e2_2_123">
              <a:extLst>
                <a:ext uri="{FF2B5EF4-FFF2-40B4-BE49-F238E27FC236}">
                  <a16:creationId xmlns:a16="http://schemas.microsoft.com/office/drawing/2014/main" id="{12D335A1-B966-EFDD-B816-A281954B87CE}"/>
                </a:ext>
              </a:extLst>
            </p:cNvPr>
            <p:cNvSpPr/>
            <p:nvPr/>
          </p:nvSpPr>
          <p:spPr>
            <a:xfrm>
              <a:off x="605597" y="7510278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4" name="Google Shape;297;g3d635d120e2_2_123">
              <a:extLst>
                <a:ext uri="{FF2B5EF4-FFF2-40B4-BE49-F238E27FC236}">
                  <a16:creationId xmlns:a16="http://schemas.microsoft.com/office/drawing/2014/main" id="{14B34961-5EBD-F5D4-901E-61FAB0B128EC}"/>
                </a:ext>
              </a:extLst>
            </p:cNvPr>
            <p:cNvSpPr txBox="1"/>
            <p:nvPr/>
          </p:nvSpPr>
          <p:spPr>
            <a:xfrm>
              <a:off x="551574" y="7994066"/>
              <a:ext cx="2323200" cy="874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UMF 47 San Luis Potosí</a:t>
              </a: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6 Cd. Valles</a:t>
              </a:r>
            </a:p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$6.7 mdp</a:t>
              </a:r>
              <a:endParaRPr sz="13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" name="Google Shape;304;g3d635d120e2_2_123">
              <a:extLst>
                <a:ext uri="{FF2B5EF4-FFF2-40B4-BE49-F238E27FC236}">
                  <a16:creationId xmlns:a16="http://schemas.microsoft.com/office/drawing/2014/main" id="{3F400975-A331-0DB2-C93D-8B270E1B34C6}"/>
                </a:ext>
              </a:extLst>
            </p:cNvPr>
            <p:cNvSpPr txBox="1"/>
            <p:nvPr/>
          </p:nvSpPr>
          <p:spPr>
            <a:xfrm>
              <a:off x="-286202" y="4968450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" name="Google Shape;305;g3d635d120e2_2_123">
              <a:extLst>
                <a:ext uri="{FF2B5EF4-FFF2-40B4-BE49-F238E27FC236}">
                  <a16:creationId xmlns:a16="http://schemas.microsoft.com/office/drawing/2014/main" id="{8CB6AA02-E19D-A130-FD35-1DF2F7253139}"/>
                </a:ext>
              </a:extLst>
            </p:cNvPr>
            <p:cNvSpPr/>
            <p:nvPr/>
          </p:nvSpPr>
          <p:spPr>
            <a:xfrm>
              <a:off x="4833500" y="7425823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306;g3d635d120e2_2_123">
              <a:extLst>
                <a:ext uri="{FF2B5EF4-FFF2-40B4-BE49-F238E27FC236}">
                  <a16:creationId xmlns:a16="http://schemas.microsoft.com/office/drawing/2014/main" id="{A62193FC-5A80-4C78-8B22-8B72A0E7165A}"/>
                </a:ext>
              </a:extLst>
            </p:cNvPr>
            <p:cNvSpPr/>
            <p:nvPr/>
          </p:nvSpPr>
          <p:spPr>
            <a:xfrm>
              <a:off x="4331461" y="7425823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8" name="Google Shape;307;g3d635d120e2_2_123">
              <a:extLst>
                <a:ext uri="{FF2B5EF4-FFF2-40B4-BE49-F238E27FC236}">
                  <a16:creationId xmlns:a16="http://schemas.microsoft.com/office/drawing/2014/main" id="{6236E7ED-E34F-68D2-CB4B-4EB2D059B768}"/>
                </a:ext>
              </a:extLst>
            </p:cNvPr>
            <p:cNvSpPr txBox="1"/>
            <p:nvPr/>
          </p:nvSpPr>
          <p:spPr>
            <a:xfrm>
              <a:off x="4348222" y="7779506"/>
              <a:ext cx="2577600" cy="645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1 San Luis Potosí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$29.6 mdp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9" name="Google Shape;308;g3d635d120e2_2_123">
              <a:extLst>
                <a:ext uri="{FF2B5EF4-FFF2-40B4-BE49-F238E27FC236}">
                  <a16:creationId xmlns:a16="http://schemas.microsoft.com/office/drawing/2014/main" id="{04985761-1D6F-9866-8169-BC9715AE7288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69197" y="586348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Proyectos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/</a:t>
            </a:r>
            <a:r>
              <a:rPr dirty="0" err="1"/>
              <a:t>sustitución</a:t>
            </a:r>
            <a:r>
              <a:rPr dirty="0"/>
              <a:t> 2019-2025.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de la </a:t>
            </a:r>
            <a:r>
              <a:rPr dirty="0" err="1"/>
              <a:t>compra</a:t>
            </a:r>
            <a:r>
              <a:rPr dirty="0"/>
              <a:t> 2025-2026.</a:t>
            </a:r>
            <a:br>
              <a:rPr dirty="0"/>
            </a:br>
            <a:r>
              <a:rPr dirty="0"/>
              <a:t>Fuente: Cédula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seleccionadas</a:t>
            </a:r>
            <a:r>
              <a:rPr dirty="0"/>
              <a:t> del </a:t>
            </a:r>
            <a:r>
              <a:rPr dirty="0" err="1"/>
              <a:t>IFU</a:t>
            </a:r>
            <a:r>
              <a:rPr dirty="0"/>
              <a:t>, </a:t>
            </a:r>
            <a:r>
              <a:rPr dirty="0" err="1"/>
              <a:t>enviadas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OOAD</a:t>
            </a:r>
            <a:r>
              <a:rPr dirty="0"/>
              <a:t>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96304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DD7EE663-5579-875B-CC3D-960B584F76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7112832-D34C-074E-3273-4E16CF6D63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F26EDE6-0EBD-E427-CD39-4E7E72D2D46A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9242074-0944-4E92-7328-9CCE749234D5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C51A182-A345-65D3-1EC5-712923339A1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C2322035-530C-3574-CC77-84A0F2B7B605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40831F6E-9F26-B790-19DC-5B79258B856E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+2,819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+185,547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+47,680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2,225,079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185,547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1,021,922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2,307,428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456,021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47,680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210,496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530,345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30,266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2,819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14,295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37,586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25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12 Tamasopo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Rascón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El Tamuin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32,543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15,659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Matehuala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91,564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43,725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S.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Tampamolon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Cedral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Venegas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Cd. Maíz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V. Reyes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51,047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25,214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90,828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Cárdenas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Cerritos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Cd. Santos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Ebano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Tanlajas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Aquismon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S. María Río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Venado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15,602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-2,741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V. Alfredo M.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Moctezuma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V. Zaragoza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24,593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Guadalcazar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Morales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109,454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48,523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112,752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La Hincada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Tamazunchale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501,668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28,883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236,573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593,876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4944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2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1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494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593,876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adroTexto 277">
            <a:extLst>
              <a:ext uri="{FF2B5EF4-FFF2-40B4-BE49-F238E27FC236}">
                <a16:creationId xmlns:a16="http://schemas.microsoft.com/office/drawing/2014/main" id="{C10F4116-C85F-4B4D-7D47-5F7E20F63F26}"/>
              </a:ext>
            </a:extLst>
          </p:cNvPr>
          <p:cNvSpPr txBox="1"/>
          <p:nvPr/>
        </p:nvSpPr>
        <p:spPr>
          <a:xfrm>
            <a:off x="4369527" y="5116930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 UMTC con   9 consultorios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F7B75E48-C3EE-BB8B-3397-6F9204C9BEAD}"/>
              </a:ext>
            </a:extLst>
          </p:cNvPr>
          <p:cNvSpPr txBox="1"/>
          <p:nvPr/>
        </p:nvSpPr>
        <p:spPr>
          <a:xfrm>
            <a:off x="4492285" y="6395366"/>
            <a:ext cx="29021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HGSMF 9 Río Verde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2 San Luis Potosí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1 San Luis Potosí.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 (31 consultorios)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947599" y="5141215"/>
            <a:ext cx="22550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rPr dirty="0"/>
              <a:t>de las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2025 </a:t>
            </a:r>
            <a:r>
              <a:rPr dirty="0" err="1"/>
              <a:t>fueron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fin de </a:t>
            </a:r>
            <a:r>
              <a:rPr dirty="0" err="1"/>
              <a:t>semana</a:t>
            </a:r>
            <a:r>
              <a:rPr dirty="0"/>
              <a:t> (170,258 </a:t>
            </a:r>
            <a:r>
              <a:rPr dirty="0" err="1"/>
              <a:t>consultas</a:t>
            </a:r>
            <a:r>
              <a:rPr dirty="0"/>
              <a:t>)</a:t>
            </a:r>
          </a:p>
        </p:txBody>
      </p:sp>
      <p:graphicFrame>
        <p:nvGraphicFramePr>
          <p:cNvPr id="287" name="Table 2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576705"/>
              </p:ext>
            </p:extLst>
          </p:nvPr>
        </p:nvGraphicFramePr>
        <p:xfrm>
          <a:off x="151200" y="1695599"/>
          <a:ext cx="7473599" cy="2165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661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2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Soledad Graciano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65,389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62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San Luis Potosí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462,841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51,776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468,384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62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45 San Luis Potosí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304,641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138,174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62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Cd. Valles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236,703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4,333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104,605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234,192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62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49 San Luis Potosí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98,216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19,489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46,042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62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51 María Cecilia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143,673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18,770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66,852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62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1,392,268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130,904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630,718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1,374,576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45.9%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88" name="Chart 2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412749"/>
              </p:ext>
            </p:extLst>
          </p:nvPr>
        </p:nvGraphicFramePr>
        <p:xfrm>
          <a:off x="125999" y="4676450"/>
          <a:ext cx="1821600" cy="1965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9" name="TextBox 288"/>
          <p:cNvSpPr txBox="1"/>
          <p:nvPr/>
        </p:nvSpPr>
        <p:spPr>
          <a:xfrm>
            <a:off x="609478" y="5462812"/>
            <a:ext cx="9476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374950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7600" y="5309640"/>
            <a:ext cx="7473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No </a:t>
            </a:r>
            <a:r>
              <a:rPr dirty="0" err="1">
                <a:solidFill>
                  <a:schemeClr val="tx1"/>
                </a:solidFill>
              </a:rPr>
              <a:t>incluye</a:t>
            </a:r>
            <a:r>
              <a:rPr dirty="0">
                <a:solidFill>
                  <a:schemeClr val="tx1"/>
                </a:solidFill>
              </a:rPr>
              <a:t> la </a:t>
            </a:r>
            <a:r>
              <a:rPr dirty="0" err="1">
                <a:solidFill>
                  <a:schemeClr val="tx1"/>
                </a:solidFill>
              </a:rPr>
              <a:t>productividad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especialidad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generada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UMF </a:t>
            </a:r>
            <a:r>
              <a:rPr dirty="0" err="1">
                <a:solidFill>
                  <a:schemeClr val="tx1"/>
                </a:solidFill>
              </a:rPr>
              <a:t>ni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HR. En el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2025 no </a:t>
            </a:r>
            <a:r>
              <a:rPr dirty="0" err="1">
                <a:solidFill>
                  <a:schemeClr val="tx1"/>
                </a:solidFill>
              </a:rPr>
              <a:t>incluye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 de HR y UMR.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El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proceso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inicia</a:t>
            </a:r>
            <a:r>
              <a:rPr dirty="0">
                <a:solidFill>
                  <a:schemeClr val="tx1"/>
                </a:solidFill>
              </a:rPr>
              <a:t> del 26 de </a:t>
            </a:r>
            <a:r>
              <a:rPr dirty="0" err="1">
                <a:solidFill>
                  <a:schemeClr val="tx1"/>
                </a:solidFill>
              </a:rPr>
              <a:t>diciembre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anterior al 25 de </a:t>
            </a:r>
            <a:r>
              <a:rPr dirty="0" err="1">
                <a:solidFill>
                  <a:schemeClr val="tx1"/>
                </a:solidFill>
              </a:rPr>
              <a:t>diciembre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curso:2025</a:t>
            </a:r>
            <a:r>
              <a:rPr dirty="0">
                <a:solidFill>
                  <a:schemeClr val="tx1"/>
                </a:solidFill>
              </a:rPr>
              <a:t> (del 26 de </a:t>
            </a:r>
            <a:r>
              <a:rPr dirty="0" err="1">
                <a:solidFill>
                  <a:schemeClr val="tx1"/>
                </a:solidFill>
              </a:rPr>
              <a:t>dic</a:t>
            </a:r>
            <a:r>
              <a:rPr dirty="0">
                <a:solidFill>
                  <a:schemeClr val="tx1"/>
                </a:solidFill>
              </a:rPr>
              <a:t> de 2024 al 25 de </a:t>
            </a:r>
            <a:r>
              <a:rPr dirty="0" err="1">
                <a:solidFill>
                  <a:schemeClr val="tx1"/>
                </a:solidFill>
              </a:rPr>
              <a:t>dic</a:t>
            </a:r>
            <a:r>
              <a:rPr dirty="0">
                <a:solidFill>
                  <a:schemeClr val="tx1"/>
                </a:solidFill>
              </a:rPr>
              <a:t> de 2025). 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Semana: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3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47,582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160,237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75,664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186,150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82,574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35,649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106,184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45,212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130,305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456,021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47,680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210,496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530,345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255228"/>
              </p:ext>
            </p:extLst>
          </p:nvPr>
        </p:nvGraphicFramePr>
        <p:xfrm>
          <a:off x="4200250" y="3822349"/>
          <a:ext cx="1568538" cy="1619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547540" y="4447208"/>
            <a:ext cx="8739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dirty="0">
                <a:solidFill>
                  <a:srgbClr val="9F2241"/>
                </a:solidFill>
                <a:latin typeface="Montserrat"/>
              </a:rPr>
              <a:t>39.7%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255048" y="4426217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17352" y="3918600"/>
            <a:ext cx="285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800" dirty="0"/>
              <a:t>530,345 </a:t>
            </a:r>
            <a:br>
              <a:rPr sz="2800" dirty="0"/>
            </a:br>
            <a:r>
              <a:rPr sz="2800" dirty="0"/>
              <a:t>Meta 2026</a:t>
            </a:r>
          </a:p>
        </p:txBody>
      </p:sp>
      <p:graphicFrame>
        <p:nvGraphicFramePr>
          <p:cNvPr id="3" name="Google Shape;230;g370e87ffe7a_2_137">
            <a:extLst>
              <a:ext uri="{FF2B5EF4-FFF2-40B4-BE49-F238E27FC236}">
                <a16:creationId xmlns:a16="http://schemas.microsoft.com/office/drawing/2014/main" id="{0C6797EC-538B-B6BC-18E5-047623114D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2446617"/>
              </p:ext>
            </p:extLst>
          </p:nvPr>
        </p:nvGraphicFramePr>
        <p:xfrm>
          <a:off x="143502" y="5662982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232">
            <a:extLst>
              <a:ext uri="{FF2B5EF4-FFF2-40B4-BE49-F238E27FC236}">
                <a16:creationId xmlns:a16="http://schemas.microsoft.com/office/drawing/2014/main" id="{D3380E7F-0561-D4B7-74E9-34237B30B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514938"/>
              </p:ext>
            </p:extLst>
          </p:nvPr>
        </p:nvGraphicFramePr>
        <p:xfrm>
          <a:off x="130553" y="6072670"/>
          <a:ext cx="7340399" cy="23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-246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12,596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30,266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2,819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14,295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37,586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38.0%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Chart 233">
            <a:extLst>
              <a:ext uri="{FF2B5EF4-FFF2-40B4-BE49-F238E27FC236}">
                <a16:creationId xmlns:a16="http://schemas.microsoft.com/office/drawing/2014/main" id="{20FC157E-44A8-3489-6C80-6AF5BADE2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120835"/>
              </p:ext>
            </p:extLst>
          </p:nvPr>
        </p:nvGraphicFramePr>
        <p:xfrm>
          <a:off x="4924059" y="8337790"/>
          <a:ext cx="1355718" cy="1369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234">
            <a:extLst>
              <a:ext uri="{FF2B5EF4-FFF2-40B4-BE49-F238E27FC236}">
                <a16:creationId xmlns:a16="http://schemas.microsoft.com/office/drawing/2014/main" id="{3DB3576D-BCF5-6E1B-8B6E-71F6961B2332}"/>
              </a:ext>
            </a:extLst>
          </p:cNvPr>
          <p:cNvSpPr txBox="1"/>
          <p:nvPr/>
        </p:nvSpPr>
        <p:spPr>
          <a:xfrm>
            <a:off x="5048379" y="8764934"/>
            <a:ext cx="8931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dirty="0">
                <a:solidFill>
                  <a:srgbClr val="9F2241"/>
                </a:solidFill>
                <a:latin typeface="Montserrat"/>
              </a:rPr>
              <a:t>38.0%</a:t>
            </a:r>
          </a:p>
        </p:txBody>
      </p:sp>
      <p:sp>
        <p:nvSpPr>
          <p:cNvPr id="11" name="TextBox 235">
            <a:extLst>
              <a:ext uri="{FF2B5EF4-FFF2-40B4-BE49-F238E27FC236}">
                <a16:creationId xmlns:a16="http://schemas.microsoft.com/office/drawing/2014/main" id="{CCF16D77-2336-15AB-437D-A0D520DB531B}"/>
              </a:ext>
            </a:extLst>
          </p:cNvPr>
          <p:cNvSpPr txBox="1"/>
          <p:nvPr/>
        </p:nvSpPr>
        <p:spPr>
          <a:xfrm>
            <a:off x="5670952" y="8751147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3" name="TextBox 236">
            <a:extLst>
              <a:ext uri="{FF2B5EF4-FFF2-40B4-BE49-F238E27FC236}">
                <a16:creationId xmlns:a16="http://schemas.microsoft.com/office/drawing/2014/main" id="{18142B48-CAAE-83FB-9FB6-C4D250F370F0}"/>
              </a:ext>
            </a:extLst>
          </p:cNvPr>
          <p:cNvSpPr txBox="1"/>
          <p:nvPr/>
        </p:nvSpPr>
        <p:spPr>
          <a:xfrm>
            <a:off x="730799" y="8639464"/>
            <a:ext cx="285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400" dirty="0"/>
              <a:t>37,586 </a:t>
            </a:r>
            <a:br>
              <a:rPr sz="2400" dirty="0"/>
            </a:br>
            <a:r>
              <a:rPr sz="2400" dirty="0"/>
              <a:t>Meta 2026</a:t>
            </a:r>
          </a:p>
        </p:txBody>
      </p:sp>
      <p:sp>
        <p:nvSpPr>
          <p:cNvPr id="15" name="TextBox 231">
            <a:extLst>
              <a:ext uri="{FF2B5EF4-FFF2-40B4-BE49-F238E27FC236}">
                <a16:creationId xmlns:a16="http://schemas.microsoft.com/office/drawing/2014/main" id="{15CF8839-43D2-ED99-B482-CA3558EDCFFC}"/>
              </a:ext>
            </a:extLst>
          </p:cNvPr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No </a:t>
            </a:r>
            <a:r>
              <a:rPr dirty="0" err="1"/>
              <a:t>incluye</a:t>
            </a:r>
            <a:r>
              <a:rPr dirty="0"/>
              <a:t> las </a:t>
            </a:r>
            <a:r>
              <a:rPr dirty="0" err="1"/>
              <a:t>cirugías</a:t>
            </a:r>
            <a:r>
              <a:rPr dirty="0"/>
              <a:t> </a:t>
            </a:r>
            <a:r>
              <a:rPr dirty="0" err="1"/>
              <a:t>realizadas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HR.</a:t>
            </a:r>
            <a:br>
              <a:rPr dirty="0"/>
            </a:br>
            <a:r>
              <a:rPr dirty="0" err="1"/>
              <a:t>Sólo</a:t>
            </a:r>
            <a:r>
              <a:rPr dirty="0"/>
              <a:t> se </a:t>
            </a:r>
            <a:r>
              <a:rPr dirty="0" err="1"/>
              <a:t>consideran</a:t>
            </a:r>
            <a:r>
              <a:rPr dirty="0"/>
              <a:t> </a:t>
            </a:r>
            <a:r>
              <a:rPr dirty="0" err="1"/>
              <a:t>cirugías</a:t>
            </a:r>
            <a:r>
              <a:rPr dirty="0"/>
              <a:t> </a:t>
            </a:r>
            <a:r>
              <a:rPr dirty="0" err="1"/>
              <a:t>principales</a:t>
            </a:r>
            <a:r>
              <a:rPr dirty="0"/>
              <a:t>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Semana: 24, 7 </a:t>
            </a:r>
            <a:r>
              <a:rPr dirty="0" err="1"/>
              <a:t>junio</a:t>
            </a:r>
            <a:r>
              <a:rPr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73 en Hospitales, 1 en sede, 19 en UMF y 77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38265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73 </a:t>
            </a:r>
            <a:r>
              <a:rPr dirty="0" err="1"/>
              <a:t>en</a:t>
            </a:r>
            <a:r>
              <a:rPr dirty="0"/>
              <a:t> Hospitales</a:t>
            </a:r>
            <a:r>
              <a:rPr lang="es-MX" dirty="0"/>
              <a:t> (1 de 3)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219999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2199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645993"/>
              </p:ext>
            </p:extLst>
          </p:nvPr>
        </p:nvGraphicFramePr>
        <p:xfrm>
          <a:off x="356400" y="7379999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Axtla de Terraza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260672"/>
              </p:ext>
            </p:extLst>
          </p:nvPr>
        </p:nvGraphicFramePr>
        <p:xfrm>
          <a:off x="3960000" y="7526811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Cerritos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60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43235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73 </a:t>
            </a:r>
            <a:r>
              <a:rPr dirty="0" err="1"/>
              <a:t>en</a:t>
            </a:r>
            <a:r>
              <a:rPr dirty="0"/>
              <a:t> Hospitales </a:t>
            </a:r>
            <a:r>
              <a:rPr lang="es-MX" dirty="0"/>
              <a:t>(2 de 3)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Los Hernández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Zacatipán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973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de Matehuala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4557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4953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025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610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650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573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573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473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473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373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373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07089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19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Unidades</a:t>
            </a:r>
            <a:r>
              <a:rPr dirty="0"/>
              <a:t> de Medicina Familiar </a:t>
            </a:r>
            <a:r>
              <a:rPr lang="es-MX" dirty="0"/>
              <a:t>(3 de 3)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721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721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873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873598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4953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77 especialistas (sustitutos)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53495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421597"/>
          <a:ext cx="3456000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421597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0000" y="10497596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795935"/>
              </p:ext>
            </p:extLst>
          </p:nvPr>
        </p:nvGraphicFramePr>
        <p:xfrm>
          <a:off x="1008000" y="1540798"/>
          <a:ext cx="5756399" cy="7473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50" dirty="0" err="1"/>
                        <a:t>Especialidad</a:t>
                      </a:r>
                      <a:endParaRPr sz="1050" dirty="0"/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50"/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50"/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28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16.4%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23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30.0%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 err="1"/>
                        <a:t>Anestesiología</a:t>
                      </a:r>
                      <a:endParaRPr sz="1050"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40.5%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Cirugía General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50.5%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Medicina Interna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58.8%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 err="1"/>
                        <a:t>Pediatría</a:t>
                      </a:r>
                      <a:endParaRPr sz="1050" dirty="0"/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66.4%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72.9%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79.4%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82.9%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Oftalmología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85.2%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87.0%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Geriatría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88.8%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Hematología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90.0%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91.1%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92.3%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93.5%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Cirugía Plástica y Reconstructiva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94.7%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95.2%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Genética Médica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95.8%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Epidemiología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96.4%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Endocrinología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97.0%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Angiología y Cirugía Vascular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97.6%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Cardiología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98.2%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Hematología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98.8%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 err="1"/>
                        <a:t>Ginecología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Oncológica</a:t>
                      </a:r>
                      <a:endParaRPr sz="1050"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99.4%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99.9%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327958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002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3E23A56-B904-2CAF-6A39-1039758B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9459305"/>
              </p:ext>
            </p:extLst>
          </p:nvPr>
        </p:nvGraphicFramePr>
        <p:xfrm>
          <a:off x="190791" y="799076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1800" y="4070549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semana</a:t>
            </a:r>
            <a:r>
              <a:rPr dirty="0">
                <a:solidFill>
                  <a:schemeClr val="tx1"/>
                </a:solidFill>
              </a:rPr>
              <a:t>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647239"/>
              </p:ext>
            </p:extLst>
          </p:nvPr>
        </p:nvGraphicFramePr>
        <p:xfrm>
          <a:off x="140401" y="1510180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 err="1"/>
                        <a:t>Traumatología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ortopedia</a:t>
                      </a:r>
                      <a:endParaRPr dirty="0"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2,452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7,657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204655"/>
              </p:ext>
            </p:extLst>
          </p:nvPr>
        </p:nvGraphicFramePr>
        <p:xfrm>
          <a:off x="3992400" y="1522236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 err="1"/>
                        <a:t>Catarata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 err="1"/>
                        <a:t>Histerectomías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2,343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231">
            <a:extLst>
              <a:ext uri="{FF2B5EF4-FFF2-40B4-BE49-F238E27FC236}">
                <a16:creationId xmlns:a16="http://schemas.microsoft.com/office/drawing/2014/main" id="{963B2F18-784E-6390-0FF1-75ADB39696FF}"/>
              </a:ext>
            </a:extLst>
          </p:cNvPr>
          <p:cNvSpPr txBox="1"/>
          <p:nvPr/>
        </p:nvSpPr>
        <p:spPr>
          <a:xfrm>
            <a:off x="642541" y="6610586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información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: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junio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2026</a:t>
            </a:r>
          </a:p>
        </p:txBody>
      </p:sp>
      <p:graphicFrame>
        <p:nvGraphicFramePr>
          <p:cNvPr id="10" name="Google Shape;230;g370e87ffe7a_2_137">
            <a:extLst>
              <a:ext uri="{FF2B5EF4-FFF2-40B4-BE49-F238E27FC236}">
                <a16:creationId xmlns:a16="http://schemas.microsoft.com/office/drawing/2014/main" id="{46E31DD6-58B0-ECCC-6B0D-DAAD7D94BD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2013470"/>
              </p:ext>
            </p:extLst>
          </p:nvPr>
        </p:nvGraphicFramePr>
        <p:xfrm>
          <a:off x="140401" y="528369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232">
            <a:extLst>
              <a:ext uri="{FF2B5EF4-FFF2-40B4-BE49-F238E27FC236}">
                <a16:creationId xmlns:a16="http://schemas.microsoft.com/office/drawing/2014/main" id="{786560FF-2DB7-52D5-A4C9-7AE69111B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894500"/>
              </p:ext>
            </p:extLst>
          </p:nvPr>
        </p:nvGraphicFramePr>
        <p:xfrm>
          <a:off x="659906" y="5818449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2,995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2,841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284,461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204,537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89163E26-83E9-F266-8099-3EEBFCA78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541528"/>
              </p:ext>
            </p:extLst>
          </p:nvPr>
        </p:nvGraphicFramePr>
        <p:xfrm>
          <a:off x="1735038" y="6958614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Brigadas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17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85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0F01475D-4958-7EA1-8C6E-2F6B82F42686}"/>
              </a:ext>
            </a:extLst>
          </p:cNvPr>
          <p:cNvSpPr txBox="1"/>
          <p:nvPr/>
        </p:nvSpPr>
        <p:spPr>
          <a:xfrm>
            <a:off x="1735038" y="7781574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 cada brigada participan 5 personas del IMSS.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1487289-BEE5-6E54-8D7F-EE3AA71727F0}"/>
              </a:ext>
            </a:extLst>
          </p:cNvPr>
          <p:cNvSpPr txBox="1"/>
          <p:nvPr/>
        </p:nvSpPr>
        <p:spPr>
          <a:xfrm>
            <a:off x="197428" y="8521130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8,173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6556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Valoraciones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 </a:t>
            </a:r>
            <a:b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</a:b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nutricionales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0FB9C55-1363-95E5-086D-9B99637E6CD0}"/>
              </a:ext>
            </a:extLst>
          </p:cNvPr>
          <p:cNvSpPr txBox="1"/>
          <p:nvPr/>
        </p:nvSpPr>
        <p:spPr>
          <a:xfrm>
            <a:off x="2924003" y="8521130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7,778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6556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Valoraciones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 </a:t>
            </a:r>
            <a:b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</a:b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bucales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9E65D43-5059-20AF-0CDD-5CB99FAC85BB}"/>
              </a:ext>
            </a:extLst>
          </p:cNvPr>
          <p:cNvSpPr txBox="1"/>
          <p:nvPr/>
        </p:nvSpPr>
        <p:spPr>
          <a:xfrm>
            <a:off x="5218315" y="8521130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6556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1,940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Salud visual</a:t>
            </a:r>
          </a:p>
        </p:txBody>
      </p:sp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06054149-7C79-7ECC-B975-0E449B0ED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944" y="7908067"/>
            <a:ext cx="730135" cy="669175"/>
          </a:xfrm>
          <a:prstGeom prst="rect">
            <a:avLst/>
          </a:prstGeom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9152E4D6-9AE2-CDB9-E9E0-0A2E83505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945" y="8055098"/>
            <a:ext cx="924445" cy="491944"/>
          </a:xfrm>
          <a:prstGeom prst="rect">
            <a:avLst/>
          </a:prstGeom>
        </p:spPr>
      </p:pic>
      <p:pic>
        <p:nvPicPr>
          <p:cNvPr id="28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F01AD9BB-0DA1-E5C8-ECEA-3A0C6EB11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379" y="7890056"/>
            <a:ext cx="603366" cy="713510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52F27376-B1DA-E8E2-D4CC-603A377F393F}"/>
              </a:ext>
            </a:extLst>
          </p:cNvPr>
          <p:cNvSpPr txBox="1"/>
          <p:nvPr/>
        </p:nvSpPr>
        <p:spPr>
          <a:xfrm>
            <a:off x="5966941" y="9244447"/>
            <a:ext cx="18329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rgbClr val="6E717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Corte al 16</a:t>
            </a:r>
            <a:r>
              <a:rPr lang="es-MX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Noto Sans"/>
                <a:ea typeface="Noto Sans"/>
                <a:cs typeface="Noto Sans"/>
                <a:sym typeface="Noto Sans"/>
              </a:rPr>
              <a:t>/06/2026</a:t>
            </a:r>
          </a:p>
        </p:txBody>
      </p:sp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10,853	 Personal de Salud: 6,209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+68.0%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+32.5%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1,057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1,400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2,001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2,401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1,554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+180.0%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392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-8.2%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366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336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340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9,323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498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1,975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12,638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6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(150,004)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(31,965)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(1,692)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(3,079)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(116,829)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(13,511)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(1,432)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(2,111)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(31,992)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(12,834)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(607)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(921)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(31,075)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(9,145)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(601)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perinatales
(835)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(125)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(21,954)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(9,018)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(701)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212,311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1,884,546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101,464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1,961,520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E65F-2E35-AEE5-D508-B2417D72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4354728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Medicamentos</a:t>
            </a:r>
            <a:r>
              <a:rPr dirty="0"/>
              <a:t> con mayor </a:t>
            </a:r>
            <a:r>
              <a:rPr dirty="0" err="1"/>
              <a:t>demanda</a:t>
            </a: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180000" y="4671633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891397"/>
              </p:ext>
            </p:extLst>
          </p:nvPr>
        </p:nvGraphicFramePr>
        <p:xfrm>
          <a:off x="154059" y="4901928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Con mayor </a:t>
                      </a:r>
                      <a:r>
                        <a:rPr dirty="0" err="1"/>
                        <a:t>demanda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enero</a:t>
                      </a:r>
                      <a:r>
                        <a:rPr dirty="0"/>
                        <a:t> a </a:t>
                      </a:r>
                      <a:r>
                        <a:rPr lang="es-MX" dirty="0"/>
                        <a:t>mayo</a:t>
                      </a:r>
                      <a:r>
                        <a:rPr dirty="0"/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Paracetamol,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analgésico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537,648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Pioglitazona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hipoglucemiante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394,602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Metformina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hipoglucemiante</a:t>
                      </a:r>
                      <a:r>
                        <a:rPr dirty="0"/>
                        <a:t>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267,340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Losartán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gragea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comprimido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recubierto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hipertensión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242,410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Pantoprazol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Rabeprazol</a:t>
                      </a:r>
                      <a:r>
                        <a:rPr dirty="0"/>
                        <a:t> u </a:t>
                      </a:r>
                      <a:r>
                        <a:rPr dirty="0" err="1"/>
                        <a:t>Omeprazol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gragea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cápsula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antiácido</a:t>
                      </a:r>
                      <a:r>
                        <a:rPr dirty="0"/>
                        <a:t>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228,569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Electrolitos </a:t>
                      </a:r>
                      <a:r>
                        <a:rPr dirty="0" err="1"/>
                        <a:t>orales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solución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hidratación</a:t>
                      </a:r>
                      <a:r>
                        <a:rPr dirty="0"/>
                        <a:t>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226,933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205,463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200,950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193,159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187,677</a:t>
                      </a:r>
                    </a:p>
                  </a:txBody>
                  <a:tcPr marL="18000" marR="18000" marT="18000" marB="1800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Portal de Control de Abasto. En 2026, se </a:t>
            </a:r>
            <a:r>
              <a:rPr dirty="0" err="1"/>
              <a:t>muestra</a:t>
            </a:r>
            <a:r>
              <a:rPr dirty="0"/>
              <a:t> lo </a:t>
            </a:r>
            <a:r>
              <a:rPr dirty="0" err="1"/>
              <a:t>correspondiente</a:t>
            </a:r>
            <a:r>
              <a:rPr dirty="0"/>
              <a:t> al </a:t>
            </a:r>
            <a:r>
              <a:rPr dirty="0" err="1"/>
              <a:t>periodo</a:t>
            </a:r>
            <a:r>
              <a:rPr dirty="0"/>
              <a:t> del 1 de </a:t>
            </a:r>
            <a:r>
              <a:rPr dirty="0" err="1"/>
              <a:t>enero</a:t>
            </a:r>
            <a:r>
              <a:rPr dirty="0"/>
              <a:t> al 30 de </a:t>
            </a:r>
            <a:r>
              <a:rPr lang="es-MX" dirty="0"/>
              <a:t>mayo</a:t>
            </a:r>
            <a:r>
              <a:rPr dirty="0"/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1105498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028219" y="1694804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10712" y="2038393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087969" y="2052183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11107" y="2952792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088929" y="296658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029138" y="387529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11489" y="4218883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089903" y="4345215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188079"/>
              </p:ext>
            </p:extLst>
          </p:nvPr>
        </p:nvGraphicFramePr>
        <p:xfrm>
          <a:off x="1785600" y="1584000"/>
          <a:ext cx="52956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Obras de </a:t>
                      </a:r>
                      <a:r>
                        <a:rPr dirty="0" err="1"/>
                        <a:t>Conservación</a:t>
                      </a:r>
                      <a:r>
                        <a:rPr dirty="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Mantenimiento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Infraestructura</a:t>
                      </a:r>
                      <a:r>
                        <a:rPr sz="1000" dirty="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$205.3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6 unidades (UMF No.3 Ciudad Valles; HGZMF No.1, HGZ No. 50, HGZMF No. 2, UMF No. 45, UMF No. 47 San Luis Potosí)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$13.1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en San Luis Potosí (Oriente, Poniente)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$12.4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urgencias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UMF No. 47 San Luis Potosí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$9.7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(HGZ No.1, HGZ No.50 San Luis Potosí; HGZ No.6 Ciudad Valles)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6 Ciudad Valles y HGZ No. 50 San Luis Potosí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accesibilidad</a:t>
                      </a:r>
                      <a:r>
                        <a:rPr sz="1000" dirty="0">
                          <a:latin typeface="Montserrat"/>
                        </a:rPr>
                        <a:t> (</a:t>
                      </a:r>
                      <a:r>
                        <a:rPr sz="1000" dirty="0" err="1">
                          <a:latin typeface="Montserrat"/>
                        </a:rPr>
                        <a:t>rampas</a:t>
                      </a:r>
                      <a:r>
                        <a:rPr sz="1000" dirty="0">
                          <a:latin typeface="Montserrat"/>
                        </a:rPr>
                        <a:t>)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15 </a:t>
                      </a:r>
                      <a:r>
                        <a:rPr sz="1000" dirty="0" err="1">
                          <a:latin typeface="Montserrat"/>
                        </a:rPr>
                        <a:t>unidades</a:t>
                      </a:r>
                      <a:r>
                        <a:rPr sz="1000" dirty="0">
                          <a:latin typeface="Montserrat"/>
                        </a:rPr>
                        <a:t>, San Luis Potosí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$2.6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hemodiálisis</a:t>
                      </a:r>
                      <a:r>
                        <a:rPr sz="1000" dirty="0">
                          <a:latin typeface="Montserrat"/>
                        </a:rPr>
                        <a:t> interna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HGZ</a:t>
                      </a:r>
                      <a:r>
                        <a:rPr sz="1000" dirty="0">
                          <a:latin typeface="Montserrat"/>
                        </a:rPr>
                        <a:t> No. 6 Ciudad Valles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$2.1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$254.2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668993"/>
              </p:ext>
            </p:extLst>
          </p:nvPr>
        </p:nvGraphicFramePr>
        <p:xfrm>
          <a:off x="1785600" y="6444000"/>
          <a:ext cx="5295600" cy="115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Equipo Médico 2025, </a:t>
                      </a:r>
                      <a:r>
                        <a:rPr dirty="0" err="1"/>
                        <a:t>Instalación</a:t>
                      </a:r>
                      <a:r>
                        <a:rPr dirty="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Monto (</a:t>
                      </a:r>
                      <a:r>
                        <a:rPr dirty="0" err="1"/>
                        <a:t>mdp</a:t>
                      </a:r>
                      <a:r>
                        <a:rPr dirty="0"/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Adquisición</a:t>
                      </a:r>
                      <a:r>
                        <a:rPr sz="1000" dirty="0">
                          <a:latin typeface="Montserrat"/>
                        </a:rPr>
                        <a:t> de 5 </a:t>
                      </a:r>
                      <a:r>
                        <a:rPr sz="1000" dirty="0" err="1">
                          <a:latin typeface="Montserrat"/>
                        </a:rPr>
                        <a:t>piezas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equipo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médico</a:t>
                      </a:r>
                      <a:r>
                        <a:rPr sz="1000" dirty="0">
                          <a:latin typeface="Montserrat"/>
                        </a:rPr>
                        <a:t>: 2 </a:t>
                      </a:r>
                      <a:r>
                        <a:rPr sz="1000" dirty="0" err="1">
                          <a:latin typeface="Montserrat"/>
                        </a:rPr>
                        <a:t>refrigeradores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congeladores</a:t>
                      </a:r>
                      <a:r>
                        <a:rPr sz="1000" dirty="0">
                          <a:latin typeface="Montserrat"/>
                        </a:rPr>
                        <a:t> de 5.4 pies </a:t>
                      </a:r>
                      <a:r>
                        <a:rPr sz="1000" dirty="0" err="1">
                          <a:latin typeface="Montserrat"/>
                        </a:rPr>
                        <a:t>cúbicos</a:t>
                      </a:r>
                      <a:r>
                        <a:rPr sz="1000" dirty="0">
                          <a:latin typeface="Montserrat"/>
                        </a:rPr>
                        <a:t>, 1 </a:t>
                      </a:r>
                      <a:r>
                        <a:rPr sz="1000" dirty="0" err="1">
                          <a:latin typeface="Montserrat"/>
                        </a:rPr>
                        <a:t>mastógrafo</a:t>
                      </a:r>
                      <a:r>
                        <a:rPr sz="1000" dirty="0">
                          <a:latin typeface="Montserrat"/>
                        </a:rPr>
                        <a:t> digital con </a:t>
                      </a:r>
                      <a:r>
                        <a:rPr sz="1000" dirty="0" err="1">
                          <a:latin typeface="Montserrat"/>
                        </a:rPr>
                        <a:t>estereotaxia</a:t>
                      </a:r>
                      <a:r>
                        <a:rPr sz="1000" dirty="0">
                          <a:latin typeface="Montserrat"/>
                        </a:rPr>
                        <a:t>, 1 </a:t>
                      </a:r>
                      <a:r>
                        <a:rPr sz="1000" dirty="0" err="1">
                          <a:latin typeface="Montserrat"/>
                        </a:rPr>
                        <a:t>unidad</a:t>
                      </a:r>
                      <a:r>
                        <a:rPr sz="1000" dirty="0">
                          <a:latin typeface="Montserrat"/>
                        </a:rPr>
                        <a:t> para </a:t>
                      </a:r>
                      <a:r>
                        <a:rPr sz="1000" dirty="0" err="1">
                          <a:latin typeface="Montserrat"/>
                        </a:rPr>
                        <a:t>tomografía</a:t>
                      </a:r>
                      <a:r>
                        <a:rPr sz="1000" dirty="0">
                          <a:latin typeface="Montserrat"/>
                        </a:rPr>
                        <a:t> axial </a:t>
                      </a:r>
                      <a:r>
                        <a:rPr sz="1000" dirty="0" err="1">
                          <a:latin typeface="Montserrat"/>
                        </a:rPr>
                        <a:t>computarizada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alta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resolución</a:t>
                      </a:r>
                      <a:r>
                        <a:rPr sz="1000" dirty="0">
                          <a:latin typeface="Montserrat"/>
                        </a:rPr>
                        <a:t>, 1 </a:t>
                      </a:r>
                      <a:r>
                        <a:rPr sz="1000" dirty="0" err="1">
                          <a:latin typeface="Montserrat"/>
                        </a:rPr>
                        <a:t>mastógrafo</a:t>
                      </a:r>
                      <a:r>
                        <a:rPr sz="1000" dirty="0">
                          <a:latin typeface="Montserrat"/>
                        </a:rPr>
                        <a:t> digital</a:t>
                      </a: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$36.6</a:t>
                      </a: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948512"/>
              </p:ext>
            </p:extLst>
          </p:nvPr>
        </p:nvGraphicFramePr>
        <p:xfrm>
          <a:off x="1785600" y="77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Equipamiento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Electromecánico</a:t>
                      </a:r>
                      <a:r>
                        <a:rPr dirty="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Monto (</a:t>
                      </a:r>
                      <a:r>
                        <a:rPr dirty="0" err="1"/>
                        <a:t>mdp</a:t>
                      </a:r>
                      <a:r>
                        <a:rPr dirty="0"/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Adquisición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elevadores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$7.6</a:t>
                      </a: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298.4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46" y="1995487"/>
            <a:ext cx="1074962" cy="1105395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19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Electro-</a:t>
            </a:r>
            <a:endParaRPr lang="en-US" sz="800" b="1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mecánico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533076"/>
              </p:ext>
            </p:extLst>
          </p:nvPr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Obras de </a:t>
                      </a:r>
                      <a:r>
                        <a:rPr dirty="0" err="1"/>
                        <a:t>Conservación</a:t>
                      </a:r>
                      <a:r>
                        <a:rPr dirty="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Mantenimiento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infraestructura</a:t>
                      </a:r>
                      <a:r>
                        <a:rPr sz="1000" dirty="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$213.7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958899"/>
              </p:ext>
            </p:extLst>
          </p:nvPr>
        </p:nvGraphicFramePr>
        <p:xfrm>
          <a:off x="1785600" y="2267998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Equipamiento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Electromecánico</a:t>
                      </a:r>
                      <a:r>
                        <a:rPr dirty="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19 </a:t>
                      </a:r>
                      <a:r>
                        <a:rPr sz="1000" dirty="0" err="1">
                          <a:latin typeface="Montserrat"/>
                        </a:rPr>
                        <a:t>Equipos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electromecánicos</a:t>
                      </a:r>
                      <a:r>
                        <a:rPr sz="1000" dirty="0">
                          <a:latin typeface="Montserrat"/>
                        </a:rPr>
                        <a:t> para 4 </a:t>
                      </a:r>
                      <a:r>
                        <a:rPr sz="1000" dirty="0" err="1">
                          <a:latin typeface="Montserrat"/>
                        </a:rPr>
                        <a:t>unidades</a:t>
                      </a:r>
                      <a:r>
                        <a:rPr sz="1000" dirty="0">
                          <a:latin typeface="Montserrat"/>
                        </a:rPr>
                        <a:t>; 10 </a:t>
                      </a:r>
                      <a:r>
                        <a:rPr sz="1000" dirty="0" err="1">
                          <a:latin typeface="Montserrat"/>
                        </a:rPr>
                        <a:t>lavadoras</a:t>
                      </a:r>
                      <a:r>
                        <a:rPr sz="1000" dirty="0">
                          <a:latin typeface="Montserrat"/>
                        </a:rPr>
                        <a:t>, 8 </a:t>
                      </a:r>
                      <a:r>
                        <a:rPr sz="1000" dirty="0" err="1">
                          <a:latin typeface="Montserrat"/>
                        </a:rPr>
                        <a:t>secadoras</a:t>
                      </a:r>
                      <a:r>
                        <a:rPr sz="1000" dirty="0">
                          <a:latin typeface="Montserrat"/>
                        </a:rPr>
                        <a:t> y 1 </a:t>
                      </a:r>
                      <a:r>
                        <a:rPr sz="1000" dirty="0" err="1">
                          <a:latin typeface="Montserrat"/>
                        </a:rPr>
                        <a:t>equipo</a:t>
                      </a:r>
                      <a:r>
                        <a:rPr sz="1000" dirty="0">
                          <a:latin typeface="Montserrat"/>
                        </a:rPr>
                        <a:t> para casa de </a:t>
                      </a:r>
                      <a:r>
                        <a:rPr sz="1000" dirty="0" err="1">
                          <a:latin typeface="Montserrat"/>
                        </a:rPr>
                        <a:t>máquinas</a:t>
                      </a:r>
                      <a:r>
                        <a:rPr sz="1000" dirty="0">
                          <a:latin typeface="Montserrat"/>
                        </a:rPr>
                        <a:t>. San Luis </a:t>
                      </a:r>
                      <a:r>
                        <a:rPr sz="1000" dirty="0" err="1">
                          <a:latin typeface="Montserrat"/>
                        </a:rPr>
                        <a:t>Potisí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$56.2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269.9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  <p:graphicFrame>
        <p:nvGraphicFramePr>
          <p:cNvPr id="13" name="Google Shape;394;p15">
            <a:extLst>
              <a:ext uri="{FF2B5EF4-FFF2-40B4-BE49-F238E27FC236}">
                <a16:creationId xmlns:a16="http://schemas.microsoft.com/office/drawing/2014/main" id="{C42C156E-F538-D494-DA39-8A120B7D0D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822831"/>
              </p:ext>
            </p:extLst>
          </p:nvPr>
        </p:nvGraphicFramePr>
        <p:xfrm>
          <a:off x="287700" y="317626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9">
            <a:extLst>
              <a:ext uri="{FF2B5EF4-FFF2-40B4-BE49-F238E27FC236}">
                <a16:creationId xmlns:a16="http://schemas.microsoft.com/office/drawing/2014/main" id="{AB129E97-A2C8-EAD6-20AB-4A0AA8479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010507"/>
              </p:ext>
            </p:extLst>
          </p:nvPr>
        </p:nvGraphicFramePr>
        <p:xfrm>
          <a:off x="691200" y="3601055"/>
          <a:ext cx="6390000" cy="774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Obras de </a:t>
                      </a:r>
                      <a:r>
                        <a:rPr dirty="0" err="1"/>
                        <a:t>Infraestructura</a:t>
                      </a:r>
                      <a:endParaRPr dirty="0"/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Monto (</a:t>
                      </a:r>
                      <a:r>
                        <a:rPr dirty="0" err="1"/>
                        <a:t>mdp</a:t>
                      </a:r>
                      <a:r>
                        <a:rPr dirty="0"/>
                        <a:t>)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y Remodelación UMF 45 (UMF 20 CMF + 5 EEMF + Urgencias + 4 Especialidades) (Sin MFR)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$490.5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Table 20">
            <a:extLst>
              <a:ext uri="{FF2B5EF4-FFF2-40B4-BE49-F238E27FC236}">
                <a16:creationId xmlns:a16="http://schemas.microsoft.com/office/drawing/2014/main" id="{6179D5AF-14AB-C9E4-0D31-DC9651E08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608355"/>
              </p:ext>
            </p:extLst>
          </p:nvPr>
        </p:nvGraphicFramePr>
        <p:xfrm>
          <a:off x="691200" y="4537052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Obras de </a:t>
                      </a:r>
                      <a:r>
                        <a:rPr dirty="0" err="1"/>
                        <a:t>Conservación</a:t>
                      </a:r>
                      <a:endParaRPr dirty="0"/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Monto (</a:t>
                      </a:r>
                      <a:r>
                        <a:rPr dirty="0" err="1"/>
                        <a:t>mdp</a:t>
                      </a:r>
                      <a:r>
                        <a:rPr dirty="0"/>
                        <a:t>)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Proyecto de Aire Acondicionado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$10.8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" name="Google Shape;551;g3d0ffe769cd_0_0">
            <a:extLst>
              <a:ext uri="{FF2B5EF4-FFF2-40B4-BE49-F238E27FC236}">
                <a16:creationId xmlns:a16="http://schemas.microsoft.com/office/drawing/2014/main" id="{66163C6F-CFE2-DA7D-2CD3-71B41EFB96E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82" t="14684" r="1598" b="17771"/>
          <a:stretch/>
        </p:blipFill>
        <p:spPr>
          <a:xfrm>
            <a:off x="230902" y="611239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" name="Google Shape;559;g3d0ffe769cd_0_0">
            <a:extLst>
              <a:ext uri="{FF2B5EF4-FFF2-40B4-BE49-F238E27FC236}">
                <a16:creationId xmlns:a16="http://schemas.microsoft.com/office/drawing/2014/main" id="{DE1CAECB-B83F-C713-41E1-DC94B53736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2450308"/>
              </p:ext>
            </p:extLst>
          </p:nvPr>
        </p:nvGraphicFramePr>
        <p:xfrm>
          <a:off x="147600" y="516367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Google Shape;552;g3d0ffe769cd_0_0">
            <a:extLst>
              <a:ext uri="{FF2B5EF4-FFF2-40B4-BE49-F238E27FC236}">
                <a16:creationId xmlns:a16="http://schemas.microsoft.com/office/drawing/2014/main" id="{B4B4DB02-3428-2896-FEA7-F0C4E6A3F62F}"/>
              </a:ext>
            </a:extLst>
          </p:cNvPr>
          <p:cNvSpPr/>
          <p:nvPr/>
        </p:nvSpPr>
        <p:spPr>
          <a:xfrm>
            <a:off x="234692" y="613450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556;g3d0ffe769cd_0_0">
            <a:extLst>
              <a:ext uri="{FF2B5EF4-FFF2-40B4-BE49-F238E27FC236}">
                <a16:creationId xmlns:a16="http://schemas.microsoft.com/office/drawing/2014/main" id="{7822BBA6-0DA9-027D-8ABF-A66F9B86FB35}"/>
              </a:ext>
            </a:extLst>
          </p:cNvPr>
          <p:cNvSpPr/>
          <p:nvPr/>
        </p:nvSpPr>
        <p:spPr>
          <a:xfrm>
            <a:off x="852084" y="627480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553;g3d0ffe769cd_0_0">
            <a:extLst>
              <a:ext uri="{FF2B5EF4-FFF2-40B4-BE49-F238E27FC236}">
                <a16:creationId xmlns:a16="http://schemas.microsoft.com/office/drawing/2014/main" id="{A0F35A0D-4B74-296D-4F29-49913F7FB9E2}"/>
              </a:ext>
            </a:extLst>
          </p:cNvPr>
          <p:cNvSpPr/>
          <p:nvPr/>
        </p:nvSpPr>
        <p:spPr>
          <a:xfrm>
            <a:off x="290798" y="704144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Google Shape;554;g3d0ffe769cd_0_0">
            <a:extLst>
              <a:ext uri="{FF2B5EF4-FFF2-40B4-BE49-F238E27FC236}">
                <a16:creationId xmlns:a16="http://schemas.microsoft.com/office/drawing/2014/main" id="{D9160A0F-C92C-1392-8B2E-1523EA5365E0}"/>
              </a:ext>
            </a:extLst>
          </p:cNvPr>
          <p:cNvSpPr txBox="1"/>
          <p:nvPr/>
        </p:nvSpPr>
        <p:spPr>
          <a:xfrm>
            <a:off x="276701" y="763243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562;g3d0ffe769cd_0_0">
            <a:extLst>
              <a:ext uri="{FF2B5EF4-FFF2-40B4-BE49-F238E27FC236}">
                <a16:creationId xmlns:a16="http://schemas.microsoft.com/office/drawing/2014/main" id="{BBC1853D-F72B-08C5-07B7-0C11C6087D4E}"/>
              </a:ext>
            </a:extLst>
          </p:cNvPr>
          <p:cNvSpPr txBox="1"/>
          <p:nvPr/>
        </p:nvSpPr>
        <p:spPr>
          <a:xfrm rot="16200000">
            <a:off x="1958850" y="742087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3" name="Table 22">
            <a:extLst>
              <a:ext uri="{FF2B5EF4-FFF2-40B4-BE49-F238E27FC236}">
                <a16:creationId xmlns:a16="http://schemas.microsoft.com/office/drawing/2014/main" id="{851D8B15-12F7-6C3B-2E26-9A296A464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95342"/>
              </p:ext>
            </p:extLst>
          </p:nvPr>
        </p:nvGraphicFramePr>
        <p:xfrm>
          <a:off x="2552400" y="627607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Predios en ruta y 0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Oval 23">
            <a:extLst>
              <a:ext uri="{FF2B5EF4-FFF2-40B4-BE49-F238E27FC236}">
                <a16:creationId xmlns:a16="http://schemas.microsoft.com/office/drawing/2014/main" id="{F846E2E6-B734-E6BA-34C0-54D0CD92E48E}"/>
              </a:ext>
            </a:extLst>
          </p:cNvPr>
          <p:cNvSpPr/>
          <p:nvPr/>
        </p:nvSpPr>
        <p:spPr>
          <a:xfrm>
            <a:off x="885600" y="629767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31</a:t>
            </a:r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CA69B97B-02DC-E45E-84B8-ECEFB6C282C3}"/>
              </a:ext>
            </a:extLst>
          </p:cNvPr>
          <p:cNvSpPr/>
          <p:nvPr/>
        </p:nvSpPr>
        <p:spPr>
          <a:xfrm>
            <a:off x="363600" y="708247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25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CAMPO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5DE3A697-8F6B-6F43-6E61-5B37F116752C}"/>
              </a:ext>
            </a:extLst>
          </p:cNvPr>
          <p:cNvSpPr txBox="1"/>
          <p:nvPr/>
        </p:nvSpPr>
        <p:spPr>
          <a:xfrm>
            <a:off x="0" y="9590400"/>
            <a:ext cx="75744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/>
              <a:t>¹ Sin </a:t>
            </a:r>
            <a:r>
              <a:rPr dirty="0" err="1"/>
              <a:t>predios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ruta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29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5,185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1,817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802762"/>
              </p:ext>
            </p:extLst>
          </p:nvPr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dirty="0"/>
                        <a:t>2 </a:t>
                      </a:r>
                      <a:r>
                        <a:rPr dirty="0" err="1"/>
                        <a:t>CEBIS</a:t>
                      </a:r>
                      <a:r>
                        <a:rPr lang="es-MX" baseline="30000" dirty="0"/>
                        <a:t>1</a:t>
                      </a:r>
                      <a:endParaRPr baseline="30000" dirty="0"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Soledad de Graciano Sánchez y El Naranjo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Luis Potosí, Ciudad Valles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San Luis Potosí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39 Ciudad Valles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Luis Potosí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70" name="Picture 469" descr="map_tipo2_24_s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242374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29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53856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</a:t>
            </a:r>
            <a:r>
              <a:rPr dirty="0" err="1"/>
              <a:t>Dirección</a:t>
            </a:r>
            <a:r>
              <a:rPr dirty="0"/>
              <a:t> de </a:t>
            </a:r>
            <a:r>
              <a:rPr dirty="0" err="1"/>
              <a:t>Prestaciones</a:t>
            </a:r>
            <a:r>
              <a:rPr dirty="0"/>
              <a:t> </a:t>
            </a:r>
            <a:r>
              <a:rPr dirty="0" err="1"/>
              <a:t>Económicas</a:t>
            </a:r>
            <a:r>
              <a:rPr dirty="0"/>
              <a:t> y </a:t>
            </a:r>
            <a:r>
              <a:rPr dirty="0" err="1"/>
              <a:t>Sociales</a:t>
            </a:r>
            <a:r>
              <a:rPr dirty="0"/>
              <a:t>, mayo de 2026.</a:t>
            </a:r>
            <a:endParaRPr lang="es-MX" dirty="0"/>
          </a:p>
          <a:p>
            <a:pPr>
              <a:defRPr sz="900">
                <a:solidFill>
                  <a:srgbClr val="FFFFFF"/>
                </a:solidFill>
                <a:latin typeface="Montserrat"/>
              </a:defRPr>
            </a:pPr>
            <a:r>
              <a:rPr lang="es-MX" baseline="30000" dirty="0"/>
              <a:t>1 </a:t>
            </a:r>
            <a:r>
              <a:rPr lang="es-MX" sz="900" dirty="0"/>
              <a:t>En proceso de solicitud de revisión, sin datos de productividad.</a:t>
            </a:r>
            <a:endParaRPr baseline="30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321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San Luis Potosi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16,813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16,804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General Motors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10,817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10,853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Controladora Mabe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6,479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6,254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Draexlmaier Components Automotive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5,065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-1.94%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-0.96%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-0.52%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+0.55%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+0.72%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+1.64%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+1.77%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+2.63%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+9.83%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393,915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482,016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395,723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12,292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68,131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7,915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484,061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494FB21-A12E-3D74-628B-23299256F739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$681.93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$359.30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$681.93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$20,457.9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02481"/>
              </p:ext>
            </p:extLst>
          </p:nvPr>
        </p:nvGraphicFramePr>
        <p:xfrm>
          <a:off x="320400" y="6649200"/>
          <a:ext cx="7038000" cy="262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público</a:t>
                      </a:r>
                      <a:r>
                        <a:rPr lang="es-MX" dirty="0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Centro de Producción Santa Rita S.A. de C.V.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$28.24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Estatal de Ciegos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Organismo Público Descentralizado de Agua Potable, Alcantarillado y Saneamiento de Axtla de Terrazas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privado</a:t>
                      </a:r>
                      <a:r>
                        <a:rPr lang="es-MX" dirty="0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Machinery y Soluciones Alk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$7.75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Prensas y Troqueles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Xico Ingenieros Civiles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$4.37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8" y="2350800"/>
            <a:ext cx="686520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Salario Base de </a:t>
            </a:r>
            <a:r>
              <a:rPr dirty="0" err="1">
                <a:solidFill>
                  <a:schemeClr val="tx1"/>
                </a:solidFill>
              </a:rPr>
              <a:t>Cotización</a:t>
            </a:r>
            <a:r>
              <a:rPr dirty="0">
                <a:solidFill>
                  <a:schemeClr val="tx1"/>
                </a:solidFill>
              </a:rPr>
              <a:t>:</a:t>
            </a:r>
            <a:r>
              <a:rPr lang="es-MX" dirty="0">
                <a:solidFill>
                  <a:schemeClr val="tx1"/>
                </a:solidFill>
              </a:rPr>
              <a:t> se utilizó como deflactor del salario el cociente del INPC entre diciembre 2018 (103.02) y  preliminar de mayo  2026 (145.714) de 0.7069998. </a:t>
            </a:r>
          </a:p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lang="es-MX" dirty="0">
                <a:solidFill>
                  <a:schemeClr val="tx1"/>
                </a:solidFill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550,383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2,058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467,791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1,792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12,764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46,491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23,337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6,601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5,721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14,741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731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953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1,462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467713"/>
              </p:ext>
            </p:extLst>
          </p:nvPr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Concepto</a:t>
                      </a:r>
                      <a:endParaRPr dirty="0"/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1,176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8,471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11,299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48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611,344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168,147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443,197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157,108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550,383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6,601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5050</Words>
  <Application>Microsoft Office PowerPoint</Application>
  <PresentationFormat>Personalizado</PresentationFormat>
  <Paragraphs>1801</Paragraphs>
  <Slides>26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Montserrat</vt:lpstr>
      <vt:lpstr>Calibri</vt:lpstr>
      <vt:lpstr>Noto Sans Black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Laura Patricia Galvan Chavez</cp:lastModifiedBy>
  <cp:revision>129</cp:revision>
  <dcterms:modified xsi:type="dcterms:W3CDTF">2026-07-02T23:28:55Z</dcterms:modified>
</cp:coreProperties>
</file>