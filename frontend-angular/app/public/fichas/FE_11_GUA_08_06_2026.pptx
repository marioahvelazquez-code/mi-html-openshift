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280" r:id="rId11"/>
    <p:sldId id="267" r:id="rId12"/>
    <p:sldId id="298" r:id="rId13"/>
    <p:sldId id="303" r:id="rId47"/>
    <p:sldId id="304" r:id="rId48"/>
    <p:sldId id="305" r:id="rId49"/>
    <p:sldId id="281" r:id="rId14"/>
    <p:sldId id="306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91500-B364-9B66-1427-1CC11EF9C334}" v="23" dt="2026-05-12T23:26:25.341"/>
    <p1510:client id="{BAF90386-3B02-8F11-6595-F85A64E2EDE9}" v="92" dt="2026-05-12T22:39:09.8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8" autoAdjust="0"/>
    <p:restoredTop sz="94690"/>
  </p:normalViewPr>
  <p:slideViewPr>
    <p:cSldViewPr snapToGrid="0" showGuides="1">
      <p:cViewPr varScale="1">
        <p:scale>
          <a:sx n="78" d="100"/>
          <a:sy n="78" d="100"/>
        </p:scale>
        <p:origin x="332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75D91500-B364-9B66-1427-1CC11EF9C334}"/>
    <pc:docChg chg="modSld">
      <pc:chgData name="Gerardo Jahir Lara Garcia" userId="S::gerardo.larag@imss.gob.mx::84d5cd65-4601-4e92-b448-a9da4809e012" providerId="AD" clId="Web-{75D91500-B364-9B66-1427-1CC11EF9C334}" dt="2026-05-12T23:26:25.341" v="22" actId="1076"/>
      <pc:docMkLst>
        <pc:docMk/>
      </pc:docMkLst>
      <pc:sldChg chg="addSp delSp modSp">
        <pc:chgData name="Gerardo Jahir Lara Garcia" userId="S::gerardo.larag@imss.gob.mx::84d5cd65-4601-4e92-b448-a9da4809e012" providerId="AD" clId="Web-{75D91500-B364-9B66-1427-1CC11EF9C334}" dt="2026-05-12T23:26:25.341" v="22" actId="1076"/>
        <pc:sldMkLst>
          <pc:docMk/>
          <pc:sldMk cId="364733940" sldId="284"/>
        </pc:sldMkLst>
        <pc:spChg chg="del">
          <ac:chgData name="Gerardo Jahir Lara Garcia" userId="S::gerardo.larag@imss.gob.mx::84d5cd65-4601-4e92-b448-a9da4809e012" providerId="AD" clId="Web-{75D91500-B364-9B66-1427-1CC11EF9C334}" dt="2026-05-12T23:25:52.934" v="17"/>
          <ac:spMkLst>
            <pc:docMk/>
            <pc:sldMk cId="364733940" sldId="284"/>
            <ac:spMk id="3" creationId="{ABCC6279-D2EB-1F1F-D811-3FFF80887F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5"/>
          <ac:spMkLst>
            <pc:docMk/>
            <pc:sldMk cId="364733940" sldId="284"/>
            <ac:spMk id="6" creationId="{4578A0AA-9DC1-3453-263A-76BE5A8BE282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52.918" v="13"/>
          <ac:spMkLst>
            <pc:docMk/>
            <pc:sldMk cId="364733940" sldId="284"/>
            <ac:spMk id="9" creationId="{907F7F6F-8FF8-56A0-795F-B2A127C97D4D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52.934" v="16"/>
          <ac:picMkLst>
            <pc:docMk/>
            <pc:sldMk cId="364733940" sldId="284"/>
            <ac:picMk id="4" creationId="{488C755F-8E2D-8CE1-6C1B-6DBB55EE2CD3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52.918" v="14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6:25.341" v="22" actId="1076"/>
          <ac:picMkLst>
            <pc:docMk/>
            <pc:sldMk cId="364733940" sldId="284"/>
            <ac:picMk id="10" creationId="{6FAA308F-3AF5-5118-CB28-7073758241EB}"/>
          </ac:picMkLst>
        </pc:picChg>
      </pc:sldChg>
      <pc:sldChg chg="addSp delSp modSp">
        <pc:chgData name="Gerardo Jahir Lara Garcia" userId="S::gerardo.larag@imss.gob.mx::84d5cd65-4601-4e92-b448-a9da4809e012" providerId="AD" clId="Web-{75D91500-B364-9B66-1427-1CC11EF9C334}" dt="2026-05-12T23:25:49.183" v="12" actId="1076"/>
        <pc:sldMkLst>
          <pc:docMk/>
          <pc:sldMk cId="3240565764" sldId="297"/>
        </pc:sldMkLst>
        <pc:spChg chg="del">
          <ac:chgData name="Gerardo Jahir Lara Garcia" userId="S::gerardo.larag@imss.gob.mx::84d5cd65-4601-4e92-b448-a9da4809e012" providerId="AD" clId="Web-{75D91500-B364-9B66-1427-1CC11EF9C334}" dt="2026-05-12T23:25:29.152" v="7"/>
          <ac:spMkLst>
            <pc:docMk/>
            <pc:sldMk cId="3240565764" sldId="297"/>
            <ac:spMk id="3" creationId="{21AE8FA6-CA77-F761-93C9-BF2570CBBE30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5"/>
          <ac:spMkLst>
            <pc:docMk/>
            <pc:sldMk cId="3240565764" sldId="297"/>
            <ac:spMk id="7" creationId="{FD4175D4-66CF-7FBC-B843-C149C5339DF1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3"/>
          <ac:spMkLst>
            <pc:docMk/>
            <pc:sldMk cId="3240565764" sldId="297"/>
            <ac:spMk id="9" creationId="{50F1217E-09B0-81A3-6E99-CB1DE729ADDF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2"/>
          <ac:spMkLst>
            <pc:docMk/>
            <pc:sldMk cId="3240565764" sldId="297"/>
            <ac:spMk id="10" creationId="{991C7EE4-1170-AC4C-597D-3383D8E8A8F9}"/>
          </ac:spMkLst>
        </pc:spChg>
        <pc:spChg chg="del">
          <ac:chgData name="Gerardo Jahir Lara Garcia" userId="S::gerardo.larag@imss.gob.mx::84d5cd65-4601-4e92-b448-a9da4809e012" providerId="AD" clId="Web-{75D91500-B364-9B66-1427-1CC11EF9C334}" dt="2026-05-12T23:25:29.152" v="0"/>
          <ac:spMkLst>
            <pc:docMk/>
            <pc:sldMk cId="3240565764" sldId="297"/>
            <ac:spMk id="12" creationId="{CA535D92-E281-11D7-D7CB-F8BAB9F176B8}"/>
          </ac:spMkLst>
        </pc:spChg>
        <pc:picChg chg="del">
          <ac:chgData name="Gerardo Jahir Lara Garcia" userId="S::gerardo.larag@imss.gob.mx::84d5cd65-4601-4e92-b448-a9da4809e012" providerId="AD" clId="Web-{75D91500-B364-9B66-1427-1CC11EF9C334}" dt="2026-05-12T23:25:29.152" v="6"/>
          <ac:picMkLst>
            <pc:docMk/>
            <pc:sldMk cId="3240565764" sldId="297"/>
            <ac:picMk id="4" creationId="{AE9FD96F-084C-5DEE-6966-05F8D1633A42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4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75D91500-B364-9B66-1427-1CC11EF9C334}" dt="2026-05-12T23:25:29.152" v="1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75D91500-B364-9B66-1427-1CC11EF9C334}" dt="2026-05-12T23:25:49.183" v="12" actId="1076"/>
          <ac:picMkLst>
            <pc:docMk/>
            <pc:sldMk cId="3240565764" sldId="297"/>
            <ac:picMk id="13" creationId="{FE6B1E97-6306-CF2A-FA59-7A30B5FF69B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2:34.324" v="0"/>
      <pc:docMkLst>
        <pc:docMk/>
      </pc:docMkLst>
      <pc:sldChg chg="add">
        <pc:chgData name="Carlos Esponda Rosales" userId="08a2b2cc-6d12-4dea-90fe-c484bece8186" providerId="ADAL" clId="{6846A1DD-3EC1-5A12-B3C5-9C410579EE4F}" dt="2026-05-08T17:32:34.324" v="0"/>
        <pc:sldMkLst>
          <pc:docMk/>
          <pc:sldMk cId="114956253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28:10.509" v="118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8:48.922" v="107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8:48.922" v="107" actId="1076"/>
          <ac:spMkLst>
            <pc:docMk/>
            <pc:sldMk cId="0" sldId="260"/>
            <ac:spMk id="7" creationId="{7FC5361E-423D-4DBF-BAD5-7123E999B75C}"/>
          </ac:spMkLst>
        </pc:spChg>
        <pc:graphicFrameChg chg="add mod">
          <ac:chgData name="Edgar Rosales Ortega" userId="d1d54fc2-1570-4978-babc-e22e1526833f" providerId="ADAL" clId="{66BE7C30-C669-4152-AC74-10076FC0590C}" dt="2026-04-30T23:08:40.087" v="106" actId="1076"/>
          <ac:graphicFrameMkLst>
            <pc:docMk/>
            <pc:sldMk cId="0" sldId="260"/>
            <ac:graphicFrameMk id="5" creationId="{A6669366-6036-5DEF-D9AB-64016611B7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8:48.922" v="107" actId="1076"/>
          <ac:picMkLst>
            <pc:docMk/>
            <pc:sldMk cId="0" sldId="260"/>
            <ac:picMk id="6" creationId="{3D43CEB2-181B-615A-539C-EB03B5885C0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6:03.326" v="10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7" creationId="{9C55D797-E8CF-C4F0-A192-E1DF5E579F80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8" creationId="{7DA4FEAD-3413-7D8A-D443-2AE1A8D53053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9" creationId="{87858137-E9B3-D914-8266-55FE532CA671}"/>
          </ac:spMkLst>
        </pc:spChg>
        <pc:spChg chg="add mod">
          <ac:chgData name="Edgar Rosales Ortega" userId="d1d54fc2-1570-4978-babc-e22e1526833f" providerId="ADAL" clId="{66BE7C30-C669-4152-AC74-10076FC0590C}" dt="2026-05-05T17:56:03.326" v="108" actId="164"/>
          <ac:spMkLst>
            <pc:docMk/>
            <pc:sldMk cId="0" sldId="261"/>
            <ac:spMk id="11" creationId="{362284C9-3FBE-6C6A-E157-FA385688D608}"/>
          </ac:spMkLst>
        </pc:spChg>
        <pc:grpChg chg="add mod">
          <ac:chgData name="Edgar Rosales Ortega" userId="d1d54fc2-1570-4978-babc-e22e1526833f" providerId="ADAL" clId="{66BE7C30-C669-4152-AC74-10076FC0590C}" dt="2026-05-05T17:56:03.326" v="108" actId="164"/>
          <ac:grpSpMkLst>
            <pc:docMk/>
            <pc:sldMk cId="0" sldId="261"/>
            <ac:grpSpMk id="2" creationId="{69C2DBA5-3D87-9334-8F97-F520E54D5439}"/>
          </ac:grpSpMkLst>
        </pc:grpChg>
        <pc:picChg chg="add mod">
          <ac:chgData name="Edgar Rosales Ortega" userId="d1d54fc2-1570-4978-babc-e22e1526833f" providerId="ADAL" clId="{66BE7C30-C669-4152-AC74-10076FC0590C}" dt="2026-05-05T17:56:03.326" v="108" actId="164"/>
          <ac:picMkLst>
            <pc:docMk/>
            <pc:sldMk cId="0" sldId="261"/>
            <ac:picMk id="10" creationId="{B5EB58E5-E996-1918-A403-3A911218F36F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5-07T17:27:15.419" v="111" actId="478"/>
        <pc:sldMkLst>
          <pc:docMk/>
          <pc:sldMk cId="0" sldId="262"/>
        </pc:sldMkLst>
      </pc:sldChg>
      <pc:sldChg chg="addSp delSp modSp mod ord">
        <pc:chgData name="Edgar Rosales Ortega" userId="d1d54fc2-1570-4978-babc-e22e1526833f" providerId="ADAL" clId="{66BE7C30-C669-4152-AC74-10076FC0590C}" dt="2026-05-07T17:27:22.035" v="113" actId="478"/>
        <pc:sldMkLst>
          <pc:docMk/>
          <pc:sldMk cId="0" sldId="263"/>
        </pc:sldMkLst>
      </pc:sldChg>
      <pc:sldChg chg="addSp delSp modSp mod ord">
        <pc:chgData name="Edgar Rosales Ortega" userId="d1d54fc2-1570-4978-babc-e22e1526833f" providerId="ADAL" clId="{66BE7C30-C669-4152-AC74-10076FC0590C}" dt="2026-04-30T15:58:52.423" v="96" actId="478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0:15.667" v="22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27:38.63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27:38.63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6:25.207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5:50.158" v="102" actId="1076"/>
          <ac:spMkLst>
            <pc:docMk/>
            <pc:sldMk cId="0" sldId="279"/>
            <ac:spMk id="2" creationId="{88013136-901A-12E2-DE52-B6A458FAF15A}"/>
          </ac:spMkLst>
        </pc:spChg>
        <pc:spChg chg="mod">
          <ac:chgData name="Edgar Rosales Ortega" userId="d1d54fc2-1570-4978-babc-e22e1526833f" providerId="ADAL" clId="{66BE7C30-C669-4152-AC74-10076FC0590C}" dt="2026-05-05T17:56:25.207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addSp delSp modSp mod ord">
        <pc:chgData name="Edgar Rosales Ortega" userId="d1d54fc2-1570-4978-babc-e22e1526833f" providerId="ADAL" clId="{66BE7C30-C669-4152-AC74-10076FC0590C}" dt="2026-04-30T15:58:54.212" v="97" actId="47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0:19.578" v="28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6:10.147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28:10.509" v="118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28:10.509" v="118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9:02.353" v="101" actId="47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0:23.636" v="29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27:53.686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27:53.686" v="116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addSp delSp modSp mod ord">
        <pc:chgData name="Edgar Rosales Ortega" userId="d1d54fc2-1570-4978-babc-e22e1526833f" providerId="ADAL" clId="{66BE7C30-C669-4152-AC74-10076FC0590C}" dt="2026-04-30T15:58:43.528" v="94" actId="478"/>
        <pc:sldMkLst>
          <pc:docMk/>
          <pc:sldMk cId="222510192" sldId="298"/>
        </pc:sldMkLst>
      </pc:sldChg>
    </pc:docChg>
  </pc:docChgLst>
  <pc:docChgLst>
    <pc:chgData name="Gerardo Jahir Lara Garcia" userId="S::gerardo.larag@imss.gob.mx::84d5cd65-4601-4e92-b448-a9da4809e012" providerId="AD" clId="Web-{BAF90386-3B02-8F11-6595-F85A64E2EDE9}"/>
    <pc:docChg chg="modSld">
      <pc:chgData name="Gerardo Jahir Lara Garcia" userId="S::gerardo.larag@imss.gob.mx::84d5cd65-4601-4e92-b448-a9da4809e012" providerId="AD" clId="Web-{BAF90386-3B02-8F11-6595-F85A64E2EDE9}" dt="2026-05-12T22:39:09.802" v="52"/>
      <pc:docMkLst>
        <pc:docMk/>
      </pc:docMkLst>
      <pc:sldChg chg="addSp delSp modSp">
        <pc:chgData name="Gerardo Jahir Lara Garcia" userId="S::gerardo.larag@imss.gob.mx::84d5cd65-4601-4e92-b448-a9da4809e012" providerId="AD" clId="Web-{BAF90386-3B02-8F11-6595-F85A64E2EDE9}" dt="2026-05-12T22:39:09.802" v="52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9:07.348" v="50" actId="20577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BAF90386-3B02-8F11-6595-F85A64E2EDE9}" dt="2026-05-12T22:37:14.158" v="1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9:09.802" v="51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BAF90386-3B02-8F11-6595-F85A64E2EDE9}" dt="2026-05-12T22:37:14.158" v="1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AF90386-3B02-8F11-6595-F85A64E2EDE9}" dt="2026-05-12T22:39:09.802" v="52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BAF90386-3B02-8F11-6595-F85A64E2EDE9}" dt="2026-05-12T22:38:35.160" v="46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BAF90386-3B02-8F11-6595-F85A64E2EDE9}" dt="2026-05-12T22:37:34.862" v="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44.612" v="14" actId="20577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51.471" v="15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7:34.908" v="1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BAF90386-3B02-8F11-6595-F85A64E2EDE9}" dt="2026-05-12T22:38:35.160" v="46" actId="1076"/>
          <ac:spMkLst>
            <pc:docMk/>
            <pc:sldMk cId="3240565764" sldId="297"/>
            <ac:spMk id="12" creationId="{CA535D92-E281-11D7-D7CB-F8BAB9F176B8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4"/>
          <ac:spMkLst>
            <pc:docMk/>
            <pc:sldMk cId="3240565764" sldId="297"/>
            <ac:spMk id="13" creationId="{B9C2E918-974F-A566-8C8B-5DDE4ED4290B}"/>
          </ac:spMkLst>
        </pc:spChg>
        <pc:spChg chg="add del">
          <ac:chgData name="Gerardo Jahir Lara Garcia" userId="S::gerardo.larag@imss.gob.mx::84d5cd65-4601-4e92-b448-a9da4809e012" providerId="AD" clId="Web-{BAF90386-3B02-8F11-6595-F85A64E2EDE9}" dt="2026-05-12T22:37:28.393" v="2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BAF90386-3B02-8F11-6595-F85A64E2EDE9}" dt="2026-05-12T22:37:34.877" v="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893" v="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BAF90386-3B02-8F11-6595-F85A64E2EDE9}" dt="2026-05-12T22:37:34.908" v="11" actId="1076"/>
          <ac:picMkLst>
            <pc:docMk/>
            <pc:sldMk cId="3240565764" sldId="297"/>
            <ac:picMk id="11" creationId="{F7B31A16-FD1A-331A-6F76-259EB810FD76}"/>
          </ac:picMkLst>
        </pc:picChg>
        <pc:picChg chg="del">
          <ac:chgData name="Gerardo Jahir Lara Garcia" userId="S::gerardo.larag@imss.gob.mx::84d5cd65-4601-4e92-b448-a9da4809e012" providerId="AD" clId="Web-{BAF90386-3B02-8F11-6595-F85A64E2EDE9}" dt="2026-05-12T22:37:28.393" v="3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2938192.0</c:v>
                </c:pt>
                <c:pt idx="1">
                  <c:v>559956.0</c:v>
                </c:pt>
                <c:pt idx="2">
                  <c:v>3056072.0</c:v>
                </c:pt>
                <c:pt idx="3">
                  <c:v>36529.0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40.43671072176342</c:v>
                </c:pt>
                <c:pt idx="1">
                  <c:v>59.56328927823658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9.870237981</c:v>
                </c:pt>
                <c:pt idx="1">
                  <c:v>90.129762019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38.96</c:v>
                </c:pt>
                <c:pt idx="1">
                  <c:v>61.04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39.3</c:v>
                </c:pt>
                <c:pt idx="1">
                  <c:v>60.7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</c:v>
                </c:pt>
                <c:pt idx="1">
                  <c:v>289</c:v>
                </c:pt>
                <c:pt idx="2">
                  <c:v>299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53396</c:v>
                </c:pt>
                <c:pt idx="1">
                  <c:v>467808</c:v>
                </c:pt>
                <c:pt idx="2">
                  <c:v>94740</c:v>
                </c:pt>
                <c:pt idx="3">
                  <c:v>8443</c:v>
                </c:pt>
                <c:pt idx="4">
                  <c:v>73078</c:v>
                </c:pt>
                <c:pt idx="5">
                  <c:v>194160</c:v>
                </c:pt>
                <c:pt idx="6">
                  <c:v>76677</c:v>
                </c:pt>
                <c:pt idx="7">
                  <c:v>154169</c:v>
                </c:pt>
                <c:pt idx="8">
                  <c:v>3325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Ind Eléctrica y Captación y Suministro de Agua Potable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52438</c:v>
                </c:pt>
                <c:pt idx="1">
                  <c:v>461383</c:v>
                </c:pt>
                <c:pt idx="2">
                  <c:v>95373</c:v>
                </c:pt>
                <c:pt idx="3">
                  <c:v>8579</c:v>
                </c:pt>
                <c:pt idx="4">
                  <c:v>74559</c:v>
                </c:pt>
                <c:pt idx="5">
                  <c:v>198754</c:v>
                </c:pt>
                <c:pt idx="6">
                  <c:v>78614</c:v>
                </c:pt>
                <c:pt idx="7">
                  <c:v>158896</c:v>
                </c:pt>
                <c:pt idx="8">
                  <c:v>3449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975799</c:v>
                </c:pt>
                <c:pt idx="1">
                  <c:v>1012869</c:v>
                </c:pt>
                <c:pt idx="2">
                  <c:v>992053</c:v>
                </c:pt>
                <c:pt idx="3">
                  <c:v>993820</c:v>
                </c:pt>
                <c:pt idx="4">
                  <c:v>1039960</c:v>
                </c:pt>
                <c:pt idx="5">
                  <c:v>1077268</c:v>
                </c:pt>
                <c:pt idx="6">
                  <c:v>1112740</c:v>
                </c:pt>
                <c:pt idx="7">
                  <c:v>1125796</c:v>
                </c:pt>
                <c:pt idx="8">
                  <c:v>1132045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imss.gob.mx/tramites/imss02030b" TargetMode="External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Guanajuato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Guanaju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45%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2,938,192</a:t>
            </a:r>
            <a:br/>
            <a:r>
              <a:t>45%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559,956</a:t>
            </a:r>
            <a:br/>
            <a:r>
              <a:t>8%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3,056,072</a:t>
            </a:r>
            <a:br/>
            <a:r>
              <a:t>46%</a:t>
            </a:r>
          </a:p>
        </p:txBody>
      </p:sp>
      <p:pic>
        <p:nvPicPr>
          <p:cNvPr id="125" name="Picture 124" descr="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023254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36,529</a:t>
            </a:r>
            <a:br/>
            <a:r>
              <a:t>0.55%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6,590,749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2,697,616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2,938,192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1,473,883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1,742,076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994,870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257,631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274,963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297,497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262,309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1,223,733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1,196,116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458,975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646,188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553,369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2,099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2,456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16,274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10515795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1_g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996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531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1,535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738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34 UMF, 5 UMFH y no incluye 4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38;g3d0b4d3c5c9_2_33">
            <a:extLst>
              <a:ext uri="{FF2B5EF4-FFF2-40B4-BE49-F238E27FC236}">
                <a16:creationId xmlns:a16="http://schemas.microsoft.com/office/drawing/2014/main" id="{A6669366-6036-5DEF-D9AB-64016611B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913697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León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44;g3d0b4d3c5c9_2_33">
            <a:extLst>
              <a:ext uri="{FF2B5EF4-FFF2-40B4-BE49-F238E27FC236}">
                <a16:creationId xmlns:a16="http://schemas.microsoft.com/office/drawing/2014/main" id="{3D43CEB2-181B-615A-539C-EB03B5885C0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0" y="2139151"/>
            <a:ext cx="3007425" cy="19010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C5361E-423D-4DBF-BAD5-7123E999B75C}"/>
              </a:ext>
            </a:extLst>
          </p:cNvPr>
          <p:cNvSpPr txBox="1"/>
          <p:nvPr/>
        </p:nvSpPr>
        <p:spPr>
          <a:xfrm>
            <a:off x="3191326" y="1928537"/>
            <a:ext cx="4466869" cy="2590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Seguro Social comenzó a operar en 1951, mediante la afiliación de trabajadores urbanos y otorgando consultas de medicina general y atención preventiva en instalaciones adaptadas y consultorios subrogados.</a:t>
            </a: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formal del Instituto fue el Hospital General de Zona No. 1 del IMSS en León (hoy integrado al complejo del Bajío), iniciado en operaciones en 1954.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contaba con una capacidad aproximada de 40 camas y otorgaba servicios de hospitalización general, urgencias, medicina interna, cirugía general básica, gineco‑obstetricia, farmacia y apoyo de laboratorio.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gua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69C2DBA5-3D87-9334-8F97-F520E54D5439}"/>
              </a:ext>
            </a:extLst>
          </p:cNvPr>
          <p:cNvGrpSpPr/>
          <p:nvPr/>
        </p:nvGrpSpPr>
        <p:grpSpPr>
          <a:xfrm>
            <a:off x="144303" y="5752465"/>
            <a:ext cx="7772400" cy="3279673"/>
            <a:chOff x="144303" y="5752465"/>
            <a:chExt cx="7772400" cy="3279673"/>
          </a:xfrm>
        </p:grpSpPr>
        <p:sp>
          <p:nvSpPr>
            <p:cNvPr id="7" name="Google Shape;170;g3d62d805bc0_1_167">
              <a:extLst>
                <a:ext uri="{FF2B5EF4-FFF2-40B4-BE49-F238E27FC236}">
                  <a16:creationId xmlns:a16="http://schemas.microsoft.com/office/drawing/2014/main" id="{9C55D797-E8CF-C4F0-A192-E1DF5E579F80}"/>
                </a:ext>
              </a:extLst>
            </p:cNvPr>
            <p:cNvSpPr/>
            <p:nvPr/>
          </p:nvSpPr>
          <p:spPr>
            <a:xfrm>
              <a:off x="3082678" y="804972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71;g3d62d805bc0_1_167">
              <a:extLst>
                <a:ext uri="{FF2B5EF4-FFF2-40B4-BE49-F238E27FC236}">
                  <a16:creationId xmlns:a16="http://schemas.microsoft.com/office/drawing/2014/main" id="{7DA4FEAD-3413-7D8A-D443-2AE1A8D53053}"/>
                </a:ext>
              </a:extLst>
            </p:cNvPr>
            <p:cNvSpPr/>
            <p:nvPr/>
          </p:nvSpPr>
          <p:spPr>
            <a:xfrm>
              <a:off x="2580639" y="804972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172;g3d62d805bc0_1_167">
              <a:extLst>
                <a:ext uri="{FF2B5EF4-FFF2-40B4-BE49-F238E27FC236}">
                  <a16:creationId xmlns:a16="http://schemas.microsoft.com/office/drawing/2014/main" id="{87858137-E9B3-D914-8266-55FE532CA671}"/>
                </a:ext>
              </a:extLst>
            </p:cNvPr>
            <p:cNvSpPr txBox="1"/>
            <p:nvPr/>
          </p:nvSpPr>
          <p:spPr>
            <a:xfrm>
              <a:off x="2597400" y="840340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21 León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0" name="Google Shape;173;g3d62d805bc0_1_167">
              <a:extLst>
                <a:ext uri="{FF2B5EF4-FFF2-40B4-BE49-F238E27FC236}">
                  <a16:creationId xmlns:a16="http://schemas.microsoft.com/office/drawing/2014/main" id="{B5EB58E5-E996-1918-A403-3A911218F36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8375" y="648738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75;g3d62d805bc0_1_167">
              <a:extLst>
                <a:ext uri="{FF2B5EF4-FFF2-40B4-BE49-F238E27FC236}">
                  <a16:creationId xmlns:a16="http://schemas.microsoft.com/office/drawing/2014/main" id="{362284C9-3FBE-6C6A-E157-FA385688D608}"/>
                </a:ext>
              </a:extLst>
            </p:cNvPr>
            <p:cNvSpPr txBox="1"/>
            <p:nvPr/>
          </p:nvSpPr>
          <p:spPr>
            <a:xfrm>
              <a:off x="144303" y="575246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771708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C0C946C-9809-1973-132C-E5228B85F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11A0BB4-43E5-4096-11F0-6DE12B11F5C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EE5EA9B-7991-F9BE-5344-731587D09BB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95CADC-F578-5361-C046-15C7F106E1CA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F500B84F-C27E-8AEA-8B7F-B540D17D66A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3B13480-A66F-26F6-135F-F54C51B2DA6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D5718C-24C3-233E-51FC-1E2190108B6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+9,852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+333,169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+237,015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4,197,491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333,169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1,733,459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4,207,008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517,777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36,441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29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68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Comonfort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Cortazar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Salvatierra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Penjamo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14,711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S. Miguel Allende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Villagran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Purísima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Ocampo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S.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Romita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S. José Iturbide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52,635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Jaral de Berrios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Apaseo el Alto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Manuel Doblado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Yuriria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Pueblo Nuevo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Cueramaro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Abasolo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V. Santiago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Tarimoro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Irapuato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Jaral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334,351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141,394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Guanajuato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289,770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115,820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86,550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60 Los Naranjos 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127,294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41,006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54,039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San Diego de la Unión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1,530,006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154,115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638,101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1,578,024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709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8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71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709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1,578,024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adroTexto 158">
            <a:extLst>
              <a:ext uri="{FF2B5EF4-FFF2-40B4-BE49-F238E27FC236}">
                <a16:creationId xmlns:a16="http://schemas.microsoft.com/office/drawing/2014/main" id="{A53993D4-ABBF-54F4-D4AB-00CC44BFADB7}"/>
              </a:ext>
            </a:extLst>
          </p:cNvPr>
          <p:cNvSpPr txBox="1"/>
          <p:nvPr/>
        </p:nvSpPr>
        <p:spPr>
          <a:xfrm>
            <a:off x="4087977" y="50292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1 Nueva UMTC con   3 consultorios</a:t>
            </a:r>
          </a:p>
        </p:txBody>
      </p:sp>
      <p:graphicFrame>
        <p:nvGraphicFramePr>
          <p:cNvPr id="160" name="Tabla 159">
            <a:extLst>
              <a:ext uri="{FF2B5EF4-FFF2-40B4-BE49-F238E27FC236}">
                <a16:creationId xmlns:a16="http://schemas.microsoft.com/office/drawing/2014/main" id="{E48D9A9F-DF8B-6169-A92E-A0628BB8E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13365"/>
              </p:ext>
            </p:extLst>
          </p:nvPr>
        </p:nvGraphicFramePr>
        <p:xfrm>
          <a:off x="4727885" y="612230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60 Los Naranjos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1" name="CuadroTexto 160">
            <a:extLst>
              <a:ext uri="{FF2B5EF4-FFF2-40B4-BE49-F238E27FC236}">
                <a16:creationId xmlns:a16="http://schemas.microsoft.com/office/drawing/2014/main" id="{97AB24E3-FAFD-531D-DDB9-0BC7F8F9E7DC}"/>
              </a:ext>
            </a:extLst>
          </p:cNvPr>
          <p:cNvSpPr txBox="1"/>
          <p:nvPr/>
        </p:nvSpPr>
        <p:spPr>
          <a:xfrm>
            <a:off x="4280638" y="695255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Incremento de 8 consultorios en</a:t>
            </a:r>
          </a:p>
        </p:txBody>
      </p:sp>
      <p:graphicFrame>
        <p:nvGraphicFramePr>
          <p:cNvPr id="162" name="Tabla 161">
            <a:extLst>
              <a:ext uri="{FF2B5EF4-FFF2-40B4-BE49-F238E27FC236}">
                <a16:creationId xmlns:a16="http://schemas.microsoft.com/office/drawing/2014/main" id="{FB6C7464-55EE-7D5A-8BEB-17903DB1B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677512"/>
              </p:ext>
            </p:extLst>
          </p:nvPr>
        </p:nvGraphicFramePr>
        <p:xfrm>
          <a:off x="4684419" y="7674945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 59 Celaya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endParaRPr lang="es-MX" sz="1400" b="0" u="none" strike="noStrike"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2)  UMF  53 León</a:t>
                      </a: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arenR"/>
                        <a:tabLst/>
                        <a:defRPr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3)  UMF 47 León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63" name="TextBox 16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39 Unidades de Medicina Familiar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(30 consultorios)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(160,541 consultas)</a:t>
            </a:r>
          </a:p>
        </p:txBody>
      </p:sp>
      <p:graphicFrame>
        <p:nvGraphicFramePr>
          <p:cNvPr id="170" name="Table 169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S. Cruz Juventino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16,863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12 Dolores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20,643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Silao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121,542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Apaseo Grande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Irapuato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12,450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50 Guanajuato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114,491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50,707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509,903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29,322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202,679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509,712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53 León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315,281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129,275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Las Mandarinas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127,684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11,113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59 Celaya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141,179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57,542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81,040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614,152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1,475,864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1" name="Chart 17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21839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17,826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263,763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117,240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142,631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60,748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123,132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16,716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54,808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26,401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110,270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45,708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37,459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848,222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184,519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373,211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901,915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5526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48,924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200,521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95,642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294,482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52,496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144,566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427,050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1,142,704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237,015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517,777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1,328,965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768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4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39.0%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30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768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1,328,965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40637428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Celaya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21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7 Sn. Fco. del Rincón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Irapuato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MoroLeón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Salamanca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Guanajuato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54 Silao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20 S. Luis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Acambaro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51,156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5,378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25,011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59,943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169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21,983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11,430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32,775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73,139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9,852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36,441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92,718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32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80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39.3%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94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32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92,718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84 en Hospitales, 2 en sede, 19 en UMF y 204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1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471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4719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10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EECD0E8-D741-BDC7-2EF6-20EE230CA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094570"/>
              </p:ext>
            </p:extLst>
          </p:nvPr>
        </p:nvGraphicFramePr>
        <p:xfrm>
          <a:off x="287050" y="865193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13,023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19,388	 Personal de Salud: 13,085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+80.5%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2,458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4,813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+12.2%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2,880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+72.3%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+0.2%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874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17,309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1,285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227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5,090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25,694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(240,539)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(24,565)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(3,372)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(6,991)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(228,361)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(20,544)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(3,274)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(4,326)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(56,838)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(16,638)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(1,662)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(1,822)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(55,645)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(12,970)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(1,546)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(1,770)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(38,753)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(11,950)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(1,586)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461,618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2,636,607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508,752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2,749,301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84.4%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3F33-A1A6-66DD-7845-F667C347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1,110,265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785,058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418,734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400,933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373,497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337,166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295,184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287,922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273,171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TRAMADOL-PARACETAMOL. TABLETA. CADA TABLETA CONTIENE: CLORHIDRATO DE TRAMADOL  37.5 MG. PARACETAMOL 325.0 MG. ENVASE CON 20 TABLETAS.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220,559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562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E6B1E97-6306-CF2A-FA59-7A30B5FF6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" y="1631852"/>
            <a:ext cx="1600874" cy="67806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1584000"/>
          <a:ext cx="52956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5 unidades (HGZ No.2 Irapuato, HGZ No.21 León, HGZ No.4 Celaya,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6 unidades (HGSZ No.54 Silao, HGZ No.21 León, HGZ No.3 Salamanca, UMF No.53 León, H. de Especialidades No. 1 León,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León e Irapuato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No.21 León, HGZ No.4 Celaya, H. Gineco-Pediatría No. 48 León)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9 unidades, Guanajuato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53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2 Irapuato, HGZ No. 21 León, HGZ No.4 Celaya)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$708.4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6804000"/>
          <a:ext cx="52956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15 piezas de equipo médico: 1 congelador horizontal de refrigerantes para vacunas, 5 refrigeradores para vacunas, 3 refrigeradores congeladores de 5.4 pies cúbicos, 2 monitores de signos vitales para el traslado del paciente (con protección antimagnética), 1 calibrador de dósis de radioisótopos, 1 monitor de radiación de pared, 1 unidad de anestesia básica (con protección antimagnética), 1 tomógrafo axial computarizado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87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792.7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FAA308F-3AF5-5118-CB28-707375824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637" y="1642329"/>
            <a:ext cx="1662732" cy="26378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No. 10 72 camas Guanajuato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$1,545.8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2267998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2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UCIN, UCIP, UCI y 9 sillones de hemodialisis, Neumología, Cardiología pediatríca y residencias médicas en UMAE HGP 48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UMAE 1 Bajío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del área de Hemodiálisis en UMAA No. 55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$246.8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4715989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7 Equipos electromecánicos para 2 unidades; 2 equipos para aire acondicionado, 3 lavadoras y 2 secadoras.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1,872.5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09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Celaya (2027)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$3,692.0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Celaya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Salamanca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$2,710.0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9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No. 144 camas Salamanca (2027)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$2,128.0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1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$11,423.0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302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70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391991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11,423.0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Celaya, Salamanca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Apaseo el Grande, Celaya, Dolores Hidalgo, Irapuato, Moroleón, Salamanca (2), San José Iturbide, San Luis de la Paz (2), San Miguel de Allende, Valle de Santiago, Villagrán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43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15 en Salamanca, Irapuato, Apaseo el Grande, Dolores Hidalgo, Moroleón, Salamanca, San José Iturbide, San Luis de la Paz, San Miguel de Allende, Valle de Santiago y Villagrán.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12,220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857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CECEM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Irapuato, Celaya y Salamanca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 y Guanajuato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León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19 León, No. 20 Irapuato y No. 21 Celaya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1_gt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26900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19,388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Ecodeli Industrial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9,592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León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7,310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Arneses Eléctricos Automotrices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Transportes Castores de Baja California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+0.67%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+2.03%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+3.07%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+3.73%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955,512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1,125,796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961,831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37,521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122,212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10,481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1,132,045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013136-901A-12E2-DE52-B6A458FAF15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$581.83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$581.83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$17,454.9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Pénjamo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$22.48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 del Municipio de Santa Cruz de Juventino Rosas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$1.18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Tarimoro Gto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Cobra IS S.A de C.V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$75.79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Águila Bicefala de Transportes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$47.49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Hortícola Cimarrón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55 León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58 León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746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1 CMN del Bajío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48 CMN del Bajío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485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141598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1415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44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48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9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869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78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309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19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204 especialistas (sustitutos)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017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0000" y="909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GUANAJUATO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00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332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23</cp:revision>
  <dcterms:modified xsi:type="dcterms:W3CDTF">2026-05-12T23:26:29Z</dcterms:modified>
</cp:coreProperties>
</file>