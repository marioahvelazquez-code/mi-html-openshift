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305" r:id="rId6"/>
    <p:sldId id="261" r:id="rId7"/>
    <p:sldId id="287" r:id="rId8"/>
    <p:sldId id="262" r:id="rId9"/>
    <p:sldId id="263" r:id="rId10"/>
    <p:sldId id="280" r:id="rId11"/>
    <p:sldId id="306" r:id="rId12"/>
    <p:sldId id="307" r:id="rId13"/>
    <p:sldId id="308" r:id="rId14"/>
    <p:sldId id="281" r:id="rId15"/>
    <p:sldId id="288" r:id="rId16"/>
    <p:sldId id="270" r:id="rId17"/>
    <p:sldId id="271" r:id="rId18"/>
    <p:sldId id="272" r:id="rId19"/>
    <p:sldId id="300" r:id="rId20"/>
    <p:sldId id="297" r:id="rId21"/>
    <p:sldId id="284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702" y="-3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Sales Armendariz" userId="184e57a0-798c-4631-a9c3-d4f65b615685" providerId="ADAL" clId="{DF796C4C-B7E6-49EF-A623-003113919E54}"/>
    <pc:docChg chg="undo custSel addSld delSld modSld">
      <pc:chgData name="Daniela Sales Armendariz" userId="184e57a0-798c-4631-a9c3-d4f65b615685" providerId="ADAL" clId="{DF796C4C-B7E6-49EF-A623-003113919E54}" dt="2026-07-02T20:02:02.688" v="871" actId="20577"/>
      <pc:docMkLst>
        <pc:docMk/>
      </pc:docMkLst>
      <pc:sldChg chg="modSp mod">
        <pc:chgData name="Daniela Sales Armendariz" userId="184e57a0-798c-4631-a9c3-d4f65b615685" providerId="ADAL" clId="{DF796C4C-B7E6-49EF-A623-003113919E54}" dt="2026-06-29T15:32:26.335" v="20" actId="1076"/>
        <pc:sldMkLst>
          <pc:docMk/>
          <pc:sldMk cId="0" sldId="258"/>
        </pc:sldMkLst>
        <pc:spChg chg="mod">
          <ac:chgData name="Daniela Sales Armendariz" userId="184e57a0-798c-4631-a9c3-d4f65b615685" providerId="ADAL" clId="{DF796C4C-B7E6-49EF-A623-003113919E54}" dt="2026-06-27T01:34:11.790" v="2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1:33:59.702" v="0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1:34:26.702" v="4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1:34:19.388" v="3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1:34:48.278" v="8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1:34:42.677" v="6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5:31:59.495" v="15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5:32:06.803" v="16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5:32:26.335" v="20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5:32:22.353" v="19" actId="1076"/>
          <ac:spMkLst>
            <pc:docMk/>
            <pc:sldMk cId="0" sldId="258"/>
            <ac:spMk id="132" creationId="{00000000-0000-0000-0000-000000000000}"/>
          </ac:spMkLst>
        </pc:spChg>
        <pc:picChg chg="mod">
          <ac:chgData name="Daniela Sales Armendariz" userId="184e57a0-798c-4631-a9c3-d4f65b615685" providerId="ADAL" clId="{DF796C4C-B7E6-49EF-A623-003113919E54}" dt="2026-06-27T01:34:08.605" v="1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7T01:34:29.622" v="5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7T01:34:45.062" v="7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9T15:31:49.127" v="13" actId="1076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9T15:32:19.426" v="18" actId="1076"/>
          <ac:picMkLst>
            <pc:docMk/>
            <pc:sldMk cId="0" sldId="258"/>
            <ac:picMk id="131" creationId="{00000000-0000-0000-0000-000000000000}"/>
          </ac:picMkLst>
        </pc:picChg>
      </pc:sldChg>
      <pc:sldChg chg="modSp mod">
        <pc:chgData name="Daniela Sales Armendariz" userId="184e57a0-798c-4631-a9c3-d4f65b615685" providerId="ADAL" clId="{DF796C4C-B7E6-49EF-A623-003113919E54}" dt="2026-06-29T19:08:23.912" v="687" actId="20577"/>
        <pc:sldMkLst>
          <pc:docMk/>
          <pc:sldMk cId="0" sldId="259"/>
        </pc:sldMkLst>
        <pc:spChg chg="mod">
          <ac:chgData name="Daniela Sales Armendariz" userId="184e57a0-798c-4631-a9c3-d4f65b615685" providerId="ADAL" clId="{DF796C4C-B7E6-49EF-A623-003113919E54}" dt="2026-06-29T18:49:00.163" v="685" actId="20577"/>
          <ac:spMkLst>
            <pc:docMk/>
            <pc:sldMk cId="0" sldId="259"/>
            <ac:spMk id="139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6-29T19:08:23.912" v="687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  <pc:graphicFrameChg chg="modGraphic">
          <ac:chgData name="Daniela Sales Armendariz" userId="184e57a0-798c-4631-a9c3-d4f65b615685" providerId="ADAL" clId="{DF796C4C-B7E6-49EF-A623-003113919E54}" dt="2026-06-29T15:47:49.857" v="55" actId="947"/>
          <ac:graphicFrameMkLst>
            <pc:docMk/>
            <pc:sldMk cId="0" sldId="259"/>
            <ac:graphicFrameMk id="136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5:48:14.359" v="65" actId="20577"/>
        <pc:sldMkLst>
          <pc:docMk/>
          <pc:sldMk cId="0" sldId="261"/>
        </pc:sldMkLst>
        <pc:spChg chg="mod">
          <ac:chgData name="Daniela Sales Armendariz" userId="184e57a0-798c-4631-a9c3-d4f65b615685" providerId="ADAL" clId="{DF796C4C-B7E6-49EF-A623-003113919E54}" dt="2026-06-29T15:34:08.386" v="49" actId="20577"/>
          <ac:spMkLst>
            <pc:docMk/>
            <pc:sldMk cId="0" sldId="261"/>
            <ac:spMk id="10" creationId="{48867681-4C11-0450-7173-1E1DD2123BA3}"/>
          </ac:spMkLst>
        </pc:spChg>
        <pc:spChg chg="mod">
          <ac:chgData name="Daniela Sales Armendariz" userId="184e57a0-798c-4631-a9c3-d4f65b615685" providerId="ADAL" clId="{DF796C4C-B7E6-49EF-A623-003113919E54}" dt="2026-06-29T15:48:14.359" v="65" actId="20577"/>
          <ac:spMkLst>
            <pc:docMk/>
            <pc:sldMk cId="0" sldId="261"/>
            <ac:spMk id="156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9T16:00:33.642" v="477" actId="207"/>
        <pc:sldMkLst>
          <pc:docMk/>
          <pc:sldMk cId="0" sldId="272"/>
        </pc:sldMkLst>
        <pc:spChg chg="mod">
          <ac:chgData name="Daniela Sales Armendariz" userId="184e57a0-798c-4631-a9c3-d4f65b615685" providerId="ADAL" clId="{DF796C4C-B7E6-49EF-A623-003113919E54}" dt="2026-06-29T16:00:33.642" v="477" actId="207"/>
          <ac:spMkLst>
            <pc:docMk/>
            <pc:sldMk cId="0" sldId="272"/>
            <ac:spMk id="7" creationId="{00000000-0000-0000-0000-000000000000}"/>
          </ac:spMkLst>
        </pc:spChg>
      </pc:sldChg>
      <pc:sldChg chg="addSp delSp modSp mod">
        <pc:chgData name="Daniela Sales Armendariz" userId="184e57a0-798c-4631-a9c3-d4f65b615685" providerId="ADAL" clId="{DF796C4C-B7E6-49EF-A623-003113919E54}" dt="2026-07-02T20:02:02.688" v="871" actId="20577"/>
        <pc:sldMkLst>
          <pc:docMk/>
          <pc:sldMk cId="0" sldId="277"/>
        </pc:sldMkLst>
        <pc:spChg chg="mod">
          <ac:chgData name="Daniela Sales Armendariz" userId="184e57a0-798c-4631-a9c3-d4f65b615685" providerId="ADAL" clId="{DF796C4C-B7E6-49EF-A623-003113919E54}" dt="2026-07-02T20:02:02.688" v="871" actId="20577"/>
          <ac:spMkLst>
            <pc:docMk/>
            <pc:sldMk cId="0" sldId="277"/>
            <ac:spMk id="472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7-02T20:00:47.708" v="791" actId="20577"/>
          <ac:graphicFrameMkLst>
            <pc:docMk/>
            <pc:sldMk cId="0" sldId="277"/>
            <ac:graphicFrameMk id="469" creationId="{00000000-0000-0000-0000-000000000000}"/>
          </ac:graphicFrameMkLst>
        </pc:graphicFrameChg>
        <pc:picChg chg="add">
          <ac:chgData name="Daniela Sales Armendariz" userId="184e57a0-798c-4631-a9c3-d4f65b615685" providerId="ADAL" clId="{DF796C4C-B7E6-49EF-A623-003113919E54}" dt="2026-06-29T16:02:08.028" v="645" actId="22"/>
          <ac:picMkLst>
            <pc:docMk/>
            <pc:sldMk cId="0" sldId="277"/>
            <ac:picMk id="3" creationId="{678DADD7-9C03-3568-A73C-09DBDB7578A0}"/>
          </ac:picMkLst>
        </pc:picChg>
      </pc:sldChg>
      <pc:sldChg chg="modSp mod">
        <pc:chgData name="Daniela Sales Armendariz" userId="184e57a0-798c-4631-a9c3-d4f65b615685" providerId="ADAL" clId="{DF796C4C-B7E6-49EF-A623-003113919E54}" dt="2026-06-29T16:03:14.710" v="651" actId="207"/>
        <pc:sldMkLst>
          <pc:docMk/>
          <pc:sldMk cId="0" sldId="279"/>
        </pc:sldMkLst>
        <pc:spChg chg="mod">
          <ac:chgData name="Daniela Sales Armendariz" userId="184e57a0-798c-4631-a9c3-d4f65b615685" providerId="ADAL" clId="{DF796C4C-B7E6-49EF-A623-003113919E54}" dt="2026-06-29T16:03:14.710" v="651" actId="207"/>
          <ac:spMkLst>
            <pc:docMk/>
            <pc:sldMk cId="0" sldId="279"/>
            <ac:spMk id="515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9T16:02:41.095" v="649" actId="1035"/>
          <ac:graphicFrameMkLst>
            <pc:docMk/>
            <pc:sldMk cId="0" sldId="279"/>
            <ac:graphicFrameMk id="503" creationId="{00000000-0000-0000-0000-000000000000}"/>
          </ac:graphicFrameMkLst>
        </pc:graphicFrameChg>
      </pc:sldChg>
      <pc:sldChg chg="addSp delSp modSp mod">
        <pc:chgData name="Daniela Sales Armendariz" userId="184e57a0-798c-4631-a9c3-d4f65b615685" providerId="ADAL" clId="{DF796C4C-B7E6-49EF-A623-003113919E54}" dt="2026-06-29T15:55:08.098" v="430" actId="1076"/>
        <pc:sldMkLst>
          <pc:docMk/>
          <pc:sldMk cId="540716406" sldId="280"/>
        </pc:sldMkLst>
        <pc:spChg chg="add mod">
          <ac:chgData name="Daniela Sales Armendariz" userId="184e57a0-798c-4631-a9c3-d4f65b615685" providerId="ADAL" clId="{DF796C4C-B7E6-49EF-A623-003113919E54}" dt="2026-06-29T15:52:16.398" v="384" actId="1076"/>
          <ac:spMkLst>
            <pc:docMk/>
            <pc:sldMk cId="540716406" sldId="280"/>
            <ac:spMk id="7" creationId="{B4A01391-9391-F46C-727B-A93EAA3D5575}"/>
          </ac:spMkLst>
        </pc:spChg>
        <pc:spChg chg="add mod">
          <ac:chgData name="Daniela Sales Armendariz" userId="184e57a0-798c-4631-a9c3-d4f65b615685" providerId="ADAL" clId="{DF796C4C-B7E6-49EF-A623-003113919E54}" dt="2026-06-29T15:53:27.708" v="411" actId="1038"/>
          <ac:spMkLst>
            <pc:docMk/>
            <pc:sldMk cId="540716406" sldId="280"/>
            <ac:spMk id="13" creationId="{186D224C-B6E1-0837-62C6-17264D6C5400}"/>
          </ac:spMkLst>
        </pc:spChg>
        <pc:spChg chg="add mod">
          <ac:chgData name="Daniela Sales Armendariz" userId="184e57a0-798c-4631-a9c3-d4f65b615685" providerId="ADAL" clId="{DF796C4C-B7E6-49EF-A623-003113919E54}" dt="2026-06-29T15:53:32.155" v="419" actId="1035"/>
          <ac:spMkLst>
            <pc:docMk/>
            <pc:sldMk cId="540716406" sldId="280"/>
            <ac:spMk id="15" creationId="{84C05C9B-CA48-608F-24EA-211CB4C24CE7}"/>
          </ac:spMkLst>
        </pc:spChg>
        <pc:spChg chg="mod">
          <ac:chgData name="Daniela Sales Armendariz" userId="184e57a0-798c-4631-a9c3-d4f65b615685" providerId="ADAL" clId="{DF796C4C-B7E6-49EF-A623-003113919E54}" dt="2026-06-29T15:55:08.098" v="430" actId="1076"/>
          <ac:spMkLst>
            <pc:docMk/>
            <pc:sldMk cId="540716406" sldId="280"/>
            <ac:spMk id="235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5:51:37.583" v="335" actId="1038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5:51:47.356" v="353" actId="1035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5:51:20.608" v="306" actId="403"/>
          <ac:spMkLst>
            <pc:docMk/>
            <pc:sldMk cId="540716406" sldId="280"/>
            <ac:spMk id="240" creationId="{00000000-0000-0000-0000-000000000000}"/>
          </ac:spMkLst>
        </pc:spChg>
        <pc:graphicFrameChg chg="add mod">
          <ac:chgData name="Daniela Sales Armendariz" userId="184e57a0-798c-4631-a9c3-d4f65b615685" providerId="ADAL" clId="{DF796C4C-B7E6-49EF-A623-003113919E54}" dt="2026-06-29T15:51:54.983" v="370" actId="1035"/>
          <ac:graphicFrameMkLst>
            <pc:docMk/>
            <pc:sldMk cId="540716406" sldId="280"/>
            <ac:graphicFrameMk id="3" creationId="{583FF340-D16A-F3E4-A06C-69490812726F}"/>
          </ac:graphicFrameMkLst>
        </pc:graphicFrameChg>
        <pc:graphicFrameChg chg="add mod modGraphic">
          <ac:chgData name="Daniela Sales Armendariz" userId="184e57a0-798c-4631-a9c3-d4f65b615685" providerId="ADAL" clId="{DF796C4C-B7E6-49EF-A623-003113919E54}" dt="2026-06-29T15:51:59.128" v="382" actId="1035"/>
          <ac:graphicFrameMkLst>
            <pc:docMk/>
            <pc:sldMk cId="540716406" sldId="280"/>
            <ac:graphicFrameMk id="5" creationId="{7DDAE6FB-7304-AE74-E286-E053F78EA5CE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9T15:53:21.311" v="401" actId="1035"/>
          <ac:graphicFrameMkLst>
            <pc:docMk/>
            <pc:sldMk cId="540716406" sldId="280"/>
            <ac:graphicFrameMk id="11" creationId="{5EC05D9B-35B6-B130-5415-1DD3B45E14E7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9T15:49:31.231" v="98" actId="1035"/>
          <ac:graphicFrameMkLst>
            <pc:docMk/>
            <pc:sldMk cId="540716406" sldId="280"/>
            <ac:graphicFrameMk id="236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9T15:51:28.925" v="321" actId="1035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6:04:09.837" v="663" actId="20577"/>
        <pc:sldMkLst>
          <pc:docMk/>
          <pc:sldMk cId="0" sldId="282"/>
        </pc:sldMkLst>
        <pc:graphicFrameChg chg="modGraphic">
          <ac:chgData name="Daniela Sales Armendariz" userId="184e57a0-798c-4631-a9c3-d4f65b615685" providerId="ADAL" clId="{DF796C4C-B7E6-49EF-A623-003113919E54}" dt="2026-06-29T16:04:09.837" v="663" actId="20577"/>
          <ac:graphicFrameMkLst>
            <pc:docMk/>
            <pc:sldMk cId="0" sldId="282"/>
            <ac:graphicFrameMk id="536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7-02T19:55:00.066" v="789" actId="20577"/>
        <pc:sldMkLst>
          <pc:docMk/>
          <pc:sldMk cId="364733940" sldId="284"/>
        </pc:sldMkLst>
        <pc:spChg chg="mod">
          <ac:chgData name="Daniela Sales Armendariz" userId="184e57a0-798c-4631-a9c3-d4f65b615685" providerId="ADAL" clId="{DF796C4C-B7E6-49EF-A623-003113919E54}" dt="2026-07-02T19:55:00.066" v="789" actId="20577"/>
          <ac:spMkLst>
            <pc:docMk/>
            <pc:sldMk cId="364733940" sldId="284"/>
            <ac:spMk id="12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7-02T19:54:20.205" v="783" actId="20577"/>
          <ac:graphicFrameMkLst>
            <pc:docMk/>
            <pc:sldMk cId="364733940" sldId="284"/>
            <ac:graphicFrameMk id="11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5:59:29.791" v="475" actId="1038"/>
        <pc:sldMkLst>
          <pc:docMk/>
          <pc:sldMk cId="3805655920" sldId="288"/>
        </pc:sldMkLst>
        <pc:spChg chg="mod">
          <ac:chgData name="Daniela Sales Armendariz" userId="184e57a0-798c-4631-a9c3-d4f65b615685" providerId="ADAL" clId="{DF796C4C-B7E6-49EF-A623-003113919E54}" dt="2026-06-29T15:59:15.954" v="460" actId="1038"/>
          <ac:spMkLst>
            <pc:docMk/>
            <pc:sldMk cId="3805655920" sldId="288"/>
            <ac:spMk id="7" creationId="{70CC59CF-F9BC-EA54-F860-584B8EB1ECD7}"/>
          </ac:spMkLst>
        </pc:spChg>
        <pc:spChg chg="mod">
          <ac:chgData name="Daniela Sales Armendariz" userId="184e57a0-798c-4631-a9c3-d4f65b615685" providerId="ADAL" clId="{DF796C4C-B7E6-49EF-A623-003113919E54}" dt="2026-06-29T15:59:29.791" v="475" actId="1038"/>
          <ac:spMkLst>
            <pc:docMk/>
            <pc:sldMk cId="3805655920" sldId="288"/>
            <ac:spMk id="8" creationId="{4BAA955B-F5E4-175C-8C78-9D77215C70BE}"/>
          </ac:spMkLst>
        </pc:spChg>
        <pc:graphicFrameChg chg="mod">
          <ac:chgData name="Daniela Sales Armendariz" userId="184e57a0-798c-4631-a9c3-d4f65b615685" providerId="ADAL" clId="{DF796C4C-B7E6-49EF-A623-003113919E54}" dt="2026-06-29T15:59:09.934" v="451" actId="1038"/>
          <ac:graphicFrameMkLst>
            <pc:docMk/>
            <pc:sldMk cId="3805655920" sldId="288"/>
            <ac:graphicFrameMk id="15" creationId="{1BCF81C3-01DD-926C-6138-050F1006807D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9T15:59:21.405" v="472" actId="1037"/>
          <ac:graphicFrameMkLst>
            <pc:docMk/>
            <pc:sldMk cId="3805655920" sldId="288"/>
            <ac:graphicFrameMk id="16" creationId="{B876D25B-648A-4DA0-866F-BCF282720D8C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6:04:56.329" v="682" actId="20577"/>
        <pc:sldMkLst>
          <pc:docMk/>
          <pc:sldMk cId="521389287" sldId="300"/>
        </pc:sldMkLst>
        <pc:spChg chg="mod">
          <ac:chgData name="Daniela Sales Armendariz" userId="184e57a0-798c-4631-a9c3-d4f65b615685" providerId="ADAL" clId="{DF796C4C-B7E6-49EF-A623-003113919E54}" dt="2026-06-29T16:01:31.427" v="643" actId="1036"/>
          <ac:spMkLst>
            <pc:docMk/>
            <pc:sldMk cId="521389287" sldId="300"/>
            <ac:spMk id="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01:15.086" v="589" actId="1036"/>
          <ac:spMkLst>
            <pc:docMk/>
            <pc:sldMk cId="521389287" sldId="300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04:56.329" v="682" actId="20577"/>
          <ac:spMkLst>
            <pc:docMk/>
            <pc:sldMk cId="521389287" sldId="300"/>
            <ac:spMk id="10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9T16:00:54.979" v="513" actId="1036"/>
          <ac:graphicFrameMkLst>
            <pc:docMk/>
            <pc:sldMk cId="521389287" sldId="300"/>
            <ac:graphicFrameMk id="9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9T16:01:20.233" v="606" actId="1036"/>
          <ac:picMkLst>
            <pc:docMk/>
            <pc:sldMk cId="521389287" sldId="300"/>
            <ac:picMk id="6" creationId="{00000000-0000-0000-0000-000000000000}"/>
          </ac:picMkLst>
        </pc:picChg>
        <pc:cxnChg chg="mod">
          <ac:chgData name="Daniela Sales Armendariz" userId="184e57a0-798c-4631-a9c3-d4f65b615685" providerId="ADAL" clId="{DF796C4C-B7E6-49EF-A623-003113919E54}" dt="2026-06-29T16:01:25.715" v="625" actId="1036"/>
          <ac:cxnSpMkLst>
            <pc:docMk/>
            <pc:sldMk cId="521389287" sldId="300"/>
            <ac:cxnSpMk id="5" creationId="{00000000-0000-0000-0000-000000000000}"/>
          </ac:cxnSpMkLst>
        </pc:cxnChg>
        <pc:cxnChg chg="mod">
          <ac:chgData name="Daniela Sales Armendariz" userId="184e57a0-798c-4631-a9c3-d4f65b615685" providerId="ADAL" clId="{DF796C4C-B7E6-49EF-A623-003113919E54}" dt="2026-06-29T16:01:07.389" v="548" actId="1036"/>
          <ac:cxnSpMkLst>
            <pc:docMk/>
            <pc:sldMk cId="521389287" sldId="300"/>
            <ac:cxnSpMk id="8" creationId="{00000000-0000-0000-0000-000000000000}"/>
          </ac:cxnSpMkLst>
        </pc:cxnChg>
      </pc:sldChg>
      <pc:sldChg chg="modSp add mod">
        <pc:chgData name="Daniela Sales Armendariz" userId="184e57a0-798c-4631-a9c3-d4f65b615685" providerId="ADAL" clId="{DF796C4C-B7E6-49EF-A623-003113919E54}" dt="2026-07-02T19:21:02.118" v="764" actId="20577"/>
        <pc:sldMkLst>
          <pc:docMk/>
          <pc:sldMk cId="0" sldId="305"/>
        </pc:sldMkLst>
        <pc:spChg chg="mod">
          <ac:chgData name="Daniela Sales Armendariz" userId="184e57a0-798c-4631-a9c3-d4f65b615685" providerId="ADAL" clId="{DF796C4C-B7E6-49EF-A623-003113919E54}" dt="2026-06-29T15:48:05.886" v="60" actId="20577"/>
          <ac:spMkLst>
            <pc:docMk/>
            <pc:sldMk cId="0" sldId="305"/>
            <ac:spMk id="13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7-02T19:21:02.118" v="764" actId="20577"/>
          <ac:graphicFrameMkLst>
            <pc:docMk/>
            <pc:sldMk cId="0" sldId="305"/>
            <ac:graphicFrameMk id="2" creationId="{AC6CCA6A-4ECF-293A-F210-1B93715413B2}"/>
          </ac:graphicFrameMkLst>
        </pc:graphicFrameChg>
      </pc:sldChg>
      <pc:sldChg chg="add">
        <pc:chgData name="Daniela Sales Armendariz" userId="184e57a0-798c-4631-a9c3-d4f65b615685" providerId="ADAL" clId="{DF796C4C-B7E6-49EF-A623-003113919E54}" dt="2026-06-29T15:57:53.543" v="432"/>
        <pc:sldMkLst>
          <pc:docMk/>
          <pc:sldMk cId="608380336" sldId="306"/>
        </pc:sldMkLst>
      </pc:sldChg>
      <pc:sldChg chg="add">
        <pc:chgData name="Daniela Sales Armendariz" userId="184e57a0-798c-4631-a9c3-d4f65b615685" providerId="ADAL" clId="{DF796C4C-B7E6-49EF-A623-003113919E54}" dt="2026-06-29T15:57:59.357" v="433"/>
        <pc:sldMkLst>
          <pc:docMk/>
          <pc:sldMk cId="0" sldId="307"/>
        </pc:sldMkLst>
      </pc:sldChg>
      <pc:sldChg chg="add">
        <pc:chgData name="Daniela Sales Armendariz" userId="184e57a0-798c-4631-a9c3-d4f65b615685" providerId="ADAL" clId="{DF796C4C-B7E6-49EF-A623-003113919E54}" dt="2026-06-29T15:58:06.300" v="434"/>
        <pc:sldMkLst>
          <pc:docMk/>
          <pc:sldMk cId="0" sldId="308"/>
        </pc:sldMkLst>
      </pc:sldChg>
    </pc:docChg>
  </pc:docChgLst>
  <pc:docChgLst>
    <pc:chgData name="Laura Patricia Galvan Chavez" userId="S::laura.galvan@imss.gob.mx::6b13af50-ce8b-483e-8fc4-f994efaf3289" providerId="AD" clId="Web-{5B62D821-6D3D-C2DE-422C-E919400DC124}"/>
    <pc:docChg chg="modSld">
      <pc:chgData name="Laura Patricia Galvan Chavez" userId="S::laura.galvan@imss.gob.mx::6b13af50-ce8b-483e-8fc4-f994efaf3289" providerId="AD" clId="Web-{5B62D821-6D3D-C2DE-422C-E919400DC124}" dt="2026-06-23T20:20:21.229" v="14" actId="1076"/>
      <pc:docMkLst>
        <pc:docMk/>
      </pc:docMkLst>
    </pc:docChg>
  </pc:docChgLst>
  <pc:docChgLst>
    <pc:chgData name="Laura Patricia Galvan Chavez" userId="S::laura.galvan@imss.gob.mx::6b13af50-ce8b-483e-8fc4-f994efaf3289" providerId="AD" clId="Web-{F1A69919-F1D3-0813-446B-B3A14B07001C}"/>
    <pc:docChg chg="modSld">
      <pc:chgData name="Laura Patricia Galvan Chavez" userId="S::laura.galvan@imss.gob.mx::6b13af50-ce8b-483e-8fc4-f994efaf3289" providerId="AD" clId="Web-{F1A69919-F1D3-0813-446B-B3A14B07001C}" dt="2026-06-23T23:09:23.531" v="10" actId="1076"/>
      <pc:docMkLst>
        <pc:docMk/>
      </pc:docMkLst>
      <pc:sldChg chg="addSp modSp">
        <pc:chgData name="Laura Patricia Galvan Chavez" userId="S::laura.galvan@imss.gob.mx::6b13af50-ce8b-483e-8fc4-f994efaf3289" providerId="AD" clId="Web-{F1A69919-F1D3-0813-446B-B3A14B07001C}" dt="2026-06-23T23:09:23.531" v="10" actId="1076"/>
        <pc:sldMkLst>
          <pc:docMk/>
          <pc:sldMk cId="3240565764" sldId="297"/>
        </pc:sldMkLst>
        <pc:spChg chg="mod">
          <ac:chgData name="Laura Patricia Galvan Chavez" userId="S::laura.galvan@imss.gob.mx::6b13af50-ce8b-483e-8fc4-f994efaf3289" providerId="AD" clId="Web-{F1A69919-F1D3-0813-446B-B3A14B07001C}" dt="2026-06-23T23:08:58.937" v="0" actId="1076"/>
          <ac:spMkLst>
            <pc:docMk/>
            <pc:sldMk cId="3240565764" sldId="297"/>
            <ac:spMk id="3" creationId="{21AE8FA6-CA77-F761-93C9-BF2570CBBE30}"/>
          </ac:spMkLst>
        </pc:spChg>
        <pc:spChg chg="mod">
          <ac:chgData name="Laura Patricia Galvan Chavez" userId="S::laura.galvan@imss.gob.mx::6b13af50-ce8b-483e-8fc4-f994efaf3289" providerId="AD" clId="Web-{F1A69919-F1D3-0813-446B-B3A14B07001C}" dt="2026-06-23T23:08:58.953" v="2" actId="1076"/>
          <ac:spMkLst>
            <pc:docMk/>
            <pc:sldMk cId="3240565764" sldId="297"/>
            <ac:spMk id="7" creationId="{FD4175D4-66CF-7FBC-B843-C149C5339DF1}"/>
          </ac:spMkLst>
        </pc:spChg>
        <pc:spChg chg="mod">
          <ac:chgData name="Laura Patricia Galvan Chavez" userId="S::laura.galvan@imss.gob.mx::6b13af50-ce8b-483e-8fc4-f994efaf3289" providerId="AD" clId="Web-{F1A69919-F1D3-0813-446B-B3A14B07001C}" dt="2026-06-23T23:08:58.968" v="4" actId="1076"/>
          <ac:spMkLst>
            <pc:docMk/>
            <pc:sldMk cId="3240565764" sldId="297"/>
            <ac:spMk id="9" creationId="{50F1217E-09B0-81A3-6E99-CB1DE729ADDF}"/>
          </ac:spMkLst>
        </pc:spChg>
        <pc:spChg chg="mod">
          <ac:chgData name="Laura Patricia Galvan Chavez" userId="S::laura.galvan@imss.gob.mx::6b13af50-ce8b-483e-8fc4-f994efaf3289" providerId="AD" clId="Web-{F1A69919-F1D3-0813-446B-B3A14B07001C}" dt="2026-06-23T23:08:58.968" v="5" actId="1076"/>
          <ac:spMkLst>
            <pc:docMk/>
            <pc:sldMk cId="3240565764" sldId="297"/>
            <ac:spMk id="10" creationId="{991C7EE4-1170-AC4C-597D-3383D8E8A8F9}"/>
          </ac:spMkLst>
        </pc:spChg>
        <pc:spChg chg="mod">
          <ac:chgData name="Laura Patricia Galvan Chavez" userId="S::laura.galvan@imss.gob.mx::6b13af50-ce8b-483e-8fc4-f994efaf3289" providerId="AD" clId="Web-{F1A69919-F1D3-0813-446B-B3A14B07001C}" dt="2026-06-23T23:08:58.984" v="7" actId="1076"/>
          <ac:spMkLst>
            <pc:docMk/>
            <pc:sldMk cId="3240565764" sldId="297"/>
            <ac:spMk id="12" creationId="{CA535D92-E281-11D7-D7CB-F8BAB9F176B8}"/>
          </ac:spMkLst>
        </pc:spChg>
        <pc:picChg chg="mod">
          <ac:chgData name="Laura Patricia Galvan Chavez" userId="S::laura.galvan@imss.gob.mx::6b13af50-ce8b-483e-8fc4-f994efaf3289" providerId="AD" clId="Web-{F1A69919-F1D3-0813-446B-B3A14B07001C}" dt="2026-06-23T23:08:58.953" v="1" actId="1076"/>
          <ac:picMkLst>
            <pc:docMk/>
            <pc:sldMk cId="3240565764" sldId="297"/>
            <ac:picMk id="4" creationId="{AE9FD96F-084C-5DEE-6966-05F8D1633A42}"/>
          </ac:picMkLst>
        </pc:picChg>
        <pc:picChg chg="mod">
          <ac:chgData name="Laura Patricia Galvan Chavez" userId="S::laura.galvan@imss.gob.mx::6b13af50-ce8b-483e-8fc4-f994efaf3289" providerId="AD" clId="Web-{F1A69919-F1D3-0813-446B-B3A14B07001C}" dt="2026-06-23T23:08:58.953" v="3" actId="1076"/>
          <ac:picMkLst>
            <pc:docMk/>
            <pc:sldMk cId="3240565764" sldId="297"/>
            <ac:picMk id="8" creationId="{170CBE01-E044-2F44-556A-69D0B561DC01}"/>
          </ac:picMkLst>
        </pc:picChg>
        <pc:picChg chg="mod">
          <ac:chgData name="Laura Patricia Galvan Chavez" userId="S::laura.galvan@imss.gob.mx::6b13af50-ce8b-483e-8fc4-f994efaf3289" providerId="AD" clId="Web-{F1A69919-F1D3-0813-446B-B3A14B07001C}" dt="2026-06-23T23:08:58.984" v="6" actId="1076"/>
          <ac:picMkLst>
            <pc:docMk/>
            <pc:sldMk cId="3240565764" sldId="297"/>
            <ac:picMk id="11" creationId="{F7B31A16-FD1A-331A-6F76-259EB810FD76}"/>
          </ac:picMkLst>
        </pc:picChg>
        <pc:picChg chg="add mod">
          <ac:chgData name="Laura Patricia Galvan Chavez" userId="S::laura.galvan@imss.gob.mx::6b13af50-ce8b-483e-8fc4-f994efaf3289" providerId="AD" clId="Web-{F1A69919-F1D3-0813-446B-B3A14B07001C}" dt="2026-06-23T23:09:23.531" v="10" actId="1076"/>
          <ac:picMkLst>
            <pc:docMk/>
            <pc:sldMk cId="3240565764" sldId="297"/>
            <ac:picMk id="13" creationId="{005CDBC9-377C-E6E9-679A-C259E5D57E09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custSel delSld modSld">
      <pc:chgData name="Laura Patricia Galvan Chavez" userId="6b13af50-ce8b-483e-8fc4-f994efaf3289" providerId="ADAL" clId="{655D084B-7DF1-4C24-9447-417D7DC498B8}" dt="2026-07-02T20:26:27.164" v="280" actId="1036"/>
      <pc:docMkLst>
        <pc:docMk/>
      </pc:docMkLst>
      <pc:sldChg chg="modSp mod">
        <pc:chgData name="Laura Patricia Galvan Chavez" userId="6b13af50-ce8b-483e-8fc4-f994efaf3289" providerId="ADAL" clId="{655D084B-7DF1-4C24-9447-417D7DC498B8}" dt="2026-06-26T18:27:22.914" v="90" actId="20577"/>
        <pc:sldMkLst>
          <pc:docMk/>
          <pc:sldMk cId="0" sldId="256"/>
        </pc:sldMkLst>
        <pc:spChg chg="mod">
          <ac:chgData name="Laura Patricia Galvan Chavez" userId="6b13af50-ce8b-483e-8fc4-f994efaf3289" providerId="ADAL" clId="{655D084B-7DF1-4C24-9447-417D7DC498B8}" dt="2026-06-26T18:27:22.914" v="90" actId="20577"/>
          <ac:spMkLst>
            <pc:docMk/>
            <pc:sldMk cId="0" sldId="256"/>
            <ac:spMk id="70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6T23:59:30.422" v="255" actId="208"/>
        <pc:sldMkLst>
          <pc:docMk/>
          <pc:sldMk cId="0" sldId="258"/>
        </pc:sldMkLst>
        <pc:spChg chg="mod">
          <ac:chgData name="Laura Patricia Galvan Chavez" userId="6b13af50-ce8b-483e-8fc4-f994efaf3289" providerId="ADAL" clId="{655D084B-7DF1-4C24-9447-417D7DC498B8}" dt="2026-06-25T23:40:24.585" v="14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40:31.281" v="15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39:37.631" v="9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6T23:59:30.422" v="255" actId="208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38:55.012" v="4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38:55.012" v="4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38:29.267" v="1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38:29.267" v="1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38:21.003" v="0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38:21.003" v="0" actId="1076"/>
          <ac:spMkLst>
            <pc:docMk/>
            <pc:sldMk cId="0" sldId="258"/>
            <ac:spMk id="132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38:46.764" v="3" actId="1076"/>
          <ac:spMkLst>
            <pc:docMk/>
            <pc:sldMk cId="0" sldId="258"/>
            <ac:spMk id="133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6T23:59:03.181" v="253" actId="207"/>
          <ac:graphicFrameMkLst>
            <pc:docMk/>
            <pc:sldMk cId="0" sldId="258"/>
            <ac:graphicFrameMk id="117" creationId="{00000000-0000-0000-0000-000000000000}"/>
          </ac:graphicFrameMkLst>
        </pc:graphicFrameChg>
        <pc:picChg chg="mod">
          <ac:chgData name="Laura Patricia Galvan Chavez" userId="6b13af50-ce8b-483e-8fc4-f994efaf3289" providerId="ADAL" clId="{655D084B-7DF1-4C24-9447-417D7DC498B8}" dt="2026-06-25T23:40:14.569" v="13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3:39:34.887" v="8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3:38:55.012" v="4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3:38:29.267" v="1" actId="1076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3:38:21.003" v="0" actId="1076"/>
          <ac:picMkLst>
            <pc:docMk/>
            <pc:sldMk cId="0" sldId="258"/>
            <ac:picMk id="131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7-02T20:24:36.391" v="279" actId="20577"/>
        <pc:sldMkLst>
          <pc:docMk/>
          <pc:sldMk cId="0" sldId="259"/>
        </pc:sldMkLst>
        <pc:graphicFrameChg chg="modGraphic">
          <ac:chgData name="Laura Patricia Galvan Chavez" userId="6b13af50-ce8b-483e-8fc4-f994efaf3289" providerId="ADAL" clId="{655D084B-7DF1-4C24-9447-417D7DC498B8}" dt="2026-07-02T20:24:36.391" v="279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6-25T23:46:27.887" v="24" actId="20577"/>
          <ac:graphicFrameMkLst>
            <pc:docMk/>
            <pc:sldMk cId="0" sldId="259"/>
            <ac:graphicFrameMk id="13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3:47:39.254" v="30" actId="14100"/>
        <pc:sldMkLst>
          <pc:docMk/>
          <pc:sldMk cId="0" sldId="261"/>
        </pc:sldMkLst>
        <pc:graphicFrameChg chg="mod modGraphic">
          <ac:chgData name="Laura Patricia Galvan Chavez" userId="6b13af50-ce8b-483e-8fc4-f994efaf3289" providerId="ADAL" clId="{655D084B-7DF1-4C24-9447-417D7DC498B8}" dt="2026-06-25T23:47:39.254" v="30" actId="14100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3:48:20.946" v="32" actId="14100"/>
        <pc:sldMkLst>
          <pc:docMk/>
          <pc:sldMk cId="0" sldId="262"/>
        </pc:sldMkLst>
        <pc:spChg chg="mod">
          <ac:chgData name="Laura Patricia Galvan Chavez" userId="6b13af50-ce8b-483e-8fc4-f994efaf3289" providerId="ADAL" clId="{655D084B-7DF1-4C24-9447-417D7DC498B8}" dt="2026-06-25T23:48:14.945" v="31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48:14.945" v="31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48:14.945" v="31" actId="1076"/>
          <ac:spMkLst>
            <pc:docMk/>
            <pc:sldMk cId="0" sldId="262"/>
            <ac:spMk id="12" creationId="{00000000-0000-0000-0000-000000000000}"/>
          </ac:spMkLst>
        </pc:spChg>
        <pc:graphicFrameChg chg="modGraphic">
          <ac:chgData name="Laura Patricia Galvan Chavez" userId="6b13af50-ce8b-483e-8fc4-f994efaf3289" providerId="ADAL" clId="{655D084B-7DF1-4C24-9447-417D7DC498B8}" dt="2026-06-25T23:48:20.946" v="32" actId="14100"/>
          <ac:graphicFrameMkLst>
            <pc:docMk/>
            <pc:sldMk cId="0" sldId="262"/>
            <ac:graphicFrameMk id="8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5T23:48:14.945" v="31" actId="1076"/>
          <ac:graphicFrameMkLst>
            <pc:docMk/>
            <pc:sldMk cId="0" sldId="262"/>
            <ac:graphicFrameMk id="9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3:48:54.137" v="36" actId="1076"/>
        <pc:sldMkLst>
          <pc:docMk/>
          <pc:sldMk cId="0" sldId="263"/>
        </pc:sldMkLst>
        <pc:spChg chg="mod">
          <ac:chgData name="Laura Patricia Galvan Chavez" userId="6b13af50-ce8b-483e-8fc4-f994efaf3289" providerId="ADAL" clId="{655D084B-7DF1-4C24-9447-417D7DC498B8}" dt="2026-06-25T23:48:47.763" v="35" actId="1076"/>
          <ac:spMkLst>
            <pc:docMk/>
            <pc:sldMk cId="0" sldId="263"/>
            <ac:spMk id="243" creationId="{6D536F3D-2906-19E1-62A3-F8849EBB7091}"/>
          </ac:spMkLst>
        </pc:spChg>
        <pc:spChg chg="mod">
          <ac:chgData name="Laura Patricia Galvan Chavez" userId="6b13af50-ce8b-483e-8fc4-f994efaf3289" providerId="ADAL" clId="{655D084B-7DF1-4C24-9447-417D7DC498B8}" dt="2026-06-25T23:48:47.763" v="35" actId="1076"/>
          <ac:spMkLst>
            <pc:docMk/>
            <pc:sldMk cId="0" sldId="263"/>
            <ac:spMk id="244" creationId="{E6C906C4-DDEF-0E2A-5DDF-37DE5C3CA135}"/>
          </ac:spMkLst>
        </pc:spChg>
        <pc:spChg chg="mod">
          <ac:chgData name="Laura Patricia Galvan Chavez" userId="6b13af50-ce8b-483e-8fc4-f994efaf3289" providerId="ADAL" clId="{655D084B-7DF1-4C24-9447-417D7DC498B8}" dt="2026-06-25T23:48:47.763" v="35" actId="1076"/>
          <ac:spMkLst>
            <pc:docMk/>
            <pc:sldMk cId="0" sldId="263"/>
            <ac:spMk id="251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48:54.137" v="36" actId="1076"/>
          <ac:spMkLst>
            <pc:docMk/>
            <pc:sldMk cId="0" sldId="263"/>
            <ac:spMk id="254" creationId="{00000000-0000-0000-0000-000000000000}"/>
          </ac:spMkLst>
        </pc:spChg>
        <pc:graphicFrameChg chg="mod modGraphic">
          <ac:chgData name="Laura Patricia Galvan Chavez" userId="6b13af50-ce8b-483e-8fc4-f994efaf3289" providerId="ADAL" clId="{655D084B-7DF1-4C24-9447-417D7DC498B8}" dt="2026-06-25T23:48:34.951" v="34" actId="14100"/>
          <ac:graphicFrameMkLst>
            <pc:docMk/>
            <pc:sldMk cId="0" sldId="263"/>
            <ac:graphicFrameMk id="252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5T23:48:47.763" v="35" actId="1076"/>
          <ac:graphicFrameMkLst>
            <pc:docMk/>
            <pc:sldMk cId="0" sldId="263"/>
            <ac:graphicFrameMk id="253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57:53.748" v="265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8:57:53.748" v="265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3:49:12.663" v="39" actId="14100"/>
        <pc:sldMkLst>
          <pc:docMk/>
          <pc:sldMk cId="540716406" sldId="280"/>
        </pc:sldMkLst>
        <pc:spChg chg="mod">
          <ac:chgData name="Laura Patricia Galvan Chavez" userId="6b13af50-ce8b-483e-8fc4-f994efaf3289" providerId="ADAL" clId="{655D084B-7DF1-4C24-9447-417D7DC498B8}" dt="2026-06-25T23:49:06.257" v="37" actId="1076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49:06.257" v="37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3:49:06.257" v="37" actId="1076"/>
          <ac:spMkLst>
            <pc:docMk/>
            <pc:sldMk cId="540716406" sldId="280"/>
            <ac:spMk id="240" creationId="{00000000-0000-0000-0000-000000000000}"/>
          </ac:spMkLst>
        </pc:spChg>
        <pc:graphicFrameChg chg="mod modGraphic">
          <ac:chgData name="Laura Patricia Galvan Chavez" userId="6b13af50-ce8b-483e-8fc4-f994efaf3289" providerId="ADAL" clId="{655D084B-7DF1-4C24-9447-417D7DC498B8}" dt="2026-06-25T23:49:12.663" v="39" actId="14100"/>
          <ac:graphicFrameMkLst>
            <pc:docMk/>
            <pc:sldMk cId="540716406" sldId="280"/>
            <ac:graphicFrameMk id="236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5T23:49:06.257" v="37" actId="1076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addSp modSp mod">
        <pc:chgData name="Laura Patricia Galvan Chavez" userId="6b13af50-ce8b-483e-8fc4-f994efaf3289" providerId="ADAL" clId="{655D084B-7DF1-4C24-9447-417D7DC498B8}" dt="2026-06-26T00:01:59.187" v="77" actId="1076"/>
        <pc:sldMkLst>
          <pc:docMk/>
          <pc:sldMk cId="364733940" sldId="284"/>
        </pc:sldMkLst>
        <pc:spChg chg="mod">
          <ac:chgData name="Laura Patricia Galvan Chavez" userId="6b13af50-ce8b-483e-8fc4-f994efaf3289" providerId="ADAL" clId="{655D084B-7DF1-4C24-9447-417D7DC498B8}" dt="2026-06-26T00:00:42.473" v="70" actId="1076"/>
          <ac:spMkLst>
            <pc:docMk/>
            <pc:sldMk cId="364733940" sldId="284"/>
            <ac:spMk id="3" creationId="{ABCC6279-D2EB-1F1F-D811-3FFF80887FF1}"/>
          </ac:spMkLst>
        </pc:spChg>
        <pc:spChg chg="mod">
          <ac:chgData name="Laura Patricia Galvan Chavez" userId="6b13af50-ce8b-483e-8fc4-f994efaf3289" providerId="ADAL" clId="{655D084B-7DF1-4C24-9447-417D7DC498B8}" dt="2026-06-26T00:00:42.473" v="70" actId="1076"/>
          <ac:spMkLst>
            <pc:docMk/>
            <pc:sldMk cId="364733940" sldId="284"/>
            <ac:spMk id="6" creationId="{4578A0AA-9DC1-3453-263A-76BE5A8BE282}"/>
          </ac:spMkLst>
        </pc:spChg>
        <pc:spChg chg="mod">
          <ac:chgData name="Laura Patricia Galvan Chavez" userId="6b13af50-ce8b-483e-8fc4-f994efaf3289" providerId="ADAL" clId="{655D084B-7DF1-4C24-9447-417D7DC498B8}" dt="2026-06-26T00:00:42.473" v="70" actId="1076"/>
          <ac:spMkLst>
            <pc:docMk/>
            <pc:sldMk cId="364733940" sldId="284"/>
            <ac:spMk id="7" creationId="{8E24F6E5-E3CB-0C93-0587-E21A33C953B7}"/>
          </ac:spMkLst>
        </pc:spChg>
        <pc:spChg chg="mod">
          <ac:chgData name="Laura Patricia Galvan Chavez" userId="6b13af50-ce8b-483e-8fc4-f994efaf3289" providerId="ADAL" clId="{655D084B-7DF1-4C24-9447-417D7DC498B8}" dt="2026-06-26T00:00:42.473" v="70" actId="1076"/>
          <ac:spMkLst>
            <pc:docMk/>
            <pc:sldMk cId="364733940" sldId="284"/>
            <ac:spMk id="12" creationId="{00000000-0000-0000-0000-000000000000}"/>
          </ac:spMkLst>
        </pc:spChg>
        <pc:spChg chg="add mod">
          <ac:chgData name="Laura Patricia Galvan Chavez" userId="6b13af50-ce8b-483e-8fc4-f994efaf3289" providerId="ADAL" clId="{655D084B-7DF1-4C24-9447-417D7DC498B8}" dt="2026-06-26T00:01:59.187" v="77" actId="1076"/>
          <ac:spMkLst>
            <pc:docMk/>
            <pc:sldMk cId="364733940" sldId="284"/>
            <ac:spMk id="15" creationId="{60CA46F0-94BE-ABEA-B368-E59C7D420041}"/>
          </ac:spMkLst>
        </pc:spChg>
        <pc:spChg chg="add mod">
          <ac:chgData name="Laura Patricia Galvan Chavez" userId="6b13af50-ce8b-483e-8fc4-f994efaf3289" providerId="ADAL" clId="{655D084B-7DF1-4C24-9447-417D7DC498B8}" dt="2026-06-26T00:01:37.965" v="75"/>
          <ac:spMkLst>
            <pc:docMk/>
            <pc:sldMk cId="364733940" sldId="284"/>
            <ac:spMk id="18" creationId="{C59C531A-D90A-A96F-3FC5-3E75FCEBD82C}"/>
          </ac:spMkLst>
        </pc:spChg>
        <pc:spChg chg="add mod">
          <ac:chgData name="Laura Patricia Galvan Chavez" userId="6b13af50-ce8b-483e-8fc4-f994efaf3289" providerId="ADAL" clId="{655D084B-7DF1-4C24-9447-417D7DC498B8}" dt="2026-06-26T00:01:37.965" v="75"/>
          <ac:spMkLst>
            <pc:docMk/>
            <pc:sldMk cId="364733940" sldId="284"/>
            <ac:spMk id="19" creationId="{E59F8D9B-C1F8-5819-F9E3-24E442045D9F}"/>
          </ac:spMkLst>
        </pc:spChg>
        <pc:spChg chg="add mod">
          <ac:chgData name="Laura Patricia Galvan Chavez" userId="6b13af50-ce8b-483e-8fc4-f994efaf3289" providerId="ADAL" clId="{655D084B-7DF1-4C24-9447-417D7DC498B8}" dt="2026-06-26T00:01:37.965" v="75"/>
          <ac:spMkLst>
            <pc:docMk/>
            <pc:sldMk cId="364733940" sldId="284"/>
            <ac:spMk id="20" creationId="{FE92D20A-251D-4DC9-3F45-17009CD20754}"/>
          </ac:spMkLst>
        </pc:spChg>
        <pc:spChg chg="add mod">
          <ac:chgData name="Laura Patricia Galvan Chavez" userId="6b13af50-ce8b-483e-8fc4-f994efaf3289" providerId="ADAL" clId="{655D084B-7DF1-4C24-9447-417D7DC498B8}" dt="2026-06-26T00:01:37.965" v="75"/>
          <ac:spMkLst>
            <pc:docMk/>
            <pc:sldMk cId="364733940" sldId="284"/>
            <ac:spMk id="21" creationId="{56C0DC61-D0EF-4C22-9870-EDCA0E9D6890}"/>
          </ac:spMkLst>
        </pc:spChg>
        <pc:spChg chg="add mod">
          <ac:chgData name="Laura Patricia Galvan Chavez" userId="6b13af50-ce8b-483e-8fc4-f994efaf3289" providerId="ADAL" clId="{655D084B-7DF1-4C24-9447-417D7DC498B8}" dt="2026-06-26T00:01:37.965" v="75"/>
          <ac:spMkLst>
            <pc:docMk/>
            <pc:sldMk cId="364733940" sldId="284"/>
            <ac:spMk id="22" creationId="{11BF9B86-8C7C-B8F5-57B4-E2D461A82C3B}"/>
          </ac:spMkLst>
        </pc:spChg>
        <pc:spChg chg="add mod">
          <ac:chgData name="Laura Patricia Galvan Chavez" userId="6b13af50-ce8b-483e-8fc4-f994efaf3289" providerId="ADAL" clId="{655D084B-7DF1-4C24-9447-417D7DC498B8}" dt="2026-06-26T00:01:37.965" v="75"/>
          <ac:spMkLst>
            <pc:docMk/>
            <pc:sldMk cId="364733940" sldId="284"/>
            <ac:spMk id="24" creationId="{AAB1C13D-5BEB-5097-3734-CB9F30918F25}"/>
          </ac:spMkLst>
        </pc:spChg>
        <pc:spChg chg="add mod">
          <ac:chgData name="Laura Patricia Galvan Chavez" userId="6b13af50-ce8b-483e-8fc4-f994efaf3289" providerId="ADAL" clId="{655D084B-7DF1-4C24-9447-417D7DC498B8}" dt="2026-06-26T00:01:37.965" v="75"/>
          <ac:spMkLst>
            <pc:docMk/>
            <pc:sldMk cId="364733940" sldId="284"/>
            <ac:spMk id="25" creationId="{C79FD107-E62E-C87F-34F2-9D34390C0947}"/>
          </ac:spMkLst>
        </pc:spChg>
        <pc:spChg chg="add mod">
          <ac:chgData name="Laura Patricia Galvan Chavez" userId="6b13af50-ce8b-483e-8fc4-f994efaf3289" providerId="ADAL" clId="{655D084B-7DF1-4C24-9447-417D7DC498B8}" dt="2026-06-26T00:01:37.965" v="75"/>
          <ac:spMkLst>
            <pc:docMk/>
            <pc:sldMk cId="364733940" sldId="284"/>
            <ac:spMk id="26" creationId="{A89A9948-9F41-D16D-1F0A-DEEA908A5937}"/>
          </ac:spMkLst>
        </pc:spChg>
        <pc:graphicFrameChg chg="mod">
          <ac:chgData name="Laura Patricia Galvan Chavez" userId="6b13af50-ce8b-483e-8fc4-f994efaf3289" providerId="ADAL" clId="{655D084B-7DF1-4C24-9447-417D7DC498B8}" dt="2026-06-26T00:00:42.473" v="70" actId="1076"/>
          <ac:graphicFrameMkLst>
            <pc:docMk/>
            <pc:sldMk cId="364733940" sldId="284"/>
            <ac:graphicFrameMk id="5" creationId="{B762DBC9-2C5F-4219-04BA-4A2BF2F57E2F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00:00:42.473" v="70" actId="1076"/>
          <ac:graphicFrameMkLst>
            <pc:docMk/>
            <pc:sldMk cId="364733940" sldId="284"/>
            <ac:graphicFrameMk id="9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00:00:42.473" v="70" actId="1076"/>
          <ac:graphicFrameMkLst>
            <pc:docMk/>
            <pc:sldMk cId="364733940" sldId="284"/>
            <ac:graphicFrameMk id="10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00:00:42.473" v="70" actId="1076"/>
          <ac:graphicFrameMkLst>
            <pc:docMk/>
            <pc:sldMk cId="364733940" sldId="284"/>
            <ac:graphicFrameMk id="11" creationId="{00000000-0000-0000-0000-000000000000}"/>
          </ac:graphicFrameMkLst>
        </pc:graphicFrameChg>
        <pc:graphicFrameChg chg="add mod">
          <ac:chgData name="Laura Patricia Galvan Chavez" userId="6b13af50-ce8b-483e-8fc4-f994efaf3289" providerId="ADAL" clId="{655D084B-7DF1-4C24-9447-417D7DC498B8}" dt="2026-06-26T00:01:59.187" v="77" actId="1076"/>
          <ac:graphicFrameMkLst>
            <pc:docMk/>
            <pc:sldMk cId="364733940" sldId="284"/>
            <ac:graphicFrameMk id="13" creationId="{9FB2376A-C850-53CE-6470-E2F7F3EEC8F0}"/>
          </ac:graphicFrameMkLst>
        </pc:graphicFrameChg>
        <pc:graphicFrameChg chg="add mod">
          <ac:chgData name="Laura Patricia Galvan Chavez" userId="6b13af50-ce8b-483e-8fc4-f994efaf3289" providerId="ADAL" clId="{655D084B-7DF1-4C24-9447-417D7DC498B8}" dt="2026-06-26T00:01:59.187" v="77" actId="1076"/>
          <ac:graphicFrameMkLst>
            <pc:docMk/>
            <pc:sldMk cId="364733940" sldId="284"/>
            <ac:graphicFrameMk id="14" creationId="{DF85190D-CD12-FF89-C0EA-778FAAF0B7AD}"/>
          </ac:graphicFrameMkLst>
        </pc:graphicFrameChg>
        <pc:graphicFrameChg chg="add mod">
          <ac:chgData name="Laura Patricia Galvan Chavez" userId="6b13af50-ce8b-483e-8fc4-f994efaf3289" providerId="ADAL" clId="{655D084B-7DF1-4C24-9447-417D7DC498B8}" dt="2026-06-26T00:01:37.965" v="75"/>
          <ac:graphicFrameMkLst>
            <pc:docMk/>
            <pc:sldMk cId="364733940" sldId="284"/>
            <ac:graphicFrameMk id="23" creationId="{E6701BF7-B7DE-3121-431A-8690DC59ACBF}"/>
          </ac:graphicFrameMkLst>
        </pc:graphicFrameChg>
        <pc:picChg chg="mod">
          <ac:chgData name="Laura Patricia Galvan Chavez" userId="6b13af50-ce8b-483e-8fc4-f994efaf3289" providerId="ADAL" clId="{655D084B-7DF1-4C24-9447-417D7DC498B8}" dt="2026-06-26T00:00:48.180" v="71" actId="1076"/>
          <ac:picMkLst>
            <pc:docMk/>
            <pc:sldMk cId="364733940" sldId="284"/>
            <ac:picMk id="2" creationId="{1B5687F4-45A0-92B4-9653-1598AF1BC42E}"/>
          </ac:picMkLst>
        </pc:picChg>
        <pc:picChg chg="mod">
          <ac:chgData name="Laura Patricia Galvan Chavez" userId="6b13af50-ce8b-483e-8fc4-f994efaf3289" providerId="ADAL" clId="{655D084B-7DF1-4C24-9447-417D7DC498B8}" dt="2026-06-26T00:00:42.473" v="70" actId="1076"/>
          <ac:picMkLst>
            <pc:docMk/>
            <pc:sldMk cId="364733940" sldId="284"/>
            <ac:picMk id="4" creationId="{488C755F-8E2D-8CE1-6C1B-6DBB55EE2CD3}"/>
          </ac:picMkLst>
        </pc:picChg>
        <pc:picChg chg="add mod">
          <ac:chgData name="Laura Patricia Galvan Chavez" userId="6b13af50-ce8b-483e-8fc4-f994efaf3289" providerId="ADAL" clId="{655D084B-7DF1-4C24-9447-417D7DC498B8}" dt="2026-06-26T00:01:37.965" v="75"/>
          <ac:picMkLst>
            <pc:docMk/>
            <pc:sldMk cId="364733940" sldId="284"/>
            <ac:picMk id="16" creationId="{A95C1968-D680-4C93-2B04-0E1D5DF60021}"/>
          </ac:picMkLst>
        </pc:picChg>
      </pc:sldChg>
      <pc:sldChg chg="addSp modSp mod">
        <pc:chgData name="Laura Patricia Galvan Chavez" userId="6b13af50-ce8b-483e-8fc4-f994efaf3289" providerId="ADAL" clId="{655D084B-7DF1-4C24-9447-417D7DC498B8}" dt="2026-06-26T20:49:06.508" v="252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6T20:44:51.320" v="151" actId="1076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Laura Patricia Galvan Chavez" userId="6b13af50-ce8b-483e-8fc4-f994efaf3289" providerId="ADAL" clId="{655D084B-7DF1-4C24-9447-417D7DC498B8}" dt="2026-06-26T20:47:35.146" v="244" actId="1076"/>
          <ac:spMkLst>
            <pc:docMk/>
            <pc:sldMk cId="3805655920" sldId="288"/>
            <ac:spMk id="7" creationId="{70CC59CF-F9BC-EA54-F860-584B8EB1ECD7}"/>
          </ac:spMkLst>
        </pc:spChg>
        <pc:spChg chg="add mod">
          <ac:chgData name="Laura Patricia Galvan Chavez" userId="6b13af50-ce8b-483e-8fc4-f994efaf3289" providerId="ADAL" clId="{655D084B-7DF1-4C24-9447-417D7DC498B8}" dt="2026-06-26T20:48:23.880" v="251" actId="1076"/>
          <ac:spMkLst>
            <pc:docMk/>
            <pc:sldMk cId="3805655920" sldId="288"/>
            <ac:spMk id="8" creationId="{4BAA955B-F5E4-175C-8C78-9D77215C70BE}"/>
          </ac:spMkLst>
        </pc:spChg>
        <pc:spChg chg="add mod">
          <ac:chgData name="Laura Patricia Galvan Chavez" userId="6b13af50-ce8b-483e-8fc4-f994efaf3289" providerId="ADAL" clId="{655D084B-7DF1-4C24-9447-417D7DC498B8}" dt="2026-06-26T20:49:06.508" v="252" actId="1076"/>
          <ac:spMkLst>
            <pc:docMk/>
            <pc:sldMk cId="3805655920" sldId="288"/>
            <ac:spMk id="9" creationId="{1A87899A-941C-9C9C-976D-40D378BE5A55}"/>
          </ac:spMkLst>
        </pc:spChg>
        <pc:spChg chg="add mod">
          <ac:chgData name="Laura Patricia Galvan Chavez" userId="6b13af50-ce8b-483e-8fc4-f994efaf3289" providerId="ADAL" clId="{655D084B-7DF1-4C24-9447-417D7DC498B8}" dt="2026-06-26T20:49:06.508" v="252" actId="1076"/>
          <ac:spMkLst>
            <pc:docMk/>
            <pc:sldMk cId="3805655920" sldId="288"/>
            <ac:spMk id="10" creationId="{455B498D-C597-068C-153C-1C8870852611}"/>
          </ac:spMkLst>
        </pc:spChg>
        <pc:spChg chg="add mod">
          <ac:chgData name="Laura Patricia Galvan Chavez" userId="6b13af50-ce8b-483e-8fc4-f994efaf3289" providerId="ADAL" clId="{655D084B-7DF1-4C24-9447-417D7DC498B8}" dt="2026-06-26T20:49:06.508" v="252" actId="1076"/>
          <ac:spMkLst>
            <pc:docMk/>
            <pc:sldMk cId="3805655920" sldId="288"/>
            <ac:spMk id="11" creationId="{0F9F0E14-A0C1-6736-0600-13592F1E0B17}"/>
          </ac:spMkLst>
        </pc:spChg>
        <pc:graphicFrameChg chg="mod modGraphic">
          <ac:chgData name="Laura Patricia Galvan Chavez" userId="6b13af50-ce8b-483e-8fc4-f994efaf3289" providerId="ADAL" clId="{655D084B-7DF1-4C24-9447-417D7DC498B8}" dt="2026-06-26T20:35:00.913" v="141" actId="1076"/>
          <ac:graphicFrameMkLst>
            <pc:docMk/>
            <pc:sldMk cId="3805655920" sldId="288"/>
            <ac:graphicFrameMk id="2" creationId="{1B4F2D61-A7D7-8B9F-DD62-50393BC5F9AF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20:35:10.024" v="142" actId="1076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20:35:10.024" v="142" actId="1076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6T20:47:35.146" v="244" actId="1076"/>
          <ac:graphicFrameMkLst>
            <pc:docMk/>
            <pc:sldMk cId="3805655920" sldId="288"/>
            <ac:graphicFrameMk id="15" creationId="{1BCF81C3-01DD-926C-6138-050F1006807D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6T20:48:17.059" v="250" actId="1076"/>
          <ac:graphicFrameMkLst>
            <pc:docMk/>
            <pc:sldMk cId="3805655920" sldId="288"/>
            <ac:graphicFrameMk id="16" creationId="{B876D25B-648A-4DA0-866F-BCF282720D8C}"/>
          </ac:graphicFrameMkLst>
        </pc:graphicFrameChg>
        <pc:graphicFrameChg chg="add mod modGraphic">
          <ac:chgData name="Laura Patricia Galvan Chavez" userId="6b13af50-ce8b-483e-8fc4-f994efaf3289" providerId="ADAL" clId="{655D084B-7DF1-4C24-9447-417D7DC498B8}" dt="2026-06-26T20:47:13.724" v="243" actId="20577"/>
          <ac:graphicFrameMkLst>
            <pc:docMk/>
            <pc:sldMk cId="3805655920" sldId="288"/>
            <ac:graphicFrameMk id="17" creationId="{149F023D-3EA8-639A-9487-61BD7CCC1366}"/>
          </ac:graphicFrameMkLst>
        </pc:graphicFrameChg>
        <pc:picChg chg="add mod">
          <ac:chgData name="Laura Patricia Galvan Chavez" userId="6b13af50-ce8b-483e-8fc4-f994efaf3289" providerId="ADAL" clId="{655D084B-7DF1-4C24-9447-417D7DC498B8}" dt="2026-06-26T20:49:06.508" v="252" actId="1076"/>
          <ac:picMkLst>
            <pc:docMk/>
            <pc:sldMk cId="3805655920" sldId="288"/>
            <ac:picMk id="12" creationId="{0C64E93B-D120-4163-A0A8-C029478BE644}"/>
          </ac:picMkLst>
        </pc:picChg>
        <pc:picChg chg="add mod">
          <ac:chgData name="Laura Patricia Galvan Chavez" userId="6b13af50-ce8b-483e-8fc4-f994efaf3289" providerId="ADAL" clId="{655D084B-7DF1-4C24-9447-417D7DC498B8}" dt="2026-06-26T20:49:06.508" v="252" actId="1076"/>
          <ac:picMkLst>
            <pc:docMk/>
            <pc:sldMk cId="3805655920" sldId="288"/>
            <ac:picMk id="13" creationId="{18124FE1-3EB7-559B-B350-CF2562C0EC07}"/>
          </ac:picMkLst>
        </pc:picChg>
        <pc:picChg chg="add mod">
          <ac:chgData name="Laura Patricia Galvan Chavez" userId="6b13af50-ce8b-483e-8fc4-f994efaf3289" providerId="ADAL" clId="{655D084B-7DF1-4C24-9447-417D7DC498B8}" dt="2026-06-26T20:49:06.508" v="252" actId="1076"/>
          <ac:picMkLst>
            <pc:docMk/>
            <pc:sldMk cId="3805655920" sldId="288"/>
            <ac:picMk id="14" creationId="{B3912176-61A6-3589-EEF0-F0038C6FD797}"/>
          </ac:picMkLst>
        </pc:picChg>
      </pc:sldChg>
      <pc:sldChg chg="addSp delSp modSp mod">
        <pc:chgData name="Laura Patricia Galvan Chavez" userId="6b13af50-ce8b-483e-8fc4-f994efaf3289" providerId="ADAL" clId="{655D084B-7DF1-4C24-9447-417D7DC498B8}" dt="2026-06-26T18:14:25.941" v="88" actId="20577"/>
        <pc:sldMkLst>
          <pc:docMk/>
          <pc:sldMk cId="3763779569" sldId="289"/>
        </pc:sldMkLst>
        <pc:spChg chg="add mod">
          <ac:chgData name="Laura Patricia Galvan Chavez" userId="6b13af50-ce8b-483e-8fc4-f994efaf3289" providerId="ADAL" clId="{655D084B-7DF1-4C24-9447-417D7DC498B8}" dt="2026-06-26T00:12:42.749" v="79"/>
          <ac:spMkLst>
            <pc:docMk/>
            <pc:sldMk cId="3763779569" sldId="289"/>
            <ac:spMk id="4" creationId="{36832AF9-3ACC-9825-5E5B-18263DE2F88E}"/>
          </ac:spMkLst>
        </pc:spChg>
        <pc:spChg chg="add mod">
          <ac:chgData name="Laura Patricia Galvan Chavez" userId="6b13af50-ce8b-483e-8fc4-f994efaf3289" providerId="ADAL" clId="{655D084B-7DF1-4C24-9447-417D7DC498B8}" dt="2026-06-26T00:12:42.749" v="79"/>
          <ac:spMkLst>
            <pc:docMk/>
            <pc:sldMk cId="3763779569" sldId="289"/>
            <ac:spMk id="6" creationId="{BEB1C19C-EEE2-ACDE-7503-DF1D38E45FA8}"/>
          </ac:spMkLst>
        </pc:spChg>
        <pc:graphicFrameChg chg="modGraphic">
          <ac:chgData name="Laura Patricia Galvan Chavez" userId="6b13af50-ce8b-483e-8fc4-f994efaf3289" providerId="ADAL" clId="{655D084B-7DF1-4C24-9447-417D7DC498B8}" dt="2026-06-26T18:14:25.941" v="88" actId="20577"/>
          <ac:graphicFrameMkLst>
            <pc:docMk/>
            <pc:sldMk cId="3763779569" sldId="289"/>
            <ac:graphicFrameMk id="5" creationId="{9778D56F-7E22-4A4E-1726-3EA324AB395E}"/>
          </ac:graphicFrameMkLst>
        </pc:graphicFrameChg>
        <pc:picChg chg="add mod">
          <ac:chgData name="Laura Patricia Galvan Chavez" userId="6b13af50-ce8b-483e-8fc4-f994efaf3289" providerId="ADAL" clId="{655D084B-7DF1-4C24-9447-417D7DC498B8}" dt="2026-06-26T00:12:42.749" v="79"/>
          <ac:picMkLst>
            <pc:docMk/>
            <pc:sldMk cId="3763779569" sldId="289"/>
            <ac:picMk id="7" creationId="{700A8EE9-34DB-27FD-8C9A-DC6052D39B42}"/>
          </ac:picMkLst>
        </pc:picChg>
        <pc:picChg chg="add mod">
          <ac:chgData name="Laura Patricia Galvan Chavez" userId="6b13af50-ce8b-483e-8fc4-f994efaf3289" providerId="ADAL" clId="{655D084B-7DF1-4C24-9447-417D7DC498B8}" dt="2026-06-26T00:12:42.749" v="79"/>
          <ac:picMkLst>
            <pc:docMk/>
            <pc:sldMk cId="3763779569" sldId="289"/>
            <ac:picMk id="8" creationId="{232A6BC3-05A7-CAF5-DBAC-E30295E91243}"/>
          </ac:picMkLst>
        </pc:picChg>
        <pc:picChg chg="add mod">
          <ac:chgData name="Laura Patricia Galvan Chavez" userId="6b13af50-ce8b-483e-8fc4-f994efaf3289" providerId="ADAL" clId="{655D084B-7DF1-4C24-9447-417D7DC498B8}" dt="2026-06-26T00:12:42.749" v="79"/>
          <ac:picMkLst>
            <pc:docMk/>
            <pc:sldMk cId="3763779569" sldId="289"/>
            <ac:picMk id="9" creationId="{FC60EE64-1993-762F-FCED-DC8058CE31CB}"/>
          </ac:picMkLst>
        </pc:picChg>
        <pc:picChg chg="add mod">
          <ac:chgData name="Laura Patricia Galvan Chavez" userId="6b13af50-ce8b-483e-8fc4-f994efaf3289" providerId="ADAL" clId="{655D084B-7DF1-4C24-9447-417D7DC498B8}" dt="2026-06-26T00:12:42.749" v="79"/>
          <ac:picMkLst>
            <pc:docMk/>
            <pc:sldMk cId="3763779569" sldId="289"/>
            <ac:picMk id="10" creationId="{BE8A2638-00AF-9F4C-FF56-FE70FA7AF606}"/>
          </ac:picMkLst>
        </pc:picChg>
        <pc:picChg chg="add mod">
          <ac:chgData name="Laura Patricia Galvan Chavez" userId="6b13af50-ce8b-483e-8fc4-f994efaf3289" providerId="ADAL" clId="{655D084B-7DF1-4C24-9447-417D7DC498B8}" dt="2026-06-26T00:12:42.749" v="79"/>
          <ac:picMkLst>
            <pc:docMk/>
            <pc:sldMk cId="3763779569" sldId="289"/>
            <ac:picMk id="11" creationId="{7527858D-3F11-4E9C-10CB-473A4997F30A}"/>
          </ac:picMkLst>
        </pc:picChg>
        <pc:picChg chg="add mod">
          <ac:chgData name="Laura Patricia Galvan Chavez" userId="6b13af50-ce8b-483e-8fc4-f994efaf3289" providerId="ADAL" clId="{655D084B-7DF1-4C24-9447-417D7DC498B8}" dt="2026-06-26T00:12:42.749" v="79"/>
          <ac:picMkLst>
            <pc:docMk/>
            <pc:sldMk cId="3763779569" sldId="289"/>
            <ac:picMk id="13" creationId="{DFF740A4-4389-3258-25A0-4217FCB0928C}"/>
          </ac:picMkLst>
        </pc:picChg>
        <pc:picChg chg="add mod">
          <ac:chgData name="Laura Patricia Galvan Chavez" userId="6b13af50-ce8b-483e-8fc4-f994efaf3289" providerId="ADAL" clId="{655D084B-7DF1-4C24-9447-417D7DC498B8}" dt="2026-06-26T00:12:42.749" v="79"/>
          <ac:picMkLst>
            <pc:docMk/>
            <pc:sldMk cId="3763779569" sldId="289"/>
            <ac:picMk id="14" creationId="{583F7D54-350C-7B1A-9C4A-5351E6E81B1A}"/>
          </ac:picMkLst>
        </pc:picChg>
        <pc:picChg chg="add mod">
          <ac:chgData name="Laura Patricia Galvan Chavez" userId="6b13af50-ce8b-483e-8fc4-f994efaf3289" providerId="ADAL" clId="{655D084B-7DF1-4C24-9447-417D7DC498B8}" dt="2026-06-26T00:12:42.749" v="79"/>
          <ac:picMkLst>
            <pc:docMk/>
            <pc:sldMk cId="3763779569" sldId="289"/>
            <ac:picMk id="15" creationId="{4BF97336-BB63-45F4-2048-5382CE548D1F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5T23:57:24.558" v="67" actId="20577"/>
        <pc:sldMkLst>
          <pc:docMk/>
          <pc:sldMk cId="521389287" sldId="300"/>
        </pc:sldMkLst>
        <pc:graphicFrameChg chg="mod modGraphic">
          <ac:chgData name="Laura Patricia Galvan Chavez" userId="6b13af50-ce8b-483e-8fc4-f994efaf3289" providerId="ADAL" clId="{655D084B-7DF1-4C24-9447-417D7DC498B8}" dt="2026-06-25T23:57:24.558" v="67" actId="20577"/>
          <ac:graphicFrameMkLst>
            <pc:docMk/>
            <pc:sldMk cId="521389287" sldId="300"/>
            <ac:graphicFrameMk id="9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0:26:27.164" v="280" actId="1036"/>
        <pc:sldMkLst>
          <pc:docMk/>
          <pc:sldMk cId="0" sldId="305"/>
        </pc:sldMkLst>
        <pc:graphicFrameChg chg="mod">
          <ac:chgData name="Laura Patricia Galvan Chavez" userId="6b13af50-ce8b-483e-8fc4-f994efaf3289" providerId="ADAL" clId="{655D084B-7DF1-4C24-9447-417D7DC498B8}" dt="2026-07-02T20:26:27.164" v="280" actId="1036"/>
          <ac:graphicFrameMkLst>
            <pc:docMk/>
            <pc:sldMk cId="0" sldId="305"/>
            <ac:graphicFrameMk id="2" creationId="{AC6CCA6A-4ECF-293A-F210-1B93715413B2}"/>
          </ac:graphicFrameMkLst>
        </pc:graphicFrame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8:08.105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8:08.105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8:08.105" v="2" actId="22"/>
          <ac:spMkLst>
            <pc:docMk/>
            <pc:sldMk cId="748044913" sldId="287"/>
            <ac:spMk id="10" creationId="{8F248488-74DB-EA36-C025-FBCC71A7567B}"/>
          </ac:spMkLst>
        </pc:spChg>
        <pc:spChg chg="add">
          <ac:chgData name="Rohan Myron Oprisko" userId="a7c52ab4-f8b1-4d15-aaf6-6388cc510347" providerId="ADAL" clId="{97C26823-81C0-4343-94EC-E87AB1317939}" dt="2026-06-24T15:58:08.105" v="2" actId="22"/>
          <ac:spMkLst>
            <pc:docMk/>
            <pc:sldMk cId="748044913" sldId="287"/>
            <ac:spMk id="12" creationId="{0FE208FB-7871-0A58-CBC3-771BE589BA3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9AD9-418E-B44D-264E5DEAD857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</c:spPr>
            <c:extLst>
              <c:ext xmlns:c16="http://schemas.microsoft.com/office/drawing/2014/chart" uri="{C3380CC4-5D6E-409C-BE32-E72D297353CC}">
                <c16:uniqueId val="{00000003-9AD9-418E-B44D-264E5DEAD857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9AD9-418E-B44D-264E5DEAD857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9AD9-418E-B44D-264E5DEAD857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9AD9-418E-B44D-264E5DEAD857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858274</c:v>
                </c:pt>
                <c:pt idx="1">
                  <c:v>1166968</c:v>
                </c:pt>
                <c:pt idx="2">
                  <c:v>538673</c:v>
                </c:pt>
                <c:pt idx="3">
                  <c:v>1749659</c:v>
                </c:pt>
                <c:pt idx="4">
                  <c:v>55423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AD9-418E-B44D-264E5DEAD8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5ED-4028-AB3E-ADCA69AF3C3E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5ED-4028-AB3E-ADCA69AF3C3E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45.829541694242224</c:v>
                </c:pt>
                <c:pt idx="1">
                  <c:v>54.170458305757776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ED-4028-AB3E-ADCA69AF3C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3B6-4D8B-947F-9F94DB548F96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3B6-4D8B-947F-9F94DB548F96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8.8857096100999993</c:v>
                </c:pt>
                <c:pt idx="1">
                  <c:v>91.114290389900006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B6-4D8B-947F-9F94DB548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0EC-4086-9D4C-D023FC7149CC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0EC-4086-9D4C-D023FC7149CC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41.387828430271725</c:v>
                </c:pt>
                <c:pt idx="1">
                  <c:v>58.612171569728275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EC-4086-9D4C-D023FC7149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552-429C-87BA-36F35102F949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552-429C-87BA-36F35102F949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41.387828430271725</c:v>
                </c:pt>
                <c:pt idx="1">
                  <c:v>58.612171569728275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52-429C-87BA-36F35102F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3649-41EA-B296-29FB2F624B2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80</c:v>
                </c:pt>
                <c:pt idx="2">
                  <c:v>64</c:v>
                </c:pt>
                <c:pt idx="3">
                  <c:v>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649-41EA-B296-29FB2F624B2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57951232"/>
        <c:axId val="257962752"/>
      </c:barChart>
      <c:catAx>
        <c:axId val="2579512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257962752"/>
        <c:crosses val="autoZero"/>
        <c:auto val="1"/>
        <c:lblAlgn val="ctr"/>
        <c:lblOffset val="100"/>
        <c:noMultiLvlLbl val="0"/>
      </c:catAx>
      <c:valAx>
        <c:axId val="2579627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5795123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 Eléctrica y Captación y Suministro de Agua Potable</c:v>
                </c:pt>
                <c:pt idx="1">
                  <c:v>Comercio</c:v>
                </c:pt>
                <c:pt idx="2">
                  <c:v>Servicios Sociales y Comunales</c:v>
                </c:pt>
                <c:pt idx="3">
                  <c:v>Industrias de la Transformación</c:v>
                </c:pt>
                <c:pt idx="4">
                  <c:v>Industria de la Construcción</c:v>
                </c:pt>
                <c:pt idx="5">
                  <c:v>Servicios para Empresas, Personas y el Hogar</c:v>
                </c:pt>
                <c:pt idx="6">
                  <c:v>Transportes y Comunicaciones</c:v>
                </c:pt>
                <c:pt idx="7">
                  <c:v>Agricultura, Ganaderia, Silvicultura, Pesca y Caza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2861</c:v>
                </c:pt>
                <c:pt idx="1">
                  <c:v>59449</c:v>
                </c:pt>
                <c:pt idx="2">
                  <c:v>68506</c:v>
                </c:pt>
                <c:pt idx="3">
                  <c:v>16677</c:v>
                </c:pt>
                <c:pt idx="4">
                  <c:v>20062</c:v>
                </c:pt>
                <c:pt idx="5">
                  <c:v>47842</c:v>
                </c:pt>
                <c:pt idx="6">
                  <c:v>9428</c:v>
                </c:pt>
                <c:pt idx="7">
                  <c:v>5418</c:v>
                </c:pt>
                <c:pt idx="8">
                  <c:v>1182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65B-4504-BED7-C17CB2210F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 Eléctrica y Captación y Suministro de Agua Potable</c:v>
                </c:pt>
                <c:pt idx="1">
                  <c:v>Comercio</c:v>
                </c:pt>
                <c:pt idx="2">
                  <c:v>Servicios Sociales y Comunales</c:v>
                </c:pt>
                <c:pt idx="3">
                  <c:v>Industrias de la Transformación</c:v>
                </c:pt>
                <c:pt idx="4">
                  <c:v>Industria de la Construcción</c:v>
                </c:pt>
                <c:pt idx="5">
                  <c:v>Servicios para Empresas, Personas y el Hogar</c:v>
                </c:pt>
                <c:pt idx="6">
                  <c:v>Transportes y Comunicaciones</c:v>
                </c:pt>
                <c:pt idx="7">
                  <c:v>Agricultura, Ganaderia, Silvicultura, Pesca y Caza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2840</c:v>
                </c:pt>
                <c:pt idx="1">
                  <c:v>60007</c:v>
                </c:pt>
                <c:pt idx="2">
                  <c:v>70086</c:v>
                </c:pt>
                <c:pt idx="3">
                  <c:v>17165</c:v>
                </c:pt>
                <c:pt idx="4">
                  <c:v>21151</c:v>
                </c:pt>
                <c:pt idx="5">
                  <c:v>51009</c:v>
                </c:pt>
                <c:pt idx="6">
                  <c:v>10647</c:v>
                </c:pt>
                <c:pt idx="7">
                  <c:v>6615</c:v>
                </c:pt>
                <c:pt idx="8">
                  <c:v>1552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65B-4504-BED7-C17CB2210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58895232"/>
        <c:axId val="258897024"/>
      </c:barChart>
      <c:catAx>
        <c:axId val="258895232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258897024"/>
        <c:crosses val="autoZero"/>
        <c:auto val="1"/>
        <c:lblAlgn val="ctr"/>
        <c:lblOffset val="100"/>
        <c:noMultiLvlLbl val="0"/>
      </c:catAx>
      <c:valAx>
        <c:axId val="25889702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25889523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212830</c:v>
                </c:pt>
                <c:pt idx="1">
                  <c:v>216706</c:v>
                </c:pt>
                <c:pt idx="2">
                  <c:v>211558</c:v>
                </c:pt>
                <c:pt idx="3">
                  <c:v>210777</c:v>
                </c:pt>
                <c:pt idx="4">
                  <c:v>216898</c:v>
                </c:pt>
                <c:pt idx="5">
                  <c:v>224316</c:v>
                </c:pt>
                <c:pt idx="6">
                  <c:v>233658</c:v>
                </c:pt>
                <c:pt idx="7">
                  <c:v>231425</c:v>
                </c:pt>
                <c:pt idx="8">
                  <c:v>241072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E58-40E4-A115-C1C8E42759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58708992"/>
        <c:axId val="258710528"/>
      </c:barChart>
      <c:catAx>
        <c:axId val="25870899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58710528"/>
        <c:crosses val="autoZero"/>
        <c:auto val="1"/>
        <c:lblAlgn val="ctr"/>
        <c:lblOffset val="100"/>
        <c:noMultiLvlLbl val="0"/>
      </c:catAx>
      <c:valAx>
        <c:axId val="25871052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5870899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13283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chart" Target="../charts/chart6.xml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Oaxaca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4" name="Google Shape;66;p15">
            <a:extLst>
              <a:ext uri="{FF2B5EF4-FFF2-40B4-BE49-F238E27FC236}">
                <a16:creationId xmlns:a16="http://schemas.microsoft.com/office/drawing/2014/main" id="{36832AF9-3ACC-9825-5E5B-18263DE2F88E}"/>
              </a:ext>
            </a:extLst>
          </p:cNvPr>
          <p:cNvSpPr/>
          <p:nvPr/>
        </p:nvSpPr>
        <p:spPr>
          <a:xfrm>
            <a:off x="0" y="937539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Google Shape;67;p15">
            <a:extLst>
              <a:ext uri="{FF2B5EF4-FFF2-40B4-BE49-F238E27FC236}">
                <a16:creationId xmlns:a16="http://schemas.microsoft.com/office/drawing/2014/main" id="{9778D56F-7E22-4A4E-1726-3EA324AB39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637172"/>
              </p:ext>
            </p:extLst>
          </p:nvPr>
        </p:nvGraphicFramePr>
        <p:xfrm>
          <a:off x="1051913" y="2836543"/>
          <a:ext cx="5178175" cy="66028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4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6613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Prestaciones Médicas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</a:t>
                      </a:r>
                      <a:r>
                        <a:rPr lang="e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Víctor Manuel San Pedro Suárez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Cirujano.</a:t>
                      </a: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encargo: </a:t>
                      </a: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</a:t>
                      </a: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enero 2026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8847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Salud en el Trabajo, Prestaciones Económicas y Sociales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Ing. Carlos Santiago Carrasco 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C.P. Ing. Agrónomo especialista en Desarrollo Rural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22 de noviembre de 2019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390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Afiliación y Cobranza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Manuel Alejandro Siguenza Chávez 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Derecho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noviembre de 2022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361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Desarrollo de Personal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Senorina Castro Moreno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Contabilidad Pública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marzo de 2021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091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Finanzas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</a:t>
                      </a:r>
                      <a:r>
                        <a:rPr lang="e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Abraham Alberto Ugalde Garcia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</a:t>
                      </a: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Economía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junio del 2025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854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Federico Javier Moctezuma Santamaría 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Administración de Empresas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octubre de 2024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4862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Everardo Jaime Casas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Derecho y maestría en Derecho Constitucional y Administrativo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04 de febrero de 2025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4862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Secretaria General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 Sección XXVIII 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Luis Enrique Cabrera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marzo 2025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Google Shape;68;p15">
            <a:extLst>
              <a:ext uri="{FF2B5EF4-FFF2-40B4-BE49-F238E27FC236}">
                <a16:creationId xmlns:a16="http://schemas.microsoft.com/office/drawing/2014/main" id="{BEB1C19C-EEE2-ACDE-7503-DF1D38E45FA8}"/>
              </a:ext>
            </a:extLst>
          </p:cNvPr>
          <p:cNvSpPr txBox="1"/>
          <p:nvPr/>
        </p:nvSpPr>
        <p:spPr>
          <a:xfrm>
            <a:off x="2798775" y="959550"/>
            <a:ext cx="4753200" cy="16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Dr. </a:t>
            </a:r>
            <a:r>
              <a:rPr lang="es" sz="1300" b="1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Gabriel Padrón Segura</a:t>
            </a: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408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Médico especialista en Ginecología y Obstetricia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408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Maestría en Gestión Directiva en Salud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 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16 de abril </a:t>
            </a: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 de 202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1200"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Fue </a:t>
            </a: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Coordinador de Expansión de Cobertura en Salud en la Dirección de Prestaciones Médicas del IMSS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Google Shape;70;p15" title="Captura de pantalla 2025-07-14 a la(s) 14.36.28.png">
            <a:extLst>
              <a:ext uri="{FF2B5EF4-FFF2-40B4-BE49-F238E27FC236}">
                <a16:creationId xmlns:a16="http://schemas.microsoft.com/office/drawing/2014/main" id="{700A8EE9-34DB-27FD-8C9A-DC6052D39B4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0875" y="8650102"/>
            <a:ext cx="737025" cy="75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5" title="Captura de pantalla 2025-07-14 a la(s) 16.50.48.png">
            <a:extLst>
              <a:ext uri="{FF2B5EF4-FFF2-40B4-BE49-F238E27FC236}">
                <a16:creationId xmlns:a16="http://schemas.microsoft.com/office/drawing/2014/main" id="{232A6BC3-05A7-CAF5-DBAC-E30295E912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8208" y="5620740"/>
            <a:ext cx="764700" cy="757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2;p15" title="Captura de pantalla 2025-07-14 a la(s) 16.52.12.png">
            <a:extLst>
              <a:ext uri="{FF2B5EF4-FFF2-40B4-BE49-F238E27FC236}">
                <a16:creationId xmlns:a16="http://schemas.microsoft.com/office/drawing/2014/main" id="{FC60EE64-1993-762F-FCED-DC8058CE31C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92360" y="3714028"/>
            <a:ext cx="737025" cy="95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3;p15" title="Captura de pantalla 2025-07-14 a la(s) 16.53.08.png">
            <a:extLst>
              <a:ext uri="{FF2B5EF4-FFF2-40B4-BE49-F238E27FC236}">
                <a16:creationId xmlns:a16="http://schemas.microsoft.com/office/drawing/2014/main" id="{BE8A2638-00AF-9F4C-FF56-FE70FA7AF60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0875" y="4746747"/>
            <a:ext cx="721300" cy="7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4;p15" title="Captura de pantalla 2025-07-14 a la(s) 16.54.52.png">
            <a:extLst>
              <a:ext uri="{FF2B5EF4-FFF2-40B4-BE49-F238E27FC236}">
                <a16:creationId xmlns:a16="http://schemas.microsoft.com/office/drawing/2014/main" id="{7527858D-3F11-4E9C-10CB-473A4997F30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66237" y="7106477"/>
            <a:ext cx="737025" cy="65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5;p15" title="Captura de pantalla 2025-07-14 a la(s) 16.55.43.png">
            <a:extLst>
              <a:ext uri="{FF2B5EF4-FFF2-40B4-BE49-F238E27FC236}">
                <a16:creationId xmlns:a16="http://schemas.microsoft.com/office/drawing/2014/main" id="{5F5321BD-E292-3770-E407-620D912FDA4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81138" y="7801842"/>
            <a:ext cx="764700" cy="75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6;p15">
            <a:extLst>
              <a:ext uri="{FF2B5EF4-FFF2-40B4-BE49-F238E27FC236}">
                <a16:creationId xmlns:a16="http://schemas.microsoft.com/office/drawing/2014/main" id="{DFF740A4-4389-3258-25A0-4217FCB0928C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rcRect b="21687"/>
          <a:stretch>
            <a:fillRect/>
          </a:stretch>
        </p:blipFill>
        <p:spPr>
          <a:xfrm>
            <a:off x="5469326" y="6465548"/>
            <a:ext cx="764700" cy="593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77;p15">
            <a:extLst>
              <a:ext uri="{FF2B5EF4-FFF2-40B4-BE49-F238E27FC236}">
                <a16:creationId xmlns:a16="http://schemas.microsoft.com/office/drawing/2014/main" id="{583F7D54-350C-7B1A-9C4A-5351E6E81B1A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60875" y="2859854"/>
            <a:ext cx="764700" cy="7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78;p15">
            <a:extLst>
              <a:ext uri="{FF2B5EF4-FFF2-40B4-BE49-F238E27FC236}">
                <a16:creationId xmlns:a16="http://schemas.microsoft.com/office/drawing/2014/main" id="{4BF97336-BB63-45F4-2048-5382CE548D1F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71250" y="982700"/>
            <a:ext cx="1431125" cy="1681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46%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978809"/>
              </p:ext>
            </p:extLst>
          </p:nvPr>
        </p:nvGraphicFramePr>
        <p:xfrm>
          <a:off x="2174400" y="10494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5521622" y="1163701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858,274</a:t>
            </a:r>
            <a:br>
              <a:rPr/>
            </a:br>
            <a:r>
              <a:t>20%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4357" y="1151904"/>
            <a:ext cx="377265" cy="507711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4886993" y="13536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115622" y="2979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1,166,968</a:t>
            </a:r>
            <a:br>
              <a:rPr/>
            </a:br>
            <a:r>
              <a:t>27%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7604" y="3014999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313982" y="3101400"/>
            <a:ext cx="122400" cy="1224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313982" y="420239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538,673</a:t>
            </a:r>
            <a:br/>
            <a:r>
              <a:t>12%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2916" y="42219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3614400" y="43794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-183874" y="319364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1,749,659</a:t>
            </a:r>
            <a:br>
              <a:rPr/>
            </a:br>
            <a:r>
              <a:t>40%</a:t>
            </a:r>
          </a:p>
        </p:txBody>
      </p:sp>
      <p:pic>
        <p:nvPicPr>
          <p:cNvPr id="128" name="Picture 127" descr="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663" y="318304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264400" y="332323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546935" y="905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55,423</a:t>
            </a:r>
            <a:br>
              <a:rPr/>
            </a:br>
            <a:r>
              <a:t>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8044" y="948574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3088455" y="105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32916" y="23310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>
              <a:rPr/>
            </a:br>
            <a:r>
              <a:rPr err="1"/>
              <a:t>estatal</a:t>
            </a:r>
            <a:br>
              <a:rPr/>
            </a:br>
            <a:r>
              <a:t>4,368,997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746,140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858,274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453,621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556,401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215,491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241,072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184,301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215,908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292,519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301,873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656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682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3,070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4,300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437243"/>
              </p:ext>
            </p:extLst>
          </p:nvPr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Nivel</a:t>
                      </a:r>
                      <a:endParaRPr dirty="0"/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2</a:t>
                      </a:r>
                      <a:r>
                        <a:rPr lang="es-MX" sz="1000" dirty="0">
                          <a:latin typeface="Montserrat"/>
                        </a:rPr>
                        <a:t>7</a:t>
                      </a:r>
                      <a:r>
                        <a:rPr sz="700" dirty="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8</a:t>
                      </a:r>
                      <a:r>
                        <a:rPr lang="es-MX" sz="1000" dirty="0">
                          <a:latin typeface="Montserrat"/>
                        </a:rPr>
                        <a:t>6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34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5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376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172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32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9</a:t>
                      </a:r>
                      <a:r>
                        <a:rPr lang="es-MX" sz="1000" dirty="0">
                          <a:latin typeface="Montserrat"/>
                        </a:rPr>
                        <a:t>7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376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206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804726"/>
              </p:ext>
            </p:extLst>
          </p:nvPr>
        </p:nvGraphicFramePr>
        <p:xfrm>
          <a:off x="4536000" y="6854400"/>
          <a:ext cx="30960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481</a:t>
                      </a:r>
                      <a:r>
                        <a:rPr lang="es-MX" baseline="30000"/>
                        <a:t>2</a:t>
                      </a:r>
                      <a:endParaRPr baseline="30000"/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805024"/>
              </p:ext>
            </p:extLst>
          </p:nvPr>
        </p:nvGraphicFramePr>
        <p:xfrm>
          <a:off x="5659200" y="1155600"/>
          <a:ext cx="20268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2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4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26 UMF y no incluye 8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</a:t>
            </a:r>
            <a:r>
              <a:t>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pic>
        <p:nvPicPr>
          <p:cNvPr id="10" name="Imagen 2">
            <a:extLst>
              <a:ext uri="{FF2B5EF4-FFF2-40B4-BE49-F238E27FC236}">
                <a16:creationId xmlns:a16="http://schemas.microsoft.com/office/drawing/2014/main" id="{509C636B-A381-E0CD-2580-C4FE93A1F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0" y="1495666"/>
            <a:ext cx="5900448" cy="54131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03;g3d0b4d3c5c9_2_44">
            <a:extLst>
              <a:ext uri="{FF2B5EF4-FFF2-40B4-BE49-F238E27FC236}">
                <a16:creationId xmlns:a16="http://schemas.microsoft.com/office/drawing/2014/main" id="{264DC50A-7E66-297F-D344-B35AC39BECD3}"/>
              </a:ext>
            </a:extLst>
          </p:cNvPr>
          <p:cNvGraphicFramePr/>
          <p:nvPr/>
        </p:nvGraphicFramePr>
        <p:xfrm>
          <a:off x="236774" y="948623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</a:t>
                      </a:r>
                      <a:endParaRPr sz="18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04;g3d0b4d3c5c9_2_44">
            <a:extLst>
              <a:ext uri="{FF2B5EF4-FFF2-40B4-BE49-F238E27FC236}">
                <a16:creationId xmlns:a16="http://schemas.microsoft.com/office/drawing/2014/main" id="{EBC3D16A-4653-A42A-DFF1-062F16DF9B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04" y="1689047"/>
            <a:ext cx="3064515" cy="15785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9A9F19C-64E4-C758-2BFE-6116BFFCE38A}"/>
              </a:ext>
            </a:extLst>
          </p:cNvPr>
          <p:cNvSpPr txBox="1"/>
          <p:nvPr/>
        </p:nvSpPr>
        <p:spPr>
          <a:xfrm>
            <a:off x="3288994" y="1505571"/>
            <a:ext cx="4403362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El IMSS incorporó a la entidad el 1 de agosto de 1951, el 23 de noviembre de 1952 dieron inicio las actividades médicas y administrativas con afiliación de patrones y trabajadores. 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El primer hospital  del IMSS fue el Hospital General de Zona No. 1 “Dr. Demetrio Mayoral Pardo”, construido en un terreno cedido por el Gobierno estatal, se inauguró en noviembre de 1952.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El hospital contaba con 43 camas censables y daba servicios de consulta externa, urgencias, hospitalización general y auxiliares de diagnóstico y tratamiento, posteriormente el IMSS extendió sus servicios al Istmo, la Costa y la Cuenca del Papaloapan.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OAXACA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574129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kumimoji="0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800" y="940314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0_OAXA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56" y="3454795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356" y="4254207"/>
          <a:ext cx="7650000" cy="188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1959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19 </a:t>
                      </a:r>
                      <a:r>
                        <a:rPr err="1"/>
                        <a:t>Cosolapa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FFFFFF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¹Incluye salas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quirófano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salas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híbridas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y salas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mixtas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no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considera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salas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tococirugía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y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expulsión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Fuente: Cédula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actualización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variables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seleccionados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del IFU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enviados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por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el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OOAD.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consultas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medicina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familiar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incluyen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los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con UMF.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Información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: ma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yo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2026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AC6CCA6A-4ECF-293A-F210-1B9371541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20713"/>
              </p:ext>
            </p:extLst>
          </p:nvPr>
        </p:nvGraphicFramePr>
        <p:xfrm>
          <a:off x="56628" y="6222372"/>
          <a:ext cx="7650000" cy="317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Camas no </a:t>
                      </a:r>
                      <a:r>
                        <a:rPr dirty="0" err="1"/>
                        <a:t>censables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HR </a:t>
                      </a:r>
                      <a:r>
                        <a:rPr dirty="0" err="1"/>
                        <a:t>Miahuatlán</a:t>
                      </a:r>
                      <a:r>
                        <a:rPr dirty="0"/>
                        <a:t> de Porfirio Díaz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HR Heroica Ciudad de </a:t>
                      </a:r>
                      <a:r>
                        <a:rPr dirty="0" err="1"/>
                        <a:t>Huajuapan</a:t>
                      </a:r>
                      <a:r>
                        <a:rPr dirty="0"/>
                        <a:t> de 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7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HR Santiago Jamiltepec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40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HR </a:t>
                      </a:r>
                      <a:r>
                        <a:rPr dirty="0" err="1"/>
                        <a:t>Tlacolula</a:t>
                      </a:r>
                      <a:r>
                        <a:rPr dirty="0"/>
                        <a:t> de Matamoros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40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HR Matías Romero Avendaño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9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HR </a:t>
                      </a:r>
                      <a:r>
                        <a:rPr dirty="0" err="1"/>
                        <a:t>Huautla</a:t>
                      </a:r>
                      <a:r>
                        <a:rPr dirty="0"/>
                        <a:t> de Jiménez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1985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HR San Ildefonso Villa 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HR Santiago </a:t>
                      </a:r>
                      <a:r>
                        <a:rPr dirty="0" err="1"/>
                        <a:t>Juxtlahuaca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20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HR Heroica Ciudad de </a:t>
                      </a:r>
                      <a:r>
                        <a:rPr dirty="0" err="1"/>
                        <a:t>Tlaxiaco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  <a:r>
                        <a:rPr lang="es-MX" dirty="0"/>
                        <a:t>97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11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30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  <a:r>
                        <a:rPr lang="es-MX" dirty="0"/>
                        <a:t>73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28</a:t>
                      </a: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01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59602872-7344-7441-6226-27D443EF1B70}"/>
              </a:ext>
            </a:extLst>
          </p:cNvPr>
          <p:cNvGrpSpPr/>
          <p:nvPr/>
        </p:nvGrpSpPr>
        <p:grpSpPr>
          <a:xfrm>
            <a:off x="12700" y="5258339"/>
            <a:ext cx="7772400" cy="3264084"/>
            <a:chOff x="0" y="5677439"/>
            <a:chExt cx="7772400" cy="3264084"/>
          </a:xfrm>
        </p:grpSpPr>
        <p:pic>
          <p:nvPicPr>
            <p:cNvPr id="7" name="Google Shape;254;g3d635d120e2_2_52" title="HGZ 86 URUAPAN.jpg">
              <a:extLst>
                <a:ext uri="{FF2B5EF4-FFF2-40B4-BE49-F238E27FC236}">
                  <a16:creationId xmlns:a16="http://schemas.microsoft.com/office/drawing/2014/main" id="{F9210E39-E9C0-E7BE-C4FA-E748628BE8F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2618338" y="6379359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8" name="Google Shape;256;g3d635d120e2_2_52">
              <a:extLst>
                <a:ext uri="{FF2B5EF4-FFF2-40B4-BE49-F238E27FC236}">
                  <a16:creationId xmlns:a16="http://schemas.microsoft.com/office/drawing/2014/main" id="{DA0047B3-B8B0-7F52-15A1-C223990E9A8D}"/>
                </a:ext>
              </a:extLst>
            </p:cNvPr>
            <p:cNvSpPr/>
            <p:nvPr/>
          </p:nvSpPr>
          <p:spPr>
            <a:xfrm>
              <a:off x="3040879" y="7955562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9" name="Google Shape;257;g3d635d120e2_2_52">
              <a:extLst>
                <a:ext uri="{FF2B5EF4-FFF2-40B4-BE49-F238E27FC236}">
                  <a16:creationId xmlns:a16="http://schemas.microsoft.com/office/drawing/2014/main" id="{15A75C99-64CE-95D7-96FA-5D103464E8D5}"/>
                </a:ext>
              </a:extLst>
            </p:cNvPr>
            <p:cNvSpPr/>
            <p:nvPr/>
          </p:nvSpPr>
          <p:spPr>
            <a:xfrm>
              <a:off x="2618347" y="7955552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0" name="Google Shape;259;g3d635d120e2_2_52">
              <a:extLst>
                <a:ext uri="{FF2B5EF4-FFF2-40B4-BE49-F238E27FC236}">
                  <a16:creationId xmlns:a16="http://schemas.microsoft.com/office/drawing/2014/main" id="{48867681-4C11-0450-7173-1E1DD2123BA3}"/>
                </a:ext>
              </a:extLst>
            </p:cNvPr>
            <p:cNvSpPr txBox="1"/>
            <p:nvPr/>
          </p:nvSpPr>
          <p:spPr>
            <a:xfrm>
              <a:off x="0" y="5677439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3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" name="Google Shape;263;g3d635d120e2_2_52">
              <a:extLst>
                <a:ext uri="{FF2B5EF4-FFF2-40B4-BE49-F238E27FC236}">
                  <a16:creationId xmlns:a16="http://schemas.microsoft.com/office/drawing/2014/main" id="{98ABA49B-1E9C-EC1C-E802-0EDAB42C239B}"/>
                </a:ext>
              </a:extLst>
            </p:cNvPr>
            <p:cNvSpPr txBox="1"/>
            <p:nvPr/>
          </p:nvSpPr>
          <p:spPr>
            <a:xfrm>
              <a:off x="2657250" y="8296761"/>
              <a:ext cx="23232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HGZ-UMAA 1 Oaxaca</a:t>
              </a:r>
            </a:p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$4.3 mdp</a:t>
              </a:r>
              <a:endParaRPr sz="1300" b="1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483071"/>
              </p:ext>
            </p:extLst>
          </p:nvPr>
        </p:nvGraphicFramePr>
        <p:xfrm>
          <a:off x="145380" y="1636295"/>
          <a:ext cx="7534799" cy="2744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212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Aparatos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Tomografía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Equipos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Resonancia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Magnética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4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/>
              <a:t>Proyectos</a:t>
            </a:r>
            <a:r>
              <a:t> de </a:t>
            </a:r>
            <a:r>
              <a:rPr err="1"/>
              <a:t>implementación</a:t>
            </a:r>
            <a:r>
              <a:t>/</a:t>
            </a:r>
            <a:r>
              <a:rPr err="1"/>
              <a:t>sustitución</a:t>
            </a:r>
            <a:r>
              <a:t> 2019-2025. </a:t>
            </a:r>
            <a:r>
              <a:rPr err="1"/>
              <a:t>Incluye</a:t>
            </a:r>
            <a:r>
              <a:t> </a:t>
            </a:r>
            <a:r>
              <a:rPr err="1"/>
              <a:t>equipo</a:t>
            </a:r>
            <a:r>
              <a:t> de la </a:t>
            </a:r>
            <a:r>
              <a:rPr err="1"/>
              <a:t>compra</a:t>
            </a:r>
            <a:r>
              <a:t> 2025-2026.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seleccionadas</a:t>
            </a:r>
            <a:r>
              <a:t> del IFU, </a:t>
            </a:r>
            <a:r>
              <a:rPr err="1"/>
              <a:t>enviadas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el</a:t>
            </a:r>
            <a:r>
              <a:t>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</a:t>
            </a:r>
            <a:r>
              <a:t>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603113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9009F924-1254-C67D-5E6A-F7C5E6303E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3E289D8-A751-02F8-A52A-BE012299F99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9FFF475-7DF4-4798-D160-798F4A962BAC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ADDA902-2D20-1BA4-3A11-4C591D8B594B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F65A174-9038-CFF9-FD4A-F58553046339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8F248488-74DB-EA36-C025-FBCC71A7567B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0FE208FB-7871-0A58-CBC3-771BE589BA3B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+3,915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+117,815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+81,001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1,202,419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117,815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573,943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1,210,480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343,610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81,001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165,870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400,770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20,648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3,915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10,142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24,455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20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8826"/>
              </p:ext>
            </p:extLst>
          </p:nvPr>
        </p:nvGraphicFramePr>
        <p:xfrm>
          <a:off x="151200" y="1692000"/>
          <a:ext cx="7473599" cy="4701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290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/>
                        <a:t>UMF 12 </a:t>
                      </a:r>
                      <a:r>
                        <a:rPr dirty="0" err="1"/>
                        <a:t>Sto</a:t>
                      </a:r>
                      <a:r>
                        <a:rPr dirty="0"/>
                        <a:t>. Domingo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12,995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Cuicatlán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5,665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2,042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Cd. Ixtpepec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23,681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10,438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Magdalena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9,804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6,802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69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San Pablo Villa de Etla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17,759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7,919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Temazcal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6,494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Sto. Domingo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26,435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11,849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Acatlán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69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/>
                        <a:t>UMF 27 </a:t>
                      </a:r>
                      <a:r>
                        <a:rPr dirty="0" err="1"/>
                        <a:t>Estación</a:t>
                      </a:r>
                      <a:r>
                        <a:rPr dirty="0"/>
                        <a:t> El Refugio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5,519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Vicente Oax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15,053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1,522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7,189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69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Zimatlán de Álvarez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1,284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/>
                        <a:t>UMF 27 </a:t>
                      </a:r>
                      <a:r>
                        <a:rPr dirty="0" err="1"/>
                        <a:t>Ocotlán</a:t>
                      </a:r>
                      <a:endParaRPr dirty="0"/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17,900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2,030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/>
                        <a:t>UMRM 21 </a:t>
                      </a:r>
                      <a:r>
                        <a:rPr dirty="0" err="1"/>
                        <a:t>Tamazulapan</a:t>
                      </a:r>
                      <a:endParaRPr dirty="0"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11,795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6,678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Ixtlan de Juárez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7,774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1,865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4,631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Pedro Pochutla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13,762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7,477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Barrio La Soledad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21,414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4,121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9,005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4069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San Pedro Tapanatepec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3,658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San Pablo Huitzo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15,051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41.3%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59 Loma Bonita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26,451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53.9%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Teotitlán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6,462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2,923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36.5%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03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269,222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32,254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132,957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290,112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45.8%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23705"/>
              </p:ext>
            </p:extLst>
          </p:nvPr>
        </p:nvGraphicFramePr>
        <p:xfrm>
          <a:off x="4808096" y="69876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08096" y="770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45.8%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8096" y="860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095" y="698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290,112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adroTexto 242">
            <a:extLst>
              <a:ext uri="{FF2B5EF4-FFF2-40B4-BE49-F238E27FC236}">
                <a16:creationId xmlns:a16="http://schemas.microsoft.com/office/drawing/2014/main" id="{6D536F3D-2906-19E1-62A3-F8849EBB7091}"/>
              </a:ext>
            </a:extLst>
          </p:cNvPr>
          <p:cNvSpPr txBox="1"/>
          <p:nvPr/>
        </p:nvSpPr>
        <p:spPr>
          <a:xfrm>
            <a:off x="4170194" y="558974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1 Nueva UMTC con   1 consultorio</a:t>
            </a:r>
          </a:p>
        </p:txBody>
      </p: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E6C906C4-DDEF-0E2A-5DDF-37DE5C3CA135}"/>
              </a:ext>
            </a:extLst>
          </p:cNvPr>
          <p:cNvSpPr txBox="1"/>
          <p:nvPr/>
        </p:nvSpPr>
        <p:spPr>
          <a:xfrm>
            <a:off x="4592522" y="6872355"/>
            <a:ext cx="2686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>
                <a:latin typeface="Montserrat" panose="00000500000000000000" pitchFamily="2" charset="0"/>
              </a:rPr>
              <a:t>UMF 5 Sto. Domingo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 (16 consultorios)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858513" y="58320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(73,847 consultas)</a:t>
            </a:r>
          </a:p>
        </p:txBody>
      </p:sp>
      <p:graphicFrame>
        <p:nvGraphicFramePr>
          <p:cNvPr id="252" name="Table 2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119685"/>
              </p:ext>
            </p:extLst>
          </p:nvPr>
        </p:nvGraphicFramePr>
        <p:xfrm>
          <a:off x="147601" y="1900146"/>
          <a:ext cx="7473599" cy="2423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4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Incremento</a:t>
                      </a:r>
                      <a:r>
                        <a:rPr dirty="0"/>
                        <a:t> 2024 </a:t>
                      </a:r>
                      <a:r>
                        <a:rPr dirty="0" err="1"/>
                        <a:t>vs</a:t>
                      </a:r>
                      <a:r>
                        <a:rPr dirty="0"/>
                        <a:t>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Juchitan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54,937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6,286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27,114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Tuxtepec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190,571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38,854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87,794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184,000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Pinotepa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21,456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2,288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12,053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48.1%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65 Sta Lucía del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145,055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13,901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67,622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48.0%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Puerto Escondido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32,846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4,199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18,786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50.0%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38 FF.CC.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182,634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4,203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85,267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47.6%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Oaxaca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177,142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81,978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47.7%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804,641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76,984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380,614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790,728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48.1%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53" name="Chart 2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995993"/>
              </p:ext>
            </p:extLst>
          </p:nvPr>
        </p:nvGraphicFramePr>
        <p:xfrm>
          <a:off x="303313" y="5799600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4" name="TextBox 253"/>
          <p:cNvSpPr txBox="1"/>
          <p:nvPr/>
        </p:nvSpPr>
        <p:spPr>
          <a:xfrm>
            <a:off x="303313" y="6425412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97451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25999" y="9523927"/>
            <a:ext cx="74736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</a:t>
            </a:r>
            <a:r>
              <a:rPr err="1"/>
              <a:t>incluye</a:t>
            </a:r>
            <a:r>
              <a:t> la </a:t>
            </a:r>
            <a:r>
              <a:rPr err="1"/>
              <a:t>productividad</a:t>
            </a:r>
            <a:r>
              <a:t> de </a:t>
            </a:r>
            <a:r>
              <a:rPr err="1"/>
              <a:t>especialidad</a:t>
            </a:r>
            <a:r>
              <a:t> </a:t>
            </a:r>
            <a:r>
              <a:rPr err="1"/>
              <a:t>generada</a:t>
            </a:r>
            <a:r>
              <a:t> </a:t>
            </a:r>
            <a:r>
              <a:rPr err="1"/>
              <a:t>en</a:t>
            </a:r>
            <a:r>
              <a:t> UMF </a:t>
            </a:r>
            <a:r>
              <a:rPr err="1"/>
              <a:t>ni</a:t>
            </a:r>
            <a:r>
              <a:t> </a:t>
            </a:r>
            <a:r>
              <a:rPr err="1"/>
              <a:t>en</a:t>
            </a:r>
            <a:r>
              <a:t> HR. En </a:t>
            </a:r>
            <a:r>
              <a:rPr err="1"/>
              <a:t>el</a:t>
            </a:r>
            <a:r>
              <a:t> </a:t>
            </a:r>
            <a:r>
              <a:rPr err="1"/>
              <a:t>año</a:t>
            </a:r>
            <a:r>
              <a:t> 2025 no </a:t>
            </a:r>
            <a:r>
              <a:rPr err="1"/>
              <a:t>incluye</a:t>
            </a:r>
            <a:r>
              <a:t> </a:t>
            </a:r>
            <a:r>
              <a:rPr err="1"/>
              <a:t>información</a:t>
            </a:r>
            <a:r>
              <a:t> de HR y UMR.</a:t>
            </a:r>
            <a:br>
              <a:rPr/>
            </a:br>
            <a:r>
              <a:t>El </a:t>
            </a:r>
            <a:r>
              <a:rPr err="1"/>
              <a:t>año</a:t>
            </a:r>
            <a:r>
              <a:t> de </a:t>
            </a:r>
            <a:r>
              <a:rPr err="1"/>
              <a:t>proceso</a:t>
            </a:r>
            <a:r>
              <a:t> </a:t>
            </a:r>
            <a:r>
              <a:rPr err="1"/>
              <a:t>inicia</a:t>
            </a:r>
            <a:r>
              <a:t> del 26 de </a:t>
            </a:r>
            <a:r>
              <a:rPr err="1"/>
              <a:t>diciembre</a:t>
            </a:r>
            <a:r>
              <a:t> del </a:t>
            </a:r>
            <a:r>
              <a:rPr err="1"/>
              <a:t>año</a:t>
            </a:r>
            <a:r>
              <a:t> anterior al 25 de </a:t>
            </a:r>
            <a:r>
              <a:rPr err="1"/>
              <a:t>diciembre</a:t>
            </a:r>
            <a:r>
              <a:t> del </a:t>
            </a:r>
            <a:r>
              <a:rPr err="1"/>
              <a:t>año</a:t>
            </a:r>
            <a:r>
              <a:t> </a:t>
            </a:r>
            <a:r>
              <a:rPr err="1"/>
              <a:t>en</a:t>
            </a:r>
            <a:r>
              <a:t> curso:2025 (del 26 de </a:t>
            </a:r>
            <a:r>
              <a:rPr err="1"/>
              <a:t>dic</a:t>
            </a:r>
            <a:r>
              <a:t> de 2024 al 25 de </a:t>
            </a:r>
            <a:r>
              <a:rPr err="1"/>
              <a:t>dic</a:t>
            </a:r>
            <a:r>
              <a:t> de 2025).</a:t>
            </a:r>
            <a:endParaRPr lang="es-MX"/>
          </a:p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lang="es-MX"/>
              <a:t>Sólo se consideran cirugías principales.</a:t>
            </a:r>
          </a:p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Semana: 24, 7 </a:t>
            </a:r>
            <a:r>
              <a:rPr err="1"/>
              <a:t>junio</a:t>
            </a:r>
            <a:r>
              <a:t>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819545"/>
              </p:ext>
            </p:extLst>
          </p:nvPr>
        </p:nvGraphicFramePr>
        <p:xfrm>
          <a:off x="143502" y="1497560"/>
          <a:ext cx="7340399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575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5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5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196,927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48,507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90,199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5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27,139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5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50,802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10,637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5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5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50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343,610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81,001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165,870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400,770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584680"/>
              </p:ext>
            </p:extLst>
          </p:nvPr>
        </p:nvGraphicFramePr>
        <p:xfrm>
          <a:off x="4739857" y="3480460"/>
          <a:ext cx="1648243" cy="166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981157" y="4079345"/>
            <a:ext cx="11910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676357" y="495388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89856" y="3851120"/>
            <a:ext cx="29550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3200"/>
              <a:t>400,770 </a:t>
            </a:r>
            <a:br>
              <a:rPr sz="3200"/>
            </a:br>
            <a:r>
              <a:rPr sz="3200"/>
              <a:t>Meta 2026</a:t>
            </a:r>
          </a:p>
        </p:txBody>
      </p:sp>
      <p:graphicFrame>
        <p:nvGraphicFramePr>
          <p:cNvPr id="3" name="Google Shape;230;g370e87ffe7a_2_137">
            <a:extLst>
              <a:ext uri="{FF2B5EF4-FFF2-40B4-BE49-F238E27FC236}">
                <a16:creationId xmlns:a16="http://schemas.microsoft.com/office/drawing/2014/main" id="{583FF340-D16A-F3E4-A06C-6949081272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281093"/>
              </p:ext>
            </p:extLst>
          </p:nvPr>
        </p:nvGraphicFramePr>
        <p:xfrm>
          <a:off x="143502" y="517114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232">
            <a:extLst>
              <a:ext uri="{FF2B5EF4-FFF2-40B4-BE49-F238E27FC236}">
                <a16:creationId xmlns:a16="http://schemas.microsoft.com/office/drawing/2014/main" id="{7DDAE6FB-7304-AE74-E286-E053F78EA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116482"/>
              </p:ext>
            </p:extLst>
          </p:nvPr>
        </p:nvGraphicFramePr>
        <p:xfrm>
          <a:off x="143502" y="5608240"/>
          <a:ext cx="7340399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02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0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0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Oaxaca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0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0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0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01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01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20,648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3,915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10,142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24,455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236">
            <a:extLst>
              <a:ext uri="{FF2B5EF4-FFF2-40B4-BE49-F238E27FC236}">
                <a16:creationId xmlns:a16="http://schemas.microsoft.com/office/drawing/2014/main" id="{B4A01391-9391-F46C-727B-A93EAA3D5575}"/>
              </a:ext>
            </a:extLst>
          </p:cNvPr>
          <p:cNvSpPr txBox="1"/>
          <p:nvPr/>
        </p:nvSpPr>
        <p:spPr>
          <a:xfrm>
            <a:off x="739978" y="7753451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24,455 </a:t>
            </a:r>
            <a:br>
              <a:rPr/>
            </a:br>
            <a:r>
              <a:t>Meta 2026</a:t>
            </a:r>
          </a:p>
        </p:txBody>
      </p:sp>
      <p:graphicFrame>
        <p:nvGraphicFramePr>
          <p:cNvPr id="11" name="Chart 236">
            <a:extLst>
              <a:ext uri="{FF2B5EF4-FFF2-40B4-BE49-F238E27FC236}">
                <a16:creationId xmlns:a16="http://schemas.microsoft.com/office/drawing/2014/main" id="{5EC05D9B-35B6-B130-5415-1DD3B45E1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902923"/>
              </p:ext>
            </p:extLst>
          </p:nvPr>
        </p:nvGraphicFramePr>
        <p:xfrm>
          <a:off x="4727078" y="7626180"/>
          <a:ext cx="1648243" cy="166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234">
            <a:extLst>
              <a:ext uri="{FF2B5EF4-FFF2-40B4-BE49-F238E27FC236}">
                <a16:creationId xmlns:a16="http://schemas.microsoft.com/office/drawing/2014/main" id="{186D224C-B6E1-0837-62C6-17264D6C5400}"/>
              </a:ext>
            </a:extLst>
          </p:cNvPr>
          <p:cNvSpPr txBox="1"/>
          <p:nvPr/>
        </p:nvSpPr>
        <p:spPr>
          <a:xfrm>
            <a:off x="4650957" y="822645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41.5%</a:t>
            </a:r>
          </a:p>
        </p:txBody>
      </p:sp>
      <p:sp>
        <p:nvSpPr>
          <p:cNvPr id="15" name="TextBox 238">
            <a:extLst>
              <a:ext uri="{FF2B5EF4-FFF2-40B4-BE49-F238E27FC236}">
                <a16:creationId xmlns:a16="http://schemas.microsoft.com/office/drawing/2014/main" id="{84C05C9B-CA48-608F-24EA-211CB4C24CE7}"/>
              </a:ext>
            </a:extLst>
          </p:cNvPr>
          <p:cNvSpPr txBox="1"/>
          <p:nvPr/>
        </p:nvSpPr>
        <p:spPr>
          <a:xfrm>
            <a:off x="4651199" y="9110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152 en Hospitales, 2 en sede, 5 en UMF y 50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47563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</a:t>
            </a:r>
            <a:r>
              <a:rPr err="1"/>
              <a:t>en</a:t>
            </a:r>
            <a:r>
              <a:t> </a:t>
            </a:r>
            <a:r>
              <a:rPr err="1"/>
              <a:t>Hospitales</a:t>
            </a:r>
            <a:r>
              <a:rPr lang="es-MX"/>
              <a:t> (1 de 3)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0200" y="3142321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Anestesiología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51800" y="3756732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4000" y="4791122"/>
          <a:ext cx="3456000" cy="20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Heroica Cd Huajuapan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Cirugía</a:t>
                      </a:r>
                      <a:r>
                        <a:t> para </a:t>
                      </a:r>
                      <a:r>
                        <a:rPr err="1"/>
                        <a:t>los</a:t>
                      </a:r>
                      <a:r>
                        <a:t> </a:t>
                      </a:r>
                      <a:r>
                        <a:rPr err="1"/>
                        <a:t>Servicios</a:t>
                      </a:r>
                      <a:r>
                        <a:t> Rurales de Salud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51800" y="4982664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Huautla de Jiménez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140396AE-5A9C-8840-C184-90DC7F344DBF}"/>
              </a:ext>
            </a:extLst>
          </p:cNvPr>
          <p:cNvGraphicFramePr>
            <a:graphicFrameLocks noGrp="1"/>
          </p:cNvGraphicFramePr>
          <p:nvPr/>
        </p:nvGraphicFramePr>
        <p:xfrm>
          <a:off x="4174630" y="66384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Matías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Cirugía</a:t>
                      </a:r>
                      <a:r>
                        <a:t>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Table 6"/>
          <p:cNvGraphicFramePr>
            <a:graphicFrameLocks noGrp="1"/>
          </p:cNvGraphicFramePr>
          <p:nvPr/>
        </p:nvGraphicFramePr>
        <p:xfrm>
          <a:off x="504000" y="7010760"/>
          <a:ext cx="3456000" cy="22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Tlacolula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380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52532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</a:t>
            </a:r>
            <a:r>
              <a:rPr err="1"/>
              <a:t>en</a:t>
            </a:r>
            <a:r>
              <a:t> </a:t>
            </a:r>
            <a:r>
              <a:rPr err="1"/>
              <a:t>Hospitales</a:t>
            </a:r>
            <a:r>
              <a:t> (</a:t>
            </a:r>
            <a:r>
              <a:rPr lang="es-MX"/>
              <a:t>2 de 3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6401" y="40572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Miahuatlán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51800" y="1855720"/>
          <a:ext cx="3456000" cy="151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Santiago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2888EE80-E44F-9DEB-39BC-F38706C9A455}"/>
              </a:ext>
            </a:extLst>
          </p:cNvPr>
          <p:cNvGraphicFramePr>
            <a:graphicFrameLocks noGrp="1"/>
          </p:cNvGraphicFramePr>
          <p:nvPr/>
        </p:nvGraphicFramePr>
        <p:xfrm>
          <a:off x="430200" y="1689960"/>
          <a:ext cx="3456000" cy="184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Jamiltepec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Anestesiología</a:t>
                      </a:r>
                      <a:r>
                        <a:t> para </a:t>
                      </a:r>
                      <a:r>
                        <a:rPr err="1"/>
                        <a:t>los</a:t>
                      </a:r>
                      <a:r>
                        <a:t> </a:t>
                      </a:r>
                      <a:r>
                        <a:rPr err="1"/>
                        <a:t>Servicios</a:t>
                      </a:r>
                      <a:r>
                        <a:t> Rurales de Salud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Cirugía</a:t>
                      </a:r>
                      <a:r>
                        <a:t>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Table 7"/>
          <p:cNvGraphicFramePr>
            <a:graphicFrameLocks noGrp="1"/>
          </p:cNvGraphicFramePr>
          <p:nvPr/>
        </p:nvGraphicFramePr>
        <p:xfrm>
          <a:off x="4051800" y="4085738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Tlaxiaco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TextBox 8"/>
          <p:cNvSpPr txBox="1"/>
          <p:nvPr/>
        </p:nvSpPr>
        <p:spPr>
          <a:xfrm>
            <a:off x="595800" y="6543940"/>
            <a:ext cx="328487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</a:t>
            </a:r>
            <a:r>
              <a:rPr lang="es-MX"/>
              <a:t>en </a:t>
            </a:r>
            <a:r>
              <a:rPr err="1"/>
              <a:t>Sede</a:t>
            </a:r>
            <a:r>
              <a:t> </a:t>
            </a:r>
            <a:r>
              <a:rPr err="1"/>
              <a:t>delegacional</a:t>
            </a:r>
            <a:endParaRPr/>
          </a:p>
        </p:txBody>
      </p:sp>
      <p:cxnSp>
        <p:nvCxnSpPr>
          <p:cNvPr id="16" name="Connector 9"/>
          <p:cNvCxnSpPr/>
          <p:nvPr/>
        </p:nvCxnSpPr>
        <p:spPr>
          <a:xfrm>
            <a:off x="595800" y="6959995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0"/>
          <p:cNvGraphicFramePr>
            <a:graphicFrameLocks noGrp="1"/>
          </p:cNvGraphicFramePr>
          <p:nvPr/>
        </p:nvGraphicFramePr>
        <p:xfrm>
          <a:off x="595800" y="70319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Sede</a:t>
                      </a:r>
                      <a:r>
                        <a:t> </a:t>
                      </a:r>
                      <a:r>
                        <a:rPr err="1"/>
                        <a:t>Delegación</a:t>
                      </a: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113" y="1289273"/>
            <a:ext cx="593784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</a:t>
            </a:r>
            <a:r>
              <a:rPr lang="es-MX"/>
              <a:t> (3 de3)</a:t>
            </a:r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293113" y="170532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93113" y="177732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93113" y="177732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93113" y="267732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893113" y="267732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3"/>
          <p:cNvSpPr txBox="1"/>
          <p:nvPr/>
        </p:nvSpPr>
        <p:spPr>
          <a:xfrm>
            <a:off x="376200" y="3577326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50 especialistas (sustitutos)</a:t>
            </a:r>
          </a:p>
        </p:txBody>
      </p:sp>
      <p:cxnSp>
        <p:nvCxnSpPr>
          <p:cNvPr id="19" name="Connector 4"/>
          <p:cNvCxnSpPr/>
          <p:nvPr/>
        </p:nvCxnSpPr>
        <p:spPr>
          <a:xfrm>
            <a:off x="376200" y="3973326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5"/>
          <p:cNvGraphicFramePr>
            <a:graphicFrameLocks noGrp="1"/>
          </p:cNvGraphicFramePr>
          <p:nvPr/>
        </p:nvGraphicFramePr>
        <p:xfrm>
          <a:off x="376200" y="4045326"/>
          <a:ext cx="3456000" cy="393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1" name="Table 6"/>
          <p:cNvGraphicFramePr>
            <a:graphicFrameLocks noGrp="1"/>
          </p:cNvGraphicFramePr>
          <p:nvPr/>
        </p:nvGraphicFramePr>
        <p:xfrm>
          <a:off x="3976200" y="4045326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7"/>
          <p:cNvSpPr txBox="1"/>
          <p:nvPr/>
        </p:nvSpPr>
        <p:spPr>
          <a:xfrm>
            <a:off x="451800" y="8177052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rPr err="1"/>
              <a:t>Sustitutos</a:t>
            </a:r>
            <a:r>
              <a:t> se </a:t>
            </a:r>
            <a:r>
              <a:rPr err="1"/>
              <a:t>integran</a:t>
            </a:r>
            <a:r>
              <a:t> a </a:t>
            </a:r>
            <a:r>
              <a:rPr err="1"/>
              <a:t>los</a:t>
            </a:r>
            <a:r>
              <a:t> </a:t>
            </a:r>
            <a:r>
              <a:rPr err="1"/>
              <a:t>Listados</a:t>
            </a:r>
            <a:r>
              <a:t> de Bolsa de </a:t>
            </a:r>
            <a:r>
              <a:rPr err="1"/>
              <a:t>Trabajo</a:t>
            </a:r>
            <a:r>
              <a:t>, para </a:t>
            </a:r>
            <a:r>
              <a:rPr err="1"/>
              <a:t>cubrir</a:t>
            </a:r>
            <a:r>
              <a:t> las </a:t>
            </a:r>
            <a:r>
              <a:rPr err="1"/>
              <a:t>futuras</a:t>
            </a:r>
            <a:r>
              <a:t> </a:t>
            </a:r>
            <a:r>
              <a:rPr err="1"/>
              <a:t>vacantes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jubilación</a:t>
            </a:r>
            <a:r>
              <a:t>, </a:t>
            </a:r>
            <a:r>
              <a:rPr err="1"/>
              <a:t>renuncia</a:t>
            </a:r>
            <a:r>
              <a:t>, </a:t>
            </a:r>
            <a:r>
              <a:rPr err="1"/>
              <a:t>fallecimiento</a:t>
            </a:r>
            <a:r>
              <a:t>, etc., </a:t>
            </a:r>
            <a:r>
              <a:rPr err="1"/>
              <a:t>así</a:t>
            </a:r>
            <a:r>
              <a:t> </a:t>
            </a:r>
            <a:r>
              <a:rPr err="1"/>
              <a:t>como</a:t>
            </a:r>
            <a:r>
              <a:t> </a:t>
            </a:r>
            <a:r>
              <a:rPr err="1"/>
              <a:t>ausentismo</a:t>
            </a:r>
            <a:r>
              <a:t> </a:t>
            </a:r>
            <a:r>
              <a:rPr err="1"/>
              <a:t>programado</a:t>
            </a:r>
            <a:r>
              <a:t> y no </a:t>
            </a:r>
            <a:r>
              <a:rPr err="1"/>
              <a:t>programado</a:t>
            </a:r>
            <a: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725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para los Servicios Rurales de Salud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209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B4F2D61-A7D7-8B9F-DD62-50393BC5F9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6131756"/>
              </p:ext>
            </p:extLst>
          </p:nvPr>
        </p:nvGraphicFramePr>
        <p:xfrm>
          <a:off x="190316" y="60690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18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18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1800" y="3951164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415043"/>
              </p:ext>
            </p:extLst>
          </p:nvPr>
        </p:nvGraphicFramePr>
        <p:xfrm>
          <a:off x="91800" y="1047600"/>
          <a:ext cx="36395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2,193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1,279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Ambulatoria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141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5,488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869386"/>
              </p:ext>
            </p:extLst>
          </p:nvPr>
        </p:nvGraphicFramePr>
        <p:xfrm>
          <a:off x="4051800" y="1422000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1,065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231">
            <a:extLst>
              <a:ext uri="{FF2B5EF4-FFF2-40B4-BE49-F238E27FC236}">
                <a16:creationId xmlns:a16="http://schemas.microsoft.com/office/drawing/2014/main" id="{70CC59CF-F9BC-EA54-F860-584B8EB1ECD7}"/>
              </a:ext>
            </a:extLst>
          </p:cNvPr>
          <p:cNvSpPr txBox="1"/>
          <p:nvPr/>
        </p:nvSpPr>
        <p:spPr>
          <a:xfrm>
            <a:off x="712138" y="5968101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</a:t>
            </a:r>
            <a:r>
              <a:t> </a:t>
            </a:r>
            <a:r>
              <a:rPr lang="es-MX"/>
              <a:t>junio</a:t>
            </a:r>
            <a:r>
              <a:t> 2026</a:t>
            </a:r>
          </a:p>
        </p:txBody>
      </p:sp>
      <p:sp>
        <p:nvSpPr>
          <p:cNvPr id="8" name="TextBox 231">
            <a:extLst>
              <a:ext uri="{FF2B5EF4-FFF2-40B4-BE49-F238E27FC236}">
                <a16:creationId xmlns:a16="http://schemas.microsoft.com/office/drawing/2014/main" id="{4BAA955B-F5E4-175C-8C78-9D77215C70BE}"/>
              </a:ext>
            </a:extLst>
          </p:cNvPr>
          <p:cNvSpPr txBox="1"/>
          <p:nvPr/>
        </p:nvSpPr>
        <p:spPr>
          <a:xfrm>
            <a:off x="2263983" y="7380180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/>
              <a:t>En cada brigada participan 5 personas del IMSS.</a:t>
            </a:r>
            <a:endParaRPr/>
          </a:p>
        </p:txBody>
      </p:sp>
      <p:sp>
        <p:nvSpPr>
          <p:cNvPr id="9" name="CuadroTexto 11">
            <a:extLst>
              <a:ext uri="{FF2B5EF4-FFF2-40B4-BE49-F238E27FC236}">
                <a16:creationId xmlns:a16="http://schemas.microsoft.com/office/drawing/2014/main" id="{1A87899A-941C-9C9C-976D-40D378BE5A55}"/>
              </a:ext>
            </a:extLst>
          </p:cNvPr>
          <p:cNvSpPr txBox="1"/>
          <p:nvPr/>
        </p:nvSpPr>
        <p:spPr>
          <a:xfrm>
            <a:off x="465883" y="8351023"/>
            <a:ext cx="1841269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3,431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0" name="CuadroTexto 12">
            <a:extLst>
              <a:ext uri="{FF2B5EF4-FFF2-40B4-BE49-F238E27FC236}">
                <a16:creationId xmlns:a16="http://schemas.microsoft.com/office/drawing/2014/main" id="{455B498D-C597-068C-153C-1C8870852611}"/>
              </a:ext>
            </a:extLst>
          </p:cNvPr>
          <p:cNvSpPr txBox="1"/>
          <p:nvPr/>
        </p:nvSpPr>
        <p:spPr>
          <a:xfrm>
            <a:off x="3192458" y="8308448"/>
            <a:ext cx="1832957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3,299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CuadroTexto 13">
            <a:extLst>
              <a:ext uri="{FF2B5EF4-FFF2-40B4-BE49-F238E27FC236}">
                <a16:creationId xmlns:a16="http://schemas.microsoft.com/office/drawing/2014/main" id="{0F9F0E14-A0C1-6736-0600-13592F1E0B17}"/>
              </a:ext>
            </a:extLst>
          </p:cNvPr>
          <p:cNvSpPr txBox="1"/>
          <p:nvPr/>
        </p:nvSpPr>
        <p:spPr>
          <a:xfrm>
            <a:off x="5486770" y="8287160"/>
            <a:ext cx="1841269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2,262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0C64E93B-D120-4163-A0A8-C029478BE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399" y="7674097"/>
            <a:ext cx="730135" cy="669175"/>
          </a:xfrm>
          <a:prstGeom prst="rect">
            <a:avLst/>
          </a:prstGeom>
        </p:spPr>
      </p:pic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18124FE1-3EB7-559B-B350-CF2562C0E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400" y="7799841"/>
            <a:ext cx="924445" cy="491944"/>
          </a:xfrm>
          <a:prstGeom prst="rect">
            <a:avLst/>
          </a:prstGeom>
        </p:spPr>
      </p:pic>
      <p:pic>
        <p:nvPicPr>
          <p:cNvPr id="14" name="Imagen 13" descr="Icono&#10;&#10;El contenido generado por IA puede ser incorrecto.">
            <a:extLst>
              <a:ext uri="{FF2B5EF4-FFF2-40B4-BE49-F238E27FC236}">
                <a16:creationId xmlns:a16="http://schemas.microsoft.com/office/drawing/2014/main" id="{B3912176-61A6-3589-EEF0-F0038C6FD7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834" y="7656086"/>
            <a:ext cx="603366" cy="713510"/>
          </a:xfrm>
          <a:prstGeom prst="rect">
            <a:avLst/>
          </a:prstGeom>
        </p:spPr>
      </p:pic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1BCF81C3-01DD-926C-6138-050F10068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246165"/>
              </p:ext>
            </p:extLst>
          </p:nvPr>
        </p:nvGraphicFramePr>
        <p:xfrm>
          <a:off x="677698" y="5080404"/>
          <a:ext cx="6324600" cy="803530"/>
        </p:xfrm>
        <a:graphic>
          <a:graphicData uri="http://schemas.openxmlformats.org/drawingml/2006/table">
            <a:tbl>
              <a:tblPr/>
              <a:tblGrid>
                <a:gridCol w="2390775">
                  <a:extLst>
                    <a:ext uri="{9D8B030D-6E8A-4147-A177-3AD203B41FA5}">
                      <a16:colId xmlns:a16="http://schemas.microsoft.com/office/drawing/2014/main" val="3913618708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57856683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78000014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587126717"/>
                    </a:ext>
                  </a:extLst>
                </a:gridCol>
              </a:tblGrid>
              <a:tr h="36611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 de Escuelas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Escuelas visitadas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Población 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Menores tamizados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3494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5,562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4,141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514,488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227,574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200645"/>
                  </a:ext>
                </a:extLst>
              </a:tr>
            </a:tbl>
          </a:graphicData>
        </a:graphic>
      </p:graphicFrame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B876D25B-648A-4DA0-866F-BCF282720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241530"/>
              </p:ext>
            </p:extLst>
          </p:nvPr>
        </p:nvGraphicFramePr>
        <p:xfrm>
          <a:off x="2179549" y="6289841"/>
          <a:ext cx="3595217" cy="1019430"/>
        </p:xfrm>
        <a:graphic>
          <a:graphicData uri="http://schemas.openxmlformats.org/drawingml/2006/table">
            <a:tbl>
              <a:tblPr/>
              <a:tblGrid>
                <a:gridCol w="2325771">
                  <a:extLst>
                    <a:ext uri="{9D8B030D-6E8A-4147-A177-3AD203B41FA5}">
                      <a16:colId xmlns:a16="http://schemas.microsoft.com/office/drawing/2014/main" val="2958718142"/>
                    </a:ext>
                  </a:extLst>
                </a:gridCol>
                <a:gridCol w="1269446">
                  <a:extLst>
                    <a:ext uri="{9D8B030D-6E8A-4147-A177-3AD203B41FA5}">
                      <a16:colId xmlns:a16="http://schemas.microsoft.com/office/drawing/2014/main" val="3813676427"/>
                    </a:ext>
                  </a:extLst>
                </a:gridCol>
              </a:tblGrid>
              <a:tr h="65114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Brigadas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Personal de enfermería IMSS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083370"/>
                  </a:ext>
                </a:extLst>
              </a:tr>
              <a:tr h="2636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964537"/>
                  </a:ext>
                </a:extLst>
              </a:tr>
            </a:tbl>
          </a:graphicData>
        </a:graphic>
      </p:graphicFrame>
      <p:graphicFrame>
        <p:nvGraphicFramePr>
          <p:cNvPr id="17" name="Google Shape;230;g370e87ffe7a_2_137">
            <a:extLst>
              <a:ext uri="{FF2B5EF4-FFF2-40B4-BE49-F238E27FC236}">
                <a16:creationId xmlns:a16="http://schemas.microsoft.com/office/drawing/2014/main" id="{149F023D-3EA8-639A-9487-61BD7CCC13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6856378"/>
              </p:ext>
            </p:extLst>
          </p:nvPr>
        </p:nvGraphicFramePr>
        <p:xfrm>
          <a:off x="206049" y="4587722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18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8,651	 Personal de Salud: 3,576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+172.7%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+41.2%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638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901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+18.2%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1,099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1,299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+22.8%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921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+283.0%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-15.6%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162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5,306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1,478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7,663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27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(77,690)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(7,898)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(1,695)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(54,667)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(6,231)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(609)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(25,371)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(5,044)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(12,344)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(4,908)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Parasitosis
(11,632)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(4,404)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55019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Fuente: Portal de Control de Abasto. En 2026, se </a:t>
            </a:r>
            <a:r>
              <a:rPr err="1">
                <a:solidFill>
                  <a:schemeClr val="tx1"/>
                </a:solidFill>
              </a:rPr>
              <a:t>muestra</a:t>
            </a:r>
            <a:r>
              <a:rPr>
                <a:solidFill>
                  <a:schemeClr val="tx1"/>
                </a:solidFill>
              </a:rPr>
              <a:t> lo </a:t>
            </a:r>
            <a:r>
              <a:rPr err="1">
                <a:solidFill>
                  <a:schemeClr val="tx1"/>
                </a:solidFill>
              </a:rPr>
              <a:t>correspondiente</a:t>
            </a:r>
            <a:r>
              <a:rPr>
                <a:solidFill>
                  <a:schemeClr val="tx1"/>
                </a:solidFill>
              </a:rPr>
              <a:t> al </a:t>
            </a:r>
            <a:r>
              <a:rPr err="1">
                <a:solidFill>
                  <a:schemeClr val="tx1"/>
                </a:solidFill>
              </a:rPr>
              <a:t>periodo</a:t>
            </a:r>
            <a:r>
              <a:rPr>
                <a:solidFill>
                  <a:schemeClr val="tx1"/>
                </a:solidFill>
              </a:rPr>
              <a:t> del 1 de </a:t>
            </a:r>
            <a:r>
              <a:rPr err="1">
                <a:solidFill>
                  <a:schemeClr val="tx1"/>
                </a:solidFill>
              </a:rPr>
              <a:t>enero</a:t>
            </a:r>
            <a:r>
              <a:rPr>
                <a:solidFill>
                  <a:schemeClr val="tx1"/>
                </a:solidFill>
              </a:rPr>
              <a:t>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114,816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832,687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136,397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1,071,128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88.7%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4A323-20B8-60B1-350A-2A1CC345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298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Piezas</a:t>
            </a:r>
            <a:r>
              <a:t> </a:t>
            </a:r>
            <a:r>
              <a:rPr err="1"/>
              <a:t>consumidas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80000" y="159948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8942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551603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Medicamentos</a:t>
            </a:r>
            <a:r>
              <a:t> con mayor </a:t>
            </a:r>
            <a:r>
              <a:rPr err="1"/>
              <a:t>demanda</a:t>
            </a:r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80000" y="586223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187998"/>
              </p:ext>
            </p:extLst>
          </p:nvPr>
        </p:nvGraphicFramePr>
        <p:xfrm>
          <a:off x="180000" y="6133679"/>
          <a:ext cx="7200000" cy="228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255,964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219,398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170,640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157,168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127,144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86,659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tableta (antiparasitario)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77,494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76,468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err="1"/>
                        <a:t>Gabapentina</a:t>
                      </a:r>
                      <a:r>
                        <a:t>, </a:t>
                      </a:r>
                      <a:r>
                        <a:rPr err="1"/>
                        <a:t>cápsula</a:t>
                      </a:r>
                      <a:r>
                        <a:t> (</a:t>
                      </a:r>
                      <a:r>
                        <a:rPr err="1"/>
                        <a:t>antiepiléptico</a:t>
                      </a:r>
                      <a:r>
                        <a:t>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75,846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sz="900" b="0" i="0" u="none" strike="noStrike" cap="none" err="1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Sintaglipina</a:t>
                      </a:r>
                      <a:r>
                        <a:rPr lang="es-MX" sz="900" b="0" i="0" u="none" strike="noStrike" cap="none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, Metformina , tabletas (</a:t>
                      </a:r>
                      <a:r>
                        <a:rPr lang="es-MX" sz="900" b="0" i="0" u="none" strike="noStrike" cap="none" err="1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hipoglucemiente</a:t>
                      </a:r>
                      <a:r>
                        <a:rPr lang="es-MX" sz="900" b="0" i="0" u="none" strike="noStrike" cap="none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</a:p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68,708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30 de </a:t>
            </a:r>
            <a:r>
              <a:rPr lang="es-MX"/>
              <a:t>mayo </a:t>
            </a:r>
            <a:r>
              <a:t>de 2026.</a:t>
            </a:r>
          </a:p>
        </p:txBody>
      </p:sp>
    </p:spTree>
    <p:extLst>
      <p:ext uri="{BB962C8B-B14F-4D97-AF65-F5344CB8AC3E}">
        <p14:creationId xmlns:p14="http://schemas.microsoft.com/office/powerpoint/2010/main" val="521389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42122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974983" y="304939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63947" y="3392985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034733" y="3406775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  <a:endParaRPr lang="en-US" err="1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64342" y="4307384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035693" y="4349309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975902" y="5229888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64725" y="5573475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036667" y="5699807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Mastógrafo</a:t>
            </a:r>
          </a:p>
        </p:txBody>
      </p: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005CDBC9-377C-E6E9-679A-C259E5D57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55895" y="1610692"/>
            <a:ext cx="3913575" cy="12596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158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Implementación de la Sala de Hemodinamia en el Hospital General de Zona No. 1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2484000"/>
          <a:ext cx="5295600" cy="36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$207.2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(HGSZ No.41 Huatulco, HGZMF No.2 Salina Cruz, HGZ No.3 Tuxtepec; HGZ No.1, UMF No.1 en Oaxaca)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5 unidades,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Oaxaca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3 Tuxtepec y HGZMF No. 2 Salina Cruz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HGSZ No. 41 Huatulco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$225.8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6264000"/>
          <a:ext cx="5295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6  piezas de equipo médico: 3 refrigeradores para vacunas, 2 refrigeradores con congelador de 5.4 pies cúbicos,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734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278.7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7065030"/>
              </p:ext>
            </p:extLst>
          </p:nvPr>
        </p:nvGraphicFramePr>
        <p:xfrm>
          <a:off x="298150" y="95567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42006" y="90592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3450" y="607347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73644" y="156596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320" y="187788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31139" y="200502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019705"/>
              </p:ext>
            </p:extLst>
          </p:nvPr>
        </p:nvGraphicFramePr>
        <p:xfrm>
          <a:off x="1796050" y="143447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$2,831.9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928618"/>
              </p:ext>
            </p:extLst>
          </p:nvPr>
        </p:nvGraphicFramePr>
        <p:xfrm>
          <a:off x="1796050" y="2118468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$235.0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277772"/>
              </p:ext>
            </p:extLst>
          </p:nvPr>
        </p:nvGraphicFramePr>
        <p:xfrm>
          <a:off x="1796050" y="2802466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Modernización</a:t>
                      </a:r>
                      <a:r>
                        <a:rPr sz="1000" dirty="0">
                          <a:latin typeface="Montserrat"/>
                        </a:rPr>
                        <a:t> de 3 </a:t>
                      </a:r>
                      <a:r>
                        <a:rPr sz="1000" dirty="0" err="1">
                          <a:latin typeface="Montserrat"/>
                        </a:rPr>
                        <a:t>elevadores</a:t>
                      </a:r>
                      <a:r>
                        <a:rPr sz="1000" dirty="0">
                          <a:latin typeface="Montserrat"/>
                        </a:rPr>
                        <a:t> para el HGZ No. 1</a:t>
                      </a:r>
                      <a:r>
                        <a:rPr lang="es-MX" sz="1000" dirty="0">
                          <a:latin typeface="Montserrat"/>
                        </a:rPr>
                        <a:t> y HGZ No. 3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$7.</a:t>
                      </a:r>
                      <a:r>
                        <a:rPr lang="es-MX" sz="1000" dirty="0">
                          <a:latin typeface="Montserrat"/>
                        </a:rPr>
                        <a:t>2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40532" y="728870"/>
            <a:ext cx="8098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3,0</a:t>
            </a:r>
            <a:r>
              <a:rPr lang="es-MX" dirty="0"/>
              <a:t>74</a:t>
            </a:r>
            <a:r>
              <a:rPr dirty="0"/>
              <a:t>.</a:t>
            </a:r>
            <a:r>
              <a:rPr lang="es-MX" dirty="0"/>
              <a:t>1</a:t>
            </a:r>
            <a:endParaRPr dirty="0"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mdp</a:t>
            </a:r>
            <a:endParaRPr dirty="0"/>
          </a:p>
        </p:txBody>
      </p:sp>
      <p:graphicFrame>
        <p:nvGraphicFramePr>
          <p:cNvPr id="13" name="Google Shape;394;p15">
            <a:extLst>
              <a:ext uri="{FF2B5EF4-FFF2-40B4-BE49-F238E27FC236}">
                <a16:creationId xmlns:a16="http://schemas.microsoft.com/office/drawing/2014/main" id="{9FB2376A-C850-53CE-6470-E2F7F3EEC8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4027074"/>
              </p:ext>
            </p:extLst>
          </p:nvPr>
        </p:nvGraphicFramePr>
        <p:xfrm>
          <a:off x="484416" y="35884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9">
            <a:extLst>
              <a:ext uri="{FF2B5EF4-FFF2-40B4-BE49-F238E27FC236}">
                <a16:creationId xmlns:a16="http://schemas.microsoft.com/office/drawing/2014/main" id="{DF85190D-CD12-FF89-C0EA-778FAAF0B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194565"/>
              </p:ext>
            </p:extLst>
          </p:nvPr>
        </p:nvGraphicFramePr>
        <p:xfrm>
          <a:off x="887916" y="4013242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 err="1"/>
                        <a:t>Fortalecimiento</a:t>
                      </a:r>
                      <a:r>
                        <a:rPr dirty="0"/>
                        <a:t> HR </a:t>
                      </a:r>
                      <a:r>
                        <a:rPr dirty="0" err="1"/>
                        <a:t>Huajuapan</a:t>
                      </a:r>
                      <a:r>
                        <a:rPr dirty="0"/>
                        <a:t> de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$343.0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20">
            <a:extLst>
              <a:ext uri="{FF2B5EF4-FFF2-40B4-BE49-F238E27FC236}">
                <a16:creationId xmlns:a16="http://schemas.microsoft.com/office/drawing/2014/main" id="{60CA46F0-94BE-ABEA-B368-E59C7D420041}"/>
              </a:ext>
            </a:extLst>
          </p:cNvPr>
          <p:cNvSpPr txBox="1"/>
          <p:nvPr/>
        </p:nvSpPr>
        <p:spPr>
          <a:xfrm>
            <a:off x="6133115" y="3448042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343.0 mdp</a:t>
            </a:r>
          </a:p>
        </p:txBody>
      </p:sp>
      <p:pic>
        <p:nvPicPr>
          <p:cNvPr id="16" name="Google Shape;551;g3d0ffe769cd_0_0">
            <a:extLst>
              <a:ext uri="{FF2B5EF4-FFF2-40B4-BE49-F238E27FC236}">
                <a16:creationId xmlns:a16="http://schemas.microsoft.com/office/drawing/2014/main" id="{A95C1968-D680-4C93-2B04-0E1D5DF6002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Google Shape;559;g3d0ffe769cd_0_0">
            <a:extLst>
              <a:ext uri="{FF2B5EF4-FFF2-40B4-BE49-F238E27FC236}">
                <a16:creationId xmlns:a16="http://schemas.microsoft.com/office/drawing/2014/main" id="{701B30DD-CBFF-1C9A-8E14-ED5AEA36098F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Google Shape;552;g3d0ffe769cd_0_0">
            <a:extLst>
              <a:ext uri="{FF2B5EF4-FFF2-40B4-BE49-F238E27FC236}">
                <a16:creationId xmlns:a16="http://schemas.microsoft.com/office/drawing/2014/main" id="{C59C531A-D90A-A96F-3FC5-3E75FCEBD82C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556;g3d0ffe769cd_0_0">
            <a:extLst>
              <a:ext uri="{FF2B5EF4-FFF2-40B4-BE49-F238E27FC236}">
                <a16:creationId xmlns:a16="http://schemas.microsoft.com/office/drawing/2014/main" id="{E59F8D9B-C1F8-5819-F9E3-24E442045D9F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553;g3d0ffe769cd_0_0">
            <a:extLst>
              <a:ext uri="{FF2B5EF4-FFF2-40B4-BE49-F238E27FC236}">
                <a16:creationId xmlns:a16="http://schemas.microsoft.com/office/drawing/2014/main" id="{FE92D20A-251D-4DC9-3F45-17009CD20754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554;g3d0ffe769cd_0_0">
            <a:extLst>
              <a:ext uri="{FF2B5EF4-FFF2-40B4-BE49-F238E27FC236}">
                <a16:creationId xmlns:a16="http://schemas.microsoft.com/office/drawing/2014/main" id="{56C0DC61-D0EF-4C22-9870-EDCA0E9D6890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562;g3d0ffe769cd_0_0">
            <a:extLst>
              <a:ext uri="{FF2B5EF4-FFF2-40B4-BE49-F238E27FC236}">
                <a16:creationId xmlns:a16="http://schemas.microsoft.com/office/drawing/2014/main" id="{11BF9B86-8C7C-B8F5-57B4-E2D461A82C3B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3" name="Table 21">
            <a:extLst>
              <a:ext uri="{FF2B5EF4-FFF2-40B4-BE49-F238E27FC236}">
                <a16:creationId xmlns:a16="http://schemas.microsoft.com/office/drawing/2014/main" id="{E6701BF7-B7DE-3121-431A-8690DC59ACBF}"/>
              </a:ext>
            </a:extLst>
          </p:cNvPr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Predios en ruta y 0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San Lorenzo Cacaotepec, Matías Romero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val 22">
            <a:extLst>
              <a:ext uri="{FF2B5EF4-FFF2-40B4-BE49-F238E27FC236}">
                <a16:creationId xmlns:a16="http://schemas.microsoft.com/office/drawing/2014/main" id="{AAB1C13D-5BEB-5097-3734-CB9F30918F25}"/>
              </a:ext>
            </a:extLst>
          </p:cNvPr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79FD107-E62E-C87F-34F2-9D34390C0947}"/>
              </a:ext>
            </a:extLst>
          </p:cNvPr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 CECI CAMPO</a:t>
            </a: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A89A9948-9F41-D16D-1F0A-DEEA908A5937}"/>
              </a:ext>
            </a:extLst>
          </p:cNvPr>
          <p:cNvSpPr txBox="1"/>
          <p:nvPr/>
        </p:nvSpPr>
        <p:spPr>
          <a:xfrm>
            <a:off x="0" y="9590400"/>
            <a:ext cx="75744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¹ Terrenos validados. 2 CECI en integración de expediente para donación en San Lorenzo Cacaotepec y Matías romero.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14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13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1,444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5 CEBIS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San Martín </a:t>
                      </a:r>
                      <a:r>
                        <a:rPr dirty="0" err="1"/>
                        <a:t>Mexicapan</a:t>
                      </a:r>
                      <a:r>
                        <a:rPr dirty="0"/>
                        <a:t>,  Santa Lucia del Camino, Salina Cruz, San Juan Bautista y Santa Cruz </a:t>
                      </a:r>
                      <a:r>
                        <a:rPr dirty="0" err="1"/>
                        <a:t>Xoxocotlán</a:t>
                      </a:r>
                      <a:endParaRPr dirty="0"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Oaxaca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073875"/>
              </p:ext>
            </p:extLst>
          </p:nvPr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6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No. 133 </a:t>
                      </a:r>
                      <a:r>
                        <a:rPr dirty="0" err="1"/>
                        <a:t>Huajuapan</a:t>
                      </a:r>
                      <a:r>
                        <a:rPr dirty="0"/>
                        <a:t> de León, No. 161 Matías Romero, No. 33 Oaxaca de Juárez, No. 135 Puerto Escondido, No. 52 </a:t>
                      </a:r>
                      <a:r>
                        <a:rPr dirty="0" err="1"/>
                        <a:t>Tlaxiaco</a:t>
                      </a:r>
                      <a:r>
                        <a:rPr dirty="0"/>
                        <a:t> y No. 110 </a:t>
                      </a:r>
                      <a:r>
                        <a:rPr dirty="0" err="1"/>
                        <a:t>Tuxtepec</a:t>
                      </a:r>
                      <a:endParaRPr dirty="0"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14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65908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lang="es-MX" dirty="0"/>
              <a:t>La Tienda No. 133 Huajuapan de León se encuentra suspendida en operaciones .</a:t>
            </a:r>
          </a:p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</a:t>
            </a:r>
            <a:r>
              <a:rPr dirty="0" err="1"/>
              <a:t>Dirección</a:t>
            </a:r>
            <a:r>
              <a:rPr dirty="0"/>
              <a:t> de </a:t>
            </a:r>
            <a:r>
              <a:rPr dirty="0" err="1"/>
              <a:t>Prestaciones</a:t>
            </a:r>
            <a:r>
              <a:rPr dirty="0"/>
              <a:t> </a:t>
            </a:r>
            <a:r>
              <a:rPr dirty="0" err="1"/>
              <a:t>Económicas</a:t>
            </a:r>
            <a:r>
              <a:rPr dirty="0"/>
              <a:t> y </a:t>
            </a:r>
            <a:r>
              <a:rPr dirty="0" err="1"/>
              <a:t>Sociales</a:t>
            </a:r>
            <a:r>
              <a:rPr dirty="0"/>
              <a:t>, mayo de 2026.</a:t>
            </a:r>
          </a:p>
        </p:txBody>
      </p:sp>
      <p:pic>
        <p:nvPicPr>
          <p:cNvPr id="3" name="Picture 469" descr="map_tipo2_20_oax.png">
            <a:extLst>
              <a:ext uri="{FF2B5EF4-FFF2-40B4-BE49-F238E27FC236}">
                <a16:creationId xmlns:a16="http://schemas.microsoft.com/office/drawing/2014/main" id="{678DADD7-9C03-3568-A73C-09DBDB757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202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Libre y Soberano de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32,330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Coppel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8,551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8,651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2,941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Oaxaca de Juárez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Ica Fluor Daniel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-0.73%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+0.94%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+2.31%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+2.93%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+5.43%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+6.62%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+12.93%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+22.09%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+31.30%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196,293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30,486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231,425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203,620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3,759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31,642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2,051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241,072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+239.6%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92398965-9147-3718-4A2A-A726D3FA31D5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$548.43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925057"/>
              </p:ext>
            </p:extLst>
          </p:nvPr>
        </p:nvGraphicFramePr>
        <p:xfrm>
          <a:off x="478800" y="106944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$281.96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$548.43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$16,452.9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435180"/>
              </p:ext>
            </p:extLst>
          </p:nvPr>
        </p:nvGraphicFramePr>
        <p:xfrm>
          <a:off x="320400" y="6649200"/>
          <a:ext cx="7038000" cy="256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Principales deudores públicos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Benito Juárez de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Capacitación y Productividad para el Trabajo del Estado de Oaxaca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Estudios de Bachillerato del  Estado de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Principales deudores privados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Integradora de Servicios Harmont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Trayectoria e Imagen Sofisticada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Olc Express México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$4.48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tado</a:t>
            </a:r>
            <a:r>
              <a:rPr>
                <a:solidFill>
                  <a:schemeClr val="tx1"/>
                </a:solidFill>
              </a:rPr>
              <a:t>: Se </a:t>
            </a:r>
            <a:r>
              <a:rPr err="1">
                <a:solidFill>
                  <a:schemeClr val="tx1"/>
                </a:solidFill>
              </a:rPr>
              <a:t>utilizó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como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deflactor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salario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el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cociente</a:t>
            </a:r>
            <a:r>
              <a:rPr>
                <a:solidFill>
                  <a:schemeClr val="tx1"/>
                </a:solidFill>
              </a:rPr>
              <a:t> del INPC entre </a:t>
            </a:r>
            <a:r>
              <a:rPr err="1">
                <a:solidFill>
                  <a:schemeClr val="tx1"/>
                </a:solidFill>
              </a:rPr>
              <a:t>diciembre</a:t>
            </a:r>
            <a:r>
              <a:rPr>
                <a:solidFill>
                  <a:schemeClr val="tx1"/>
                </a:solidFill>
              </a:rPr>
              <a:t> 2018 (103.02) y </a:t>
            </a:r>
            <a:r>
              <a:rPr err="1">
                <a:solidFill>
                  <a:schemeClr val="tx1"/>
                </a:solidFill>
              </a:rPr>
              <a:t>abril</a:t>
            </a:r>
            <a:r>
              <a:rPr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525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1,390,235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5,253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1,236,940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4,739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30,610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67,788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54,897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13,389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11,563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24,065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1,589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2,087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902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3,226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277752"/>
              </p:ext>
            </p:extLst>
          </p:nvPr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Concepto</a:t>
                      </a:r>
                      <a:endParaRPr/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1,491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1,673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9,234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13,288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1,166,968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206,801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960,167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755,074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1,390,235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13,389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4706</Words>
  <Application>Microsoft Office PowerPoint</Application>
  <PresentationFormat>Personalizado</PresentationFormat>
  <Paragraphs>1731</Paragraphs>
  <Slides>25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Noto Sans Black</vt:lpstr>
      <vt:lpstr>Arial</vt:lpstr>
      <vt:lpstr>Montserrat</vt:lpstr>
      <vt:lpstr>Noto Sans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Martinez Flores</dc:creator>
  <cp:lastModifiedBy>Laura Patricia Galvan Chavez</cp:lastModifiedBy>
  <cp:revision>6</cp:revision>
  <dcterms:modified xsi:type="dcterms:W3CDTF">2026-07-02T20:29:15Z</dcterms:modified>
</cp:coreProperties>
</file>