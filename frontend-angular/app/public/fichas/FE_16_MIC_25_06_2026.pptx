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9" r:id="rId3"/>
    <p:sldId id="258" r:id="rId4"/>
    <p:sldId id="259" r:id="rId5"/>
    <p:sldId id="260" r:id="rId6"/>
    <p:sldId id="301" r:id="rId7"/>
    <p:sldId id="261" r:id="rId8"/>
    <p:sldId id="287" r:id="rId9"/>
    <p:sldId id="262" r:id="rId10"/>
    <p:sldId id="263" r:id="rId11"/>
    <p:sldId id="280" r:id="rId12"/>
    <p:sldId id="267" r:id="rId13"/>
    <p:sldId id="298" r:id="rId14"/>
    <p:sldId id="302" r:id="rId15"/>
    <p:sldId id="303" r:id="rId16"/>
    <p:sldId id="304" r:id="rId17"/>
    <p:sldId id="305" r:id="rId18"/>
    <p:sldId id="306" r:id="rId19"/>
    <p:sldId id="281" r:id="rId20"/>
    <p:sldId id="307" r:id="rId21"/>
    <p:sldId id="288" r:id="rId22"/>
    <p:sldId id="270" r:id="rId23"/>
    <p:sldId id="271" r:id="rId24"/>
    <p:sldId id="272" r:id="rId25"/>
    <p:sldId id="300" r:id="rId26"/>
    <p:sldId id="297" r:id="rId27"/>
    <p:sldId id="284" r:id="rId28"/>
    <p:sldId id="299" r:id="rId29"/>
    <p:sldId id="277" r:id="rId30"/>
    <p:sldId id="278" r:id="rId31"/>
    <p:sldId id="279" r:id="rId32"/>
    <p:sldId id="282" r:id="rId33"/>
  </p:sldIdLst>
  <p:sldSz cx="7772400" cy="100584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Noto Sans Black" panose="020B0604020202020204" charset="0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3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02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ma Edith Jimenez Hernandez" userId="71858b7e-10a9-4afa-b58c-7b4a6c30cd53" providerId="ADAL" clId="{91141CC3-E5EA-4DD9-AA7B-0F0F2578B8AD}"/>
    <pc:docChg chg="modSld">
      <pc:chgData name="Norma Edith Jimenez Hernandez" userId="71858b7e-10a9-4afa-b58c-7b4a6c30cd53" providerId="ADAL" clId="{91141CC3-E5EA-4DD9-AA7B-0F0F2578B8AD}" dt="2026-06-30T17:02:59.984" v="21" actId="14734"/>
      <pc:docMkLst>
        <pc:docMk/>
      </pc:docMkLst>
      <pc:sldChg chg="modSp mod">
        <pc:chgData name="Norma Edith Jimenez Hernandez" userId="71858b7e-10a9-4afa-b58c-7b4a6c30cd53" providerId="ADAL" clId="{91141CC3-E5EA-4DD9-AA7B-0F0F2578B8AD}" dt="2026-06-30T16:28:54.238" v="3" actId="20577"/>
        <pc:sldMkLst>
          <pc:docMk/>
          <pc:sldMk cId="0" sldId="263"/>
        </pc:sldMkLst>
        <pc:spChg chg="mod">
          <ac:chgData name="Norma Edith Jimenez Hernandez" userId="71858b7e-10a9-4afa-b58c-7b4a6c30cd53" providerId="ADAL" clId="{91141CC3-E5EA-4DD9-AA7B-0F0F2578B8AD}" dt="2026-06-30T16:28:54.238" v="3" actId="20577"/>
          <ac:spMkLst>
            <pc:docMk/>
            <pc:sldMk cId="0" sldId="263"/>
            <ac:spMk id="204" creationId="{00000000-0000-0000-0000-000000000000}"/>
          </ac:spMkLst>
        </pc:spChg>
      </pc:sldChg>
      <pc:sldChg chg="modSp mod">
        <pc:chgData name="Norma Edith Jimenez Hernandez" userId="71858b7e-10a9-4afa-b58c-7b4a6c30cd53" providerId="ADAL" clId="{91141CC3-E5EA-4DD9-AA7B-0F0F2578B8AD}" dt="2026-06-30T16:31:15.465" v="13" actId="108"/>
        <pc:sldMkLst>
          <pc:docMk/>
          <pc:sldMk cId="3805655920" sldId="288"/>
        </pc:sldMkLst>
        <pc:graphicFrameChg chg="mod">
          <ac:chgData name="Norma Edith Jimenez Hernandez" userId="71858b7e-10a9-4afa-b58c-7b4a6c30cd53" providerId="ADAL" clId="{91141CC3-E5EA-4DD9-AA7B-0F0F2578B8AD}" dt="2026-06-30T16:30:54.703" v="8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 modGraphic">
          <ac:chgData name="Norma Edith Jimenez Hernandez" userId="71858b7e-10a9-4afa-b58c-7b4a6c30cd53" providerId="ADAL" clId="{91141CC3-E5EA-4DD9-AA7B-0F0F2578B8AD}" dt="2026-06-30T16:31:02.598" v="10"/>
          <ac:graphicFrameMkLst>
            <pc:docMk/>
            <pc:sldMk cId="3805655920" sldId="288"/>
            <ac:graphicFrameMk id="16" creationId="{ECB08E73-EDCE-C849-778F-0F12789191FA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6-30T16:31:15.465" v="13" actId="108"/>
          <ac:graphicFrameMkLst>
            <pc:docMk/>
            <pc:sldMk cId="3805655920" sldId="288"/>
            <ac:graphicFrameMk id="17" creationId="{5E768435-5E73-98D5-5616-81152EC6383E}"/>
          </ac:graphicFrameMkLst>
        </pc:graphicFrameChg>
      </pc:sldChg>
      <pc:sldChg chg="modSp mod">
        <pc:chgData name="Norma Edith Jimenez Hernandez" userId="71858b7e-10a9-4afa-b58c-7b4a6c30cd53" providerId="ADAL" clId="{91141CC3-E5EA-4DD9-AA7B-0F0F2578B8AD}" dt="2026-06-30T17:02:59.984" v="21" actId="14734"/>
        <pc:sldMkLst>
          <pc:docMk/>
          <pc:sldMk cId="3240565764" sldId="297"/>
        </pc:sldMkLst>
        <pc:graphicFrameChg chg="mod modGraphic">
          <ac:chgData name="Norma Edith Jimenez Hernandez" userId="71858b7e-10a9-4afa-b58c-7b4a6c30cd53" providerId="ADAL" clId="{91141CC3-E5EA-4DD9-AA7B-0F0F2578B8AD}" dt="2026-06-30T17:02:59.984" v="21" actId="14734"/>
          <ac:graphicFrameMkLst>
            <pc:docMk/>
            <pc:sldMk cId="3240565764" sldId="297"/>
            <ac:graphicFrameMk id="8" creationId="{00000000-0000-0000-0000-000000000000}"/>
          </ac:graphicFrameMkLst>
        </pc:graphicFrameChg>
      </pc:sldChg>
    </pc:docChg>
  </pc:docChgLst>
  <pc:docChgLst>
    <pc:chgData name="Daniela Sales Armendariz" userId="184e57a0-798c-4631-a9c3-d4f65b615685" providerId="ADAL" clId="{DF796C4C-B7E6-49EF-A623-003113919E54}"/>
    <pc:docChg chg="undo custSel modSld">
      <pc:chgData name="Daniela Sales Armendariz" userId="184e57a0-798c-4631-a9c3-d4f65b615685" providerId="ADAL" clId="{DF796C4C-B7E6-49EF-A623-003113919E54}" dt="2026-07-03T18:53:50.801" v="490" actId="207"/>
      <pc:docMkLst>
        <pc:docMk/>
      </pc:docMkLst>
      <pc:sldChg chg="modSp mod">
        <pc:chgData name="Daniela Sales Armendariz" userId="184e57a0-798c-4631-a9c3-d4f65b615685" providerId="ADAL" clId="{DF796C4C-B7E6-49EF-A623-003113919E54}" dt="2026-06-29T16:57:28.270" v="25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9T16:56:02.397" v="7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5:51.131" v="5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6:31.385" v="14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6:18.821" v="12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7:13.791" v="20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7:28.270" v="25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7:18.112" v="21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6:51.107" v="18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6:43.766" v="16" actId="207"/>
          <ac:spMkLst>
            <pc:docMk/>
            <pc:sldMk cId="0" sldId="258"/>
            <ac:spMk id="132" creationId="{00000000-0000-0000-0000-000000000000}"/>
          </ac:spMkLst>
        </pc:spChg>
        <pc:picChg chg="mod">
          <ac:chgData name="Daniela Sales Armendariz" userId="184e57a0-798c-4631-a9c3-d4f65b615685" providerId="ADAL" clId="{DF796C4C-B7E6-49EF-A623-003113919E54}" dt="2026-06-29T16:55:57.159" v="6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6:56:21.453" v="13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6:57:06.524" v="19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6:57:24.062" v="24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6:56:47.418" v="17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8:27:37.626" v="348" actId="790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9T18:27:37.626" v="348" actId="790"/>
          <ac:spMkLst>
            <pc:docMk/>
            <pc:sldMk cId="0" sldId="259"/>
            <ac:spMk id="139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7:13:27.691" v="342" actId="947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addSp delSp modSp mod">
        <pc:chgData name="Daniela Sales Armendariz" userId="184e57a0-798c-4631-a9c3-d4f65b615685" providerId="ADAL" clId="{DF796C4C-B7E6-49EF-A623-003113919E54}" dt="2026-06-29T17:03:42.411" v="94" actId="20577"/>
        <pc:sldMkLst>
          <pc:docMk/>
          <pc:sldMk cId="0" sldId="260"/>
        </pc:sldMkLst>
        <pc:spChg chg="mod">
          <ac:chgData name="Daniela Sales Armendariz" userId="184e57a0-798c-4631-a9c3-d4f65b615685" providerId="ADAL" clId="{DF796C4C-B7E6-49EF-A623-003113919E54}" dt="2026-06-29T17:03:42.411" v="94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58:09.061" v="28" actId="20577"/>
          <ac:spMkLst>
            <pc:docMk/>
            <pc:sldMk cId="0" sldId="260"/>
            <ac:spMk id="12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9T17:03:13.470" v="72" actId="1036"/>
          <ac:graphicFrameMkLst>
            <pc:docMk/>
            <pc:sldMk cId="0" sldId="260"/>
            <ac:graphicFrameMk id="11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9T17:03:18.002" v="83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8:45:57.417" v="377" actId="20577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9T17:04:15.415" v="107" actId="20577"/>
          <ac:spMkLst>
            <pc:docMk/>
            <pc:sldMk cId="0" sldId="261"/>
            <ac:spMk id="15" creationId="{9A2C4B83-0440-C178-7838-DD368F53CEAE}"/>
          </ac:spMkLst>
        </pc:spChg>
        <pc:spChg chg="mod">
          <ac:chgData name="Daniela Sales Armendariz" userId="184e57a0-798c-4631-a9c3-d4f65b615685" providerId="ADAL" clId="{DF796C4C-B7E6-49EF-A623-003113919E54}" dt="2026-06-29T17:04:22.687" v="110" actId="20577"/>
          <ac:spMkLst>
            <pc:docMk/>
            <pc:sldMk cId="0" sldId="261"/>
            <ac:spMk id="156" creationId="{00000000-0000-0000-0000-000000000000}"/>
          </ac:spMkLst>
        </pc:spChg>
        <pc:grpChg chg="mod">
          <ac:chgData name="Daniela Sales Armendariz" userId="184e57a0-798c-4631-a9c3-d4f65b615685" providerId="ADAL" clId="{DF796C4C-B7E6-49EF-A623-003113919E54}" dt="2026-06-29T17:04:09.602" v="104" actId="1076"/>
          <ac:grpSpMkLst>
            <pc:docMk/>
            <pc:sldMk cId="0" sldId="261"/>
            <ac:grpSpMk id="3" creationId="{DAC4FF54-FD2E-9C3D-8AAA-7180436BC9AA}"/>
          </ac:grpSpMkLst>
        </pc:grpChg>
        <pc:graphicFrameChg chg="modGraphic">
          <ac:chgData name="Daniela Sales Armendariz" userId="184e57a0-798c-4631-a9c3-d4f65b615685" providerId="ADAL" clId="{DF796C4C-B7E6-49EF-A623-003113919E54}" dt="2026-06-29T18:45:57.417" v="377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7:08:58.675" v="189" actId="1035"/>
        <pc:sldMkLst>
          <pc:docMk/>
          <pc:sldMk cId="0" sldId="271"/>
        </pc:sldMkLst>
        <pc:spChg chg="mod">
          <ac:chgData name="Daniela Sales Armendariz" userId="184e57a0-798c-4631-a9c3-d4f65b615685" providerId="ADAL" clId="{DF796C4C-B7E6-49EF-A623-003113919E54}" dt="2026-06-29T17:08:58.675" v="189" actId="1035"/>
          <ac:spMkLst>
            <pc:docMk/>
            <pc:sldMk cId="0" sldId="271"/>
            <ac:spMk id="345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7-03T18:53:50.801" v="490" actId="207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7-03T18:53:50.801" v="490" actId="207"/>
          <ac:spMkLst>
            <pc:docMk/>
            <pc:sldMk cId="0" sldId="272"/>
            <ac:spMk id="7" creationId="{00000000-0000-0000-0000-000000000000}"/>
          </ac:spMkLst>
        </pc:spChg>
      </pc:sldChg>
      <pc:sldChg chg="addSp delSp modSp mod">
        <pc:chgData name="Daniela Sales Armendariz" userId="184e57a0-798c-4631-a9c3-d4f65b615685" providerId="ADAL" clId="{DF796C4C-B7E6-49EF-A623-003113919E54}" dt="2026-06-29T18:47:01.843" v="390" actId="1035"/>
        <pc:sldMkLst>
          <pc:docMk/>
          <pc:sldMk cId="0" sldId="277"/>
        </pc:sldMkLst>
        <pc:graphicFrameChg chg="mod">
          <ac:chgData name="Daniela Sales Armendariz" userId="184e57a0-798c-4631-a9c3-d4f65b615685" providerId="ADAL" clId="{DF796C4C-B7E6-49EF-A623-003113919E54}" dt="2026-06-29T18:47:01.843" v="390" actId="1035"/>
          <ac:graphicFrameMkLst>
            <pc:docMk/>
            <pc:sldMk cId="0" sldId="277"/>
            <ac:graphicFrameMk id="457" creationId="{00000000-0000-0000-0000-000000000000}"/>
          </ac:graphicFrameMkLst>
        </pc:graphicFrameChg>
        <pc:picChg chg="add">
          <ac:chgData name="Daniela Sales Armendariz" userId="184e57a0-798c-4631-a9c3-d4f65b615685" providerId="ADAL" clId="{DF796C4C-B7E6-49EF-A623-003113919E54}" dt="2026-06-29T17:11:25.560" v="321" actId="22"/>
          <ac:picMkLst>
            <pc:docMk/>
            <pc:sldMk cId="0" sldId="277"/>
            <ac:picMk id="3" creationId="{CC95642F-B996-6FD3-1296-9AAE34C66D56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7:12:12.610" v="328" actId="207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9T17:12:12.610" v="328" actId="207"/>
          <ac:spMkLst>
            <pc:docMk/>
            <pc:sldMk cId="0" sldId="279"/>
            <ac:spMk id="51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7:11:56.981" v="326" actId="1035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7:08:23.383" v="174" actId="14100"/>
        <pc:sldMkLst>
          <pc:docMk/>
          <pc:sldMk cId="3828482411" sldId="281"/>
        </pc:sldMkLst>
        <pc:spChg chg="mod">
          <ac:chgData name="Daniela Sales Armendariz" userId="184e57a0-798c-4631-a9c3-d4f65b615685" providerId="ADAL" clId="{DF796C4C-B7E6-49EF-A623-003113919E54}" dt="2026-06-29T17:06:35.412" v="138" actId="1036"/>
          <ac:spMkLst>
            <pc:docMk/>
            <pc:sldMk cId="3828482411" sldId="281"/>
            <ac:spMk id="3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9T17:08:23.383" v="174" actId="14100"/>
          <ac:graphicFrameMkLst>
            <pc:docMk/>
            <pc:sldMk cId="3828482411" sldId="281"/>
            <ac:graphicFrameMk id="5" creationId="{00000000-0000-0000-0000-000000000000}"/>
          </ac:graphicFrameMkLst>
        </pc:graphicFrameChg>
        <pc:cxnChg chg="mod">
          <ac:chgData name="Daniela Sales Armendariz" userId="184e57a0-798c-4631-a9c3-d4f65b615685" providerId="ADAL" clId="{DF796C4C-B7E6-49EF-A623-003113919E54}" dt="2026-06-29T17:06:39.343" v="144" actId="1035"/>
          <ac:cxnSpMkLst>
            <pc:docMk/>
            <pc:sldMk cId="3828482411" sldId="281"/>
            <ac:cxnSpMk id="4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9T17:12:26.778" v="340" actId="20577"/>
        <pc:sldMkLst>
          <pc:docMk/>
          <pc:sldMk cId="0" sldId="282"/>
        </pc:sldMkLst>
        <pc:graphicFrameChg chg="modGraphic">
          <ac:chgData name="Daniela Sales Armendariz" userId="184e57a0-798c-4631-a9c3-d4f65b615685" providerId="ADAL" clId="{DF796C4C-B7E6-49EF-A623-003113919E54}" dt="2026-06-29T17:12:26.778" v="340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8:28:32.426" v="371" actId="1035"/>
        <pc:sldMkLst>
          <pc:docMk/>
          <pc:sldMk cId="3805655920" sldId="288"/>
        </pc:sldMkLst>
        <pc:graphicFrameChg chg="mod">
          <ac:chgData name="Daniela Sales Armendariz" userId="184e57a0-798c-4631-a9c3-d4f65b615685" providerId="ADAL" clId="{DF796C4C-B7E6-49EF-A623-003113919E54}" dt="2026-06-29T18:28:32.426" v="371" actId="1035"/>
          <ac:graphicFrameMkLst>
            <pc:docMk/>
            <pc:sldMk cId="3805655920" sldId="288"/>
            <ac:graphicFrameMk id="6" creationId="{00000000-0000-0000-0000-000000000000}"/>
          </ac:graphicFrameMkLst>
        </pc:graphicFrameChg>
      </pc:sldChg>
      <pc:sldChg chg="addSp delSp modSp mod">
        <pc:chgData name="Daniela Sales Armendariz" userId="184e57a0-798c-4631-a9c3-d4f65b615685" providerId="ADAL" clId="{DF796C4C-B7E6-49EF-A623-003113919E54}" dt="2026-07-02T23:19:14.558" v="489" actId="1076"/>
        <pc:sldMkLst>
          <pc:docMk/>
          <pc:sldMk cId="3763779569" sldId="289"/>
        </pc:sldMkLst>
        <pc:graphicFrameChg chg="modGraphic">
          <ac:chgData name="Daniela Sales Armendariz" userId="184e57a0-798c-4631-a9c3-d4f65b615685" providerId="ADAL" clId="{DF796C4C-B7E6-49EF-A623-003113919E54}" dt="2026-07-02T23:16:42.998" v="472" actId="20577"/>
          <ac:graphicFrameMkLst>
            <pc:docMk/>
            <pc:sldMk cId="3763779569" sldId="289"/>
            <ac:graphicFrameMk id="4" creationId="{9F9D20C6-9399-3E97-BBF0-B35E34EE5721}"/>
          </ac:graphicFrameMkLst>
        </pc:graphicFrameChg>
        <pc:picChg chg="del">
          <ac:chgData name="Daniela Sales Armendariz" userId="184e57a0-798c-4631-a9c3-d4f65b615685" providerId="ADAL" clId="{DF796C4C-B7E6-49EF-A623-003113919E54}" dt="2026-07-02T23:16:51.366" v="473" actId="478"/>
          <ac:picMkLst>
            <pc:docMk/>
            <pc:sldMk cId="3763779569" sldId="289"/>
            <ac:picMk id="8" creationId="{D8F1D8D4-85CB-99E3-727D-DEA4A727E5B1}"/>
          </ac:picMkLst>
        </pc:picChg>
        <pc:picChg chg="mod">
          <ac:chgData name="Daniela Sales Armendariz" userId="184e57a0-798c-4631-a9c3-d4f65b615685" providerId="ADAL" clId="{DF796C4C-B7E6-49EF-A623-003113919E54}" dt="2026-07-02T23:17:22.293" v="474" actId="14100"/>
          <ac:picMkLst>
            <pc:docMk/>
            <pc:sldMk cId="3763779569" sldId="289"/>
            <ac:picMk id="15" creationId="{BE687F8F-EDE5-85A8-9145-29C186A5E598}"/>
          </ac:picMkLst>
        </pc:picChg>
        <pc:picChg chg="add mod modCrop">
          <ac:chgData name="Daniela Sales Armendariz" userId="184e57a0-798c-4631-a9c3-d4f65b615685" providerId="ADAL" clId="{DF796C4C-B7E6-49EF-A623-003113919E54}" dt="2026-07-02T23:19:14.558" v="489" actId="1076"/>
          <ac:picMkLst>
            <pc:docMk/>
            <pc:sldMk cId="3763779569" sldId="289"/>
            <ac:picMk id="16" creationId="{5ED85E1F-2C49-0ACF-DD74-B0C91C6F3096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7:10:13.688" v="319" actId="1076"/>
        <pc:sldMkLst>
          <pc:docMk/>
          <pc:sldMk cId="2182519711" sldId="300"/>
        </pc:sldMkLst>
        <pc:spChg chg="mod">
          <ac:chgData name="Daniela Sales Armendariz" userId="184e57a0-798c-4631-a9c3-d4f65b615685" providerId="ADAL" clId="{DF796C4C-B7E6-49EF-A623-003113919E54}" dt="2026-06-29T17:10:09.451" v="317" actId="1036"/>
          <ac:spMkLst>
            <pc:docMk/>
            <pc:sldMk cId="2182519711" sldId="300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7:09:55.775" v="293" actId="1035"/>
          <ac:spMkLst>
            <pc:docMk/>
            <pc:sldMk cId="2182519711" sldId="300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7:09:38.828" v="207" actId="20577"/>
          <ac:spMkLst>
            <pc:docMk/>
            <pc:sldMk cId="2182519711" sldId="300"/>
            <ac:spMk id="10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9T17:09:44.993" v="234" actId="1036"/>
          <ac:graphicFrameMkLst>
            <pc:docMk/>
            <pc:sldMk cId="2182519711" sldId="300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9T17:10:13.688" v="319" actId="1076"/>
          <ac:picMkLst>
            <pc:docMk/>
            <pc:sldMk cId="2182519711" sldId="300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9T17:10:05.914" v="310" actId="1036"/>
          <ac:cxnSpMkLst>
            <pc:docMk/>
            <pc:sldMk cId="2182519711" sldId="300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9T17:09:49.841" v="264" actId="1036"/>
          <ac:cxnSpMkLst>
            <pc:docMk/>
            <pc:sldMk cId="2182519711" sldId="300"/>
            <ac:cxnSpMk id="8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9T17:04:28.752" v="113" actId="20577"/>
        <pc:sldMkLst>
          <pc:docMk/>
          <pc:sldMk cId="0" sldId="301"/>
        </pc:sldMkLst>
        <pc:spChg chg="mod">
          <ac:chgData name="Daniela Sales Armendariz" userId="184e57a0-798c-4631-a9c3-d4f65b615685" providerId="ADAL" clId="{DF796C4C-B7E6-49EF-A623-003113919E54}" dt="2026-06-29T17:03:50.081" v="103" actId="20577"/>
          <ac:spMkLst>
            <pc:docMk/>
            <pc:sldMk cId="0" sldId="301"/>
            <ac:spMk id="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7:04:28.752" v="113" actId="20577"/>
          <ac:spMkLst>
            <pc:docMk/>
            <pc:sldMk cId="0" sldId="301"/>
            <ac:spMk id="7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7:08:24.944" v="175" actId="14100"/>
        <pc:sldMkLst>
          <pc:docMk/>
          <pc:sldMk cId="0" sldId="307"/>
        </pc:sldMkLst>
        <pc:graphicFrameChg chg="modGraphic">
          <ac:chgData name="Daniela Sales Armendariz" userId="184e57a0-798c-4631-a9c3-d4f65b615685" providerId="ADAL" clId="{DF796C4C-B7E6-49EF-A623-003113919E54}" dt="2026-06-29T17:08:24.944" v="175" actId="14100"/>
          <ac:graphicFrameMkLst>
            <pc:docMk/>
            <pc:sldMk cId="0" sldId="307"/>
            <ac:graphicFrameMk id="5" creationId="{00000000-0000-0000-0000-000000000000}"/>
          </ac:graphicFrameMkLst>
        </pc:graphicFrameChg>
      </pc:sldChg>
    </pc:docChg>
  </pc:docChgLst>
  <pc:docChgLst>
    <pc:chgData name="Gerardo Jahir Lara Garcia" userId="84d5cd65-4601-4e92-b448-a9da4809e012" providerId="ADAL" clId="{BA9F21CB-C856-4722-9843-EB6EBB1F5325}"/>
    <pc:docChg chg="modSld">
      <pc:chgData name="Gerardo Jahir Lara Garcia" userId="84d5cd65-4601-4e92-b448-a9da4809e012" providerId="ADAL" clId="{BA9F21CB-C856-4722-9843-EB6EBB1F5325}" dt="2026-06-30T22:48:55.550" v="277" actId="1036"/>
      <pc:docMkLst>
        <pc:docMk/>
      </pc:docMkLst>
      <pc:sldChg chg="modSp mod">
        <pc:chgData name="Gerardo Jahir Lara Garcia" userId="84d5cd65-4601-4e92-b448-a9da4809e012" providerId="ADAL" clId="{BA9F21CB-C856-4722-9843-EB6EBB1F5325}" dt="2026-06-30T22:48:55.550" v="277" actId="1036"/>
        <pc:sldMkLst>
          <pc:docMk/>
          <pc:sldMk cId="364733940" sldId="284"/>
        </pc:sldMkLst>
        <pc:spChg chg="mod">
          <ac:chgData name="Gerardo Jahir Lara Garcia" userId="84d5cd65-4601-4e92-b448-a9da4809e012" providerId="ADAL" clId="{BA9F21CB-C856-4722-9843-EB6EBB1F5325}" dt="2026-06-30T22:47:09.616" v="222" actId="20577"/>
          <ac:spMkLst>
            <pc:docMk/>
            <pc:sldMk cId="364733940" sldId="284"/>
            <ac:spMk id="12" creationId="{00000000-0000-0000-0000-000000000000}"/>
          </ac:spMkLst>
        </pc:spChg>
        <pc:graphicFrameChg chg="mod modGraphic">
          <ac:chgData name="Gerardo Jahir Lara Garcia" userId="84d5cd65-4601-4e92-b448-a9da4809e012" providerId="ADAL" clId="{BA9F21CB-C856-4722-9843-EB6EBB1F5325}" dt="2026-06-30T22:44:15.789" v="190" actId="20577"/>
          <ac:graphicFrameMkLst>
            <pc:docMk/>
            <pc:sldMk cId="364733940" sldId="284"/>
            <ac:graphicFrameMk id="9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6-30T22:46:10.431" v="208" actId="20577"/>
          <ac:graphicFrameMkLst>
            <pc:docMk/>
            <pc:sldMk cId="364733940" sldId="284"/>
            <ac:graphicFrameMk id="10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6-30T22:42:57.577" v="166" actId="1035"/>
          <ac:graphicFrameMkLst>
            <pc:docMk/>
            <pc:sldMk cId="364733940" sldId="284"/>
            <ac:graphicFrameMk id="11" creationId="{00000000-0000-0000-0000-000000000000}"/>
          </ac:graphicFrameMkLst>
        </pc:graphicFrameChg>
        <pc:picChg chg="mod">
          <ac:chgData name="Gerardo Jahir Lara Garcia" userId="84d5cd65-4601-4e92-b448-a9da4809e012" providerId="ADAL" clId="{BA9F21CB-C856-4722-9843-EB6EBB1F5325}" dt="2026-06-30T22:48:55.550" v="277" actId="1036"/>
          <ac:picMkLst>
            <pc:docMk/>
            <pc:sldMk cId="364733940" sldId="284"/>
            <ac:picMk id="3" creationId="{FB9D1418-2C36-BE7D-84D1-7592711EEC77}"/>
          </ac:picMkLst>
        </pc:picChg>
      </pc:sldChg>
      <pc:sldChg chg="modSp mod">
        <pc:chgData name="Gerardo Jahir Lara Garcia" userId="84d5cd65-4601-4e92-b448-a9da4809e012" providerId="ADAL" clId="{BA9F21CB-C856-4722-9843-EB6EBB1F5325}" dt="2026-06-30T22:41:00.956" v="78" actId="1038"/>
        <pc:sldMkLst>
          <pc:docMk/>
          <pc:sldMk cId="3240565764" sldId="297"/>
        </pc:sldMkLst>
        <pc:graphicFrameChg chg="mod modGraphic">
          <ac:chgData name="Gerardo Jahir Lara Garcia" userId="84d5cd65-4601-4e92-b448-a9da4809e012" providerId="ADAL" clId="{BA9F21CB-C856-4722-9843-EB6EBB1F5325}" dt="2026-06-30T22:40:25.846" v="55"/>
          <ac:graphicFrameMkLst>
            <pc:docMk/>
            <pc:sldMk cId="3240565764" sldId="297"/>
            <ac:graphicFrameMk id="8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6-30T22:40:30.775" v="56"/>
          <ac:graphicFrameMkLst>
            <pc:docMk/>
            <pc:sldMk cId="3240565764" sldId="297"/>
            <ac:graphicFrameMk id="9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6-30T22:40:48.711" v="73" actId="1036"/>
          <ac:graphicFrameMkLst>
            <pc:docMk/>
            <pc:sldMk cId="3240565764" sldId="297"/>
            <ac:graphicFrameMk id="10" creationId="{00000000-0000-0000-0000-000000000000}"/>
          </ac:graphicFrameMkLst>
        </pc:graphicFrameChg>
        <pc:picChg chg="mod">
          <ac:chgData name="Gerardo Jahir Lara Garcia" userId="84d5cd65-4601-4e92-b448-a9da4809e012" providerId="ADAL" clId="{BA9F21CB-C856-4722-9843-EB6EBB1F5325}" dt="2026-06-30T22:41:00.956" v="78" actId="1038"/>
          <ac:picMkLst>
            <pc:docMk/>
            <pc:sldMk cId="3240565764" sldId="297"/>
            <ac:picMk id="3" creationId="{D058DB9B-C46B-5684-D18E-6ADA3C3BFBAA}"/>
          </ac:picMkLst>
        </pc:picChg>
      </pc:sldChg>
      <pc:sldChg chg="modSp mod">
        <pc:chgData name="Gerardo Jahir Lara Garcia" userId="84d5cd65-4601-4e92-b448-a9da4809e012" providerId="ADAL" clId="{BA9F21CB-C856-4722-9843-EB6EBB1F5325}" dt="2026-06-30T22:48:32.836" v="247" actId="1035"/>
        <pc:sldMkLst>
          <pc:docMk/>
          <pc:sldMk cId="30077326" sldId="299"/>
        </pc:sldMkLst>
        <pc:spChg chg="mod">
          <ac:chgData name="Gerardo Jahir Lara Garcia" userId="84d5cd65-4601-4e92-b448-a9da4809e012" providerId="ADAL" clId="{BA9F21CB-C856-4722-9843-EB6EBB1F5325}" dt="2026-06-30T22:48:32.836" v="247" actId="1035"/>
          <ac:spMkLst>
            <pc:docMk/>
            <pc:sldMk cId="30077326" sldId="299"/>
            <ac:spMk id="26" creationId="{00000000-0000-0000-0000-000000000000}"/>
          </ac:spMkLst>
        </pc:spChg>
        <pc:graphicFrameChg chg="mod modGraphic">
          <ac:chgData name="Gerardo Jahir Lara Garcia" userId="84d5cd65-4601-4e92-b448-a9da4809e012" providerId="ADAL" clId="{BA9F21CB-C856-4722-9843-EB6EBB1F5325}" dt="2026-06-30T22:48:18.148" v="237" actId="1035"/>
          <ac:graphicFrameMkLst>
            <pc:docMk/>
            <pc:sldMk cId="30077326" sldId="299"/>
            <ac:graphicFrameMk id="20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6-30T22:48:11.317" v="231" actId="2062"/>
          <ac:graphicFrameMkLst>
            <pc:docMk/>
            <pc:sldMk cId="30077326" sldId="299"/>
            <ac:graphicFrameMk id="21" creationId="{00000000-0000-0000-0000-000000000000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8:43.321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8:43.321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8:43.321" v="2" actId="22"/>
          <ac:spMkLst>
            <pc:docMk/>
            <pc:sldMk cId="748044913" sldId="287"/>
            <ac:spMk id="10" creationId="{BD4A75F2-7FCC-DAEA-7F86-0E639D1DC1F1}"/>
          </ac:spMkLst>
        </pc:spChg>
        <pc:spChg chg="add">
          <ac:chgData name="Rohan Myron Oprisko" userId="a7c52ab4-f8b1-4d15-aaf6-6388cc510347" providerId="ADAL" clId="{97C26823-81C0-4343-94EC-E87AB1317939}" dt="2026-06-24T15:58:43.321" v="2" actId="22"/>
          <ac:spMkLst>
            <pc:docMk/>
            <pc:sldMk cId="748044913" sldId="287"/>
            <ac:spMk id="12" creationId="{B5C7009C-EDBC-EED1-CB3C-53F6661015A8}"/>
          </ac:spMkLst>
        </pc:spChg>
      </pc:sldChg>
    </pc:docChg>
  </pc:docChgLst>
  <pc:docChgLst>
    <pc:chgData name="Laura Patricia Galvan Chavez" userId="S::laura.galvan@imss.gob.mx::6b13af50-ce8b-483e-8fc4-f994efaf3289" providerId="AD" clId="Web-{46B8455C-F49D-0886-1F96-91529BE6D8C4}"/>
    <pc:docChg chg="modSld">
      <pc:chgData name="Laura Patricia Galvan Chavez" userId="S::laura.galvan@imss.gob.mx::6b13af50-ce8b-483e-8fc4-f994efaf3289" providerId="AD" clId="Web-{46B8455C-F49D-0886-1F96-91529BE6D8C4}" dt="2026-06-23T20:07:49.496" v="20" actId="1076"/>
      <pc:docMkLst>
        <pc:docMk/>
      </pc:docMkLst>
      <pc:sldChg chg="addSp delSp modSp">
        <pc:chgData name="Laura Patricia Galvan Chavez" userId="S::laura.galvan@imss.gob.mx::6b13af50-ce8b-483e-8fc4-f994efaf3289" providerId="AD" clId="Web-{46B8455C-F49D-0886-1F96-91529BE6D8C4}" dt="2026-06-23T20:07:49.496" v="20" actId="1076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46B8455C-F49D-0886-1F96-91529BE6D8C4}" dt="2026-06-23T20:06:41.917" v="15"/>
          <ac:graphicFrameMkLst>
            <pc:docMk/>
            <pc:sldMk cId="0" sldId="260"/>
            <ac:graphicFrameMk id="6" creationId="{715CDBFD-3BB3-40B5-2C33-FF2DD0411193}"/>
          </ac:graphicFrameMkLst>
        </pc:graphicFrameChg>
        <pc:picChg chg="add mod">
          <ac:chgData name="Laura Patricia Galvan Chavez" userId="S::laura.galvan@imss.gob.mx::6b13af50-ce8b-483e-8fc4-f994efaf3289" providerId="AD" clId="Web-{46B8455C-F49D-0886-1F96-91529BE6D8C4}" dt="2026-06-23T20:07:49.496" v="20" actId="1076"/>
          <ac:picMkLst>
            <pc:docMk/>
            <pc:sldMk cId="0" sldId="260"/>
            <ac:picMk id="2" creationId="{7B6CE384-662F-6276-536E-81BB996C8643}"/>
          </ac:picMkLst>
        </pc:picChg>
      </pc:sldChg>
    </pc:docChg>
  </pc:docChgLst>
  <pc:docChgLst>
    <pc:chgData name="Laura Patricia Galvan Chavez" userId="S::laura.galvan@imss.gob.mx::6b13af50-ce8b-483e-8fc4-f994efaf3289" providerId="AD" clId="Web-{32FCCF5C-BFFA-DE8E-DC7E-C4CA25307DA0}"/>
    <pc:docChg chg="modSld">
      <pc:chgData name="Laura Patricia Galvan Chavez" userId="S::laura.galvan@imss.gob.mx::6b13af50-ce8b-483e-8fc4-f994efaf3289" providerId="AD" clId="Web-{32FCCF5C-BFFA-DE8E-DC7E-C4CA25307DA0}" dt="2026-06-23T23:01:07.247" v="11" actId="14100"/>
      <pc:docMkLst>
        <pc:docMk/>
      </pc:docMkLst>
      <pc:sldChg chg="addSp delSp modSp">
        <pc:chgData name="Laura Patricia Galvan Chavez" userId="S::laura.galvan@imss.gob.mx::6b13af50-ce8b-483e-8fc4-f994efaf3289" providerId="AD" clId="Web-{32FCCF5C-BFFA-DE8E-DC7E-C4CA25307DA0}" dt="2026-06-23T23:01:07.247" v="11" actId="14100"/>
        <pc:sldMkLst>
          <pc:docMk/>
          <pc:sldMk cId="364733940" sldId="284"/>
        </pc:sldMkLst>
        <pc:picChg chg="add mod">
          <ac:chgData name="Laura Patricia Galvan Chavez" userId="S::laura.galvan@imss.gob.mx::6b13af50-ce8b-483e-8fc4-f994efaf3289" providerId="AD" clId="Web-{32FCCF5C-BFFA-DE8E-DC7E-C4CA25307DA0}" dt="2026-06-23T23:01:07.247" v="11" actId="14100"/>
          <ac:picMkLst>
            <pc:docMk/>
            <pc:sldMk cId="364733940" sldId="284"/>
            <ac:picMk id="3" creationId="{FB9D1418-2C36-BE7D-84D1-7592711EEC77}"/>
          </ac:picMkLst>
        </pc:picChg>
      </pc:sldChg>
      <pc:sldChg chg="addSp delSp modSp">
        <pc:chgData name="Laura Patricia Galvan Chavez" userId="S::laura.galvan@imss.gob.mx::6b13af50-ce8b-483e-8fc4-f994efaf3289" providerId="AD" clId="Web-{32FCCF5C-BFFA-DE8E-DC7E-C4CA25307DA0}" dt="2026-06-23T22:59:52.372" v="3" actId="1076"/>
        <pc:sldMkLst>
          <pc:docMk/>
          <pc:sldMk cId="3240565764" sldId="297"/>
        </pc:sldMkLst>
        <pc:picChg chg="add mod">
          <ac:chgData name="Laura Patricia Galvan Chavez" userId="S::laura.galvan@imss.gob.mx::6b13af50-ce8b-483e-8fc4-f994efaf3289" providerId="AD" clId="Web-{32FCCF5C-BFFA-DE8E-DC7E-C4CA25307DA0}" dt="2026-06-23T22:59:52.372" v="3" actId="1076"/>
          <ac:picMkLst>
            <pc:docMk/>
            <pc:sldMk cId="3240565764" sldId="297"/>
            <ac:picMk id="3" creationId="{D058DB9B-C46B-5684-D18E-6ADA3C3BFBAA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undo custSel modSld">
      <pc:chgData name="Laura Patricia Galvan Chavez" userId="6b13af50-ce8b-483e-8fc4-f994efaf3289" providerId="ADAL" clId="{655D084B-7DF1-4C24-9447-417D7DC498B8}" dt="2026-07-02T23:55:52.861" v="373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6-26T18:27:41.996" v="53" actId="20577"/>
        <pc:sldMkLst>
          <pc:docMk/>
          <pc:sldMk cId="0" sldId="256"/>
        </pc:sldMkLst>
        <pc:spChg chg="mod">
          <ac:chgData name="Laura Patricia Galvan Chavez" userId="6b13af50-ce8b-483e-8fc4-f994efaf3289" providerId="ADAL" clId="{655D084B-7DF1-4C24-9447-417D7DC498B8}" dt="2026-06-26T18:27:41.996" v="53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7T00:00:03.402" v="289" actId="208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6-25T23:25:18.635" v="21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5:35.096" v="23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4:50.422" v="17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4:59.118" v="18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4:21.002" v="14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4:21.002" v="14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3:19.025" v="4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3:13.593" v="3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22:57.664" v="2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7T00:00:03.402" v="289" actId="208"/>
          <ac:spMkLst>
            <pc:docMk/>
            <pc:sldMk cId="0" sldId="258"/>
            <ac:spMk id="132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6T23:58:11.632" v="286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3:25:28.377" v="22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24:50.422" v="17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24:21.002" v="14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23:13.593" v="3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22:53.175" v="1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5T23:29:39.160" v="29" actId="1076"/>
        <pc:sldMkLst>
          <pc:docMk/>
          <pc:sldMk cId="0" sldId="260"/>
        </pc:sldMkLst>
        <pc:graphicFrameChg chg="mod">
          <ac:chgData name="Laura Patricia Galvan Chavez" userId="6b13af50-ce8b-483e-8fc4-f994efaf3289" providerId="ADAL" clId="{655D084B-7DF1-4C24-9447-417D7DC498B8}" dt="2026-06-25T23:29:30.862" v="27" actId="1076"/>
          <ac:graphicFrameMkLst>
            <pc:docMk/>
            <pc:sldMk cId="0" sldId="260"/>
            <ac:graphicFrameMk id="11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3:29:39.160" v="29" actId="107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5T23:30:29.312" v="34" actId="1076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5T23:30:24.296" v="33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0:29.312" v="34" actId="1076"/>
          <ac:spMkLst>
            <pc:docMk/>
            <pc:sldMk cId="0" sldId="262"/>
            <ac:spMk id="11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3:30:19.816" v="32" actId="1076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3:31:33.208" v="41" actId="1076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5T23:30:52.633" v="35" actId="1076"/>
          <ac:spMkLst>
            <pc:docMk/>
            <pc:sldMk cId="0" sldId="263"/>
            <ac:spMk id="197" creationId="{4133803A-5103-23E0-3F33-B7C41730ED27}"/>
          </ac:spMkLst>
        </pc:spChg>
        <pc:spChg chg="mod">
          <ac:chgData name="Laura Patricia Galvan Chavez" userId="6b13af50-ce8b-483e-8fc4-f994efaf3289" providerId="ADAL" clId="{655D084B-7DF1-4C24-9447-417D7DC498B8}" dt="2026-06-25T23:30:52.633" v="35" actId="1076"/>
          <ac:spMkLst>
            <pc:docMk/>
            <pc:sldMk cId="0" sldId="263"/>
            <ac:spMk id="205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1:33.208" v="41" actId="1076"/>
          <ac:spMkLst>
            <pc:docMk/>
            <pc:sldMk cId="0" sldId="263"/>
            <ac:spMk id="208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3:30:52.633" v="35" actId="1076"/>
          <ac:graphicFrameMkLst>
            <pc:docMk/>
            <pc:sldMk cId="0" sldId="263"/>
            <ac:graphicFrameMk id="198" creationId="{ADE1AF86-E3E5-428E-6FB4-342E1D6548B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5T23:31:03.348" v="38" actId="14100"/>
          <ac:graphicFrameMkLst>
            <pc:docMk/>
            <pc:sldMk cId="0" sldId="263"/>
            <ac:graphicFrameMk id="20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3:30:52.633" v="35" actId="1076"/>
          <ac:graphicFrameMkLst>
            <pc:docMk/>
            <pc:sldMk cId="0" sldId="263"/>
            <ac:graphicFrameMk id="20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41:04.514" v="32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41:04.514" v="32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52:19.081" v="366" actId="14100"/>
        <pc:sldMkLst>
          <pc:docMk/>
          <pc:sldMk cId="3828482411" sldId="281"/>
        </pc:sldMkLst>
        <pc:spChg chg="mod">
          <ac:chgData name="Laura Patricia Galvan Chavez" userId="6b13af50-ce8b-483e-8fc4-f994efaf3289" providerId="ADAL" clId="{655D084B-7DF1-4C24-9447-417D7DC498B8}" dt="2026-06-29T18:39:57.159" v="302" actId="20577"/>
          <ac:spMkLst>
            <pc:docMk/>
            <pc:sldMk cId="3828482411" sldId="281"/>
            <ac:spMk id="3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7-02T23:52:19.081" v="366" actId="14100"/>
          <ac:graphicFrameMkLst>
            <pc:docMk/>
            <pc:sldMk cId="3828482411" sldId="281"/>
            <ac:graphicFrameMk id="5" creationId="{00000000-0000-0000-0000-000000000000}"/>
          </ac:graphicFrameMkLst>
        </pc:graphicFrameChg>
      </pc:sldChg>
      <pc:sldChg chg="addSp modSp mod">
        <pc:chgData name="Laura Patricia Galvan Chavez" userId="6b13af50-ce8b-483e-8fc4-f994efaf3289" providerId="ADAL" clId="{655D084B-7DF1-4C24-9447-417D7DC498B8}" dt="2026-06-26T20:33:16.509" v="283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6T20:30:25.225" v="264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Laura Patricia Galvan Chavez" userId="6b13af50-ce8b-483e-8fc4-f994efaf3289" providerId="ADAL" clId="{655D084B-7DF1-4C24-9447-417D7DC498B8}" dt="2026-06-26T20:32:45.587" v="279" actId="1076"/>
          <ac:spMkLst>
            <pc:docMk/>
            <pc:sldMk cId="3805655920" sldId="288"/>
            <ac:spMk id="8" creationId="{FEC14477-9354-F6CD-2D1D-29631D25E758}"/>
          </ac:spMkLst>
        </pc:spChg>
        <pc:spChg chg="add mod">
          <ac:chgData name="Laura Patricia Galvan Chavez" userId="6b13af50-ce8b-483e-8fc4-f994efaf3289" providerId="ADAL" clId="{655D084B-7DF1-4C24-9447-417D7DC498B8}" dt="2026-06-26T20:33:04.116" v="281" actId="1076"/>
          <ac:spMkLst>
            <pc:docMk/>
            <pc:sldMk cId="3805655920" sldId="288"/>
            <ac:spMk id="9" creationId="{EB8E32EB-F134-A9AD-5191-0451491BFFBA}"/>
          </ac:spMkLst>
        </pc:spChg>
        <pc:spChg chg="add mod">
          <ac:chgData name="Laura Patricia Galvan Chavez" userId="6b13af50-ce8b-483e-8fc4-f994efaf3289" providerId="ADAL" clId="{655D084B-7DF1-4C24-9447-417D7DC498B8}" dt="2026-06-26T20:32:03.496" v="274" actId="1076"/>
          <ac:spMkLst>
            <pc:docMk/>
            <pc:sldMk cId="3805655920" sldId="288"/>
            <ac:spMk id="10" creationId="{6BD9BB61-8D1C-405B-B740-99BAF3B343BE}"/>
          </ac:spMkLst>
        </pc:spChg>
        <pc:spChg chg="add mod">
          <ac:chgData name="Laura Patricia Galvan Chavez" userId="6b13af50-ce8b-483e-8fc4-f994efaf3289" providerId="ADAL" clId="{655D084B-7DF1-4C24-9447-417D7DC498B8}" dt="2026-06-26T20:32:03.496" v="274" actId="1076"/>
          <ac:spMkLst>
            <pc:docMk/>
            <pc:sldMk cId="3805655920" sldId="288"/>
            <ac:spMk id="11" creationId="{939A6F62-AC56-D9D7-5649-ADDA713164E4}"/>
          </ac:spMkLst>
        </pc:spChg>
        <pc:spChg chg="add mod">
          <ac:chgData name="Laura Patricia Galvan Chavez" userId="6b13af50-ce8b-483e-8fc4-f994efaf3289" providerId="ADAL" clId="{655D084B-7DF1-4C24-9447-417D7DC498B8}" dt="2026-06-26T20:32:03.496" v="274" actId="1076"/>
          <ac:spMkLst>
            <pc:docMk/>
            <pc:sldMk cId="3805655920" sldId="288"/>
            <ac:spMk id="12" creationId="{BD57DD31-E833-115D-EE37-F1DE3138236D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6T20:25:58.614" v="165" actId="1076"/>
          <ac:graphicFrameMkLst>
            <pc:docMk/>
            <pc:sldMk cId="3805655920" sldId="288"/>
            <ac:graphicFrameMk id="2" creationId="{5168604B-5EA7-3699-0604-D9AAD8C6B4EE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33:16.509" v="283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26:10.159" v="166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 modGraphic">
          <ac:chgData name="Laura Patricia Galvan Chavez" userId="6b13af50-ce8b-483e-8fc4-f994efaf3289" providerId="ADAL" clId="{655D084B-7DF1-4C24-9447-417D7DC498B8}" dt="2026-06-26T20:33:11.374" v="282" actId="1076"/>
          <ac:graphicFrameMkLst>
            <pc:docMk/>
            <pc:sldMk cId="3805655920" sldId="288"/>
            <ac:graphicFrameMk id="7" creationId="{4A62AB14-7873-D73C-0312-A7C79234AD42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32:45.587" v="279" actId="1076"/>
          <ac:graphicFrameMkLst>
            <pc:docMk/>
            <pc:sldMk cId="3805655920" sldId="288"/>
            <ac:graphicFrameMk id="16" creationId="{ECB08E73-EDCE-C849-778F-0F12789191FA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20:33:04.116" v="281" actId="1076"/>
          <ac:graphicFrameMkLst>
            <pc:docMk/>
            <pc:sldMk cId="3805655920" sldId="288"/>
            <ac:graphicFrameMk id="17" creationId="{5E768435-5E73-98D5-5616-81152EC6383E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20:32:03.496" v="274" actId="1076"/>
          <ac:picMkLst>
            <pc:docMk/>
            <pc:sldMk cId="3805655920" sldId="288"/>
            <ac:picMk id="13" creationId="{A3F220A0-7E0F-739E-B85D-FC483D5C319D}"/>
          </ac:picMkLst>
        </pc:picChg>
        <pc:picChg chg="add mod">
          <ac:chgData name="Laura Patricia Galvan Chavez" userId="6b13af50-ce8b-483e-8fc4-f994efaf3289" providerId="ADAL" clId="{655D084B-7DF1-4C24-9447-417D7DC498B8}" dt="2026-06-26T20:32:03.496" v="274" actId="1076"/>
          <ac:picMkLst>
            <pc:docMk/>
            <pc:sldMk cId="3805655920" sldId="288"/>
            <ac:picMk id="14" creationId="{A27434CF-AD4D-18CB-FFC4-8C638D8B5927}"/>
          </ac:picMkLst>
        </pc:picChg>
        <pc:picChg chg="add mod">
          <ac:chgData name="Laura Patricia Galvan Chavez" userId="6b13af50-ce8b-483e-8fc4-f994efaf3289" providerId="ADAL" clId="{655D084B-7DF1-4C24-9447-417D7DC498B8}" dt="2026-06-26T20:32:03.496" v="274" actId="1076"/>
          <ac:picMkLst>
            <pc:docMk/>
            <pc:sldMk cId="3805655920" sldId="288"/>
            <ac:picMk id="15" creationId="{17287F69-4DEE-F95B-9116-9E54514BFC41}"/>
          </ac:picMkLst>
        </pc:picChg>
      </pc:sldChg>
      <pc:sldChg chg="addSp delSp modSp mod">
        <pc:chgData name="Laura Patricia Galvan Chavez" userId="6b13af50-ce8b-483e-8fc4-f994efaf3289" providerId="ADAL" clId="{655D084B-7DF1-4C24-9447-417D7DC498B8}" dt="2026-07-02T23:44:42.884" v="352" actId="20577"/>
        <pc:sldMkLst>
          <pc:docMk/>
          <pc:sldMk cId="3763779569" sldId="289"/>
        </pc:sldMkLst>
        <pc:spChg chg="add mod">
          <ac:chgData name="Laura Patricia Galvan Chavez" userId="6b13af50-ce8b-483e-8fc4-f994efaf3289" providerId="ADAL" clId="{655D084B-7DF1-4C24-9447-417D7DC498B8}" dt="2026-06-26T00:11:17.609" v="51"/>
          <ac:spMkLst>
            <pc:docMk/>
            <pc:sldMk cId="3763779569" sldId="289"/>
            <ac:spMk id="5" creationId="{6308F9C9-33AC-5D39-E1A2-C699E33409DF}"/>
          </ac:spMkLst>
        </pc:spChg>
        <pc:spChg chg="add mod">
          <ac:chgData name="Laura Patricia Galvan Chavez" userId="6b13af50-ce8b-483e-8fc4-f994efaf3289" providerId="ADAL" clId="{655D084B-7DF1-4C24-9447-417D7DC498B8}" dt="2026-06-26T00:11:17.609" v="51"/>
          <ac:spMkLst>
            <pc:docMk/>
            <pc:sldMk cId="3763779569" sldId="289"/>
            <ac:spMk id="6" creationId="{DDF9002C-046E-AD5F-2DF6-DBB4181AC462}"/>
          </ac:spMkLst>
        </pc:spChg>
        <pc:graphicFrameChg chg="modGraphic">
          <ac:chgData name="Laura Patricia Galvan Chavez" userId="6b13af50-ce8b-483e-8fc4-f994efaf3289" providerId="ADAL" clId="{655D084B-7DF1-4C24-9447-417D7DC498B8}" dt="2026-07-02T23:44:42.884" v="352" actId="20577"/>
          <ac:graphicFrameMkLst>
            <pc:docMk/>
            <pc:sldMk cId="3763779569" sldId="289"/>
            <ac:graphicFrameMk id="4" creationId="{9F9D20C6-9399-3E97-BBF0-B35E34EE5721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7" creationId="{F177007D-0042-6C14-FEFD-99A3BA95D6C0}"/>
          </ac:picMkLst>
        </pc:pic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9" creationId="{53DF823B-13AE-545F-45A8-FDBB576B39F6}"/>
          </ac:picMkLst>
        </pc:pic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10" creationId="{3D6DEBDF-DB8F-DDAA-4082-B2D1772A6118}"/>
          </ac:picMkLst>
        </pc:pic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12" creationId="{93B7D206-8F4E-13F6-9AE7-B16F9CE5B7D6}"/>
          </ac:picMkLst>
        </pc:pic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13" creationId="{18AA26A4-5D88-FAA3-FDD6-433BEE68B0D1}"/>
          </ac:picMkLst>
        </pc:pic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14" creationId="{24A927A7-65F3-0E14-4966-C67F4CD1C3EF}"/>
          </ac:picMkLst>
        </pc:picChg>
        <pc:picChg chg="add mod">
          <ac:chgData name="Laura Patricia Galvan Chavez" userId="6b13af50-ce8b-483e-8fc4-f994efaf3289" providerId="ADAL" clId="{655D084B-7DF1-4C24-9447-417D7DC498B8}" dt="2026-06-26T00:11:17.609" v="51"/>
          <ac:picMkLst>
            <pc:docMk/>
            <pc:sldMk cId="3763779569" sldId="289"/>
            <ac:picMk id="15" creationId="{BE687F8F-EDE5-85A8-9145-29C186A5E598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6T19:06:24.259" v="163" actId="20577"/>
        <pc:sldMkLst>
          <pc:docMk/>
          <pc:sldMk cId="4191754590" sldId="298"/>
        </pc:sldMkLst>
        <pc:spChg chg="mod">
          <ac:chgData name="Laura Patricia Galvan Chavez" userId="6b13af50-ce8b-483e-8fc4-f994efaf3289" providerId="ADAL" clId="{655D084B-7DF1-4C24-9447-417D7DC498B8}" dt="2026-06-26T19:06:24.259" v="163" actId="20577"/>
          <ac:spMkLst>
            <pc:docMk/>
            <pc:sldMk cId="4191754590" sldId="298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23:55:52.861" v="373" actId="20577"/>
        <pc:sldMkLst>
          <pc:docMk/>
          <pc:sldMk cId="30077326" sldId="299"/>
        </pc:sldMkLst>
        <pc:graphicFrameChg chg="mod">
          <ac:chgData name="Laura Patricia Galvan Chavez" userId="6b13af50-ce8b-483e-8fc4-f994efaf3289" providerId="ADAL" clId="{655D084B-7DF1-4C24-9447-417D7DC498B8}" dt="2026-06-25T23:34:15.777" v="43" actId="1076"/>
          <ac:graphicFrameMkLst>
            <pc:docMk/>
            <pc:sldMk cId="30077326" sldId="299"/>
            <ac:graphicFrameMk id="2" creationId="{57BAAA0D-10FB-75CD-3071-B491398A053A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7-02T23:55:52.861" v="373" actId="20577"/>
          <ac:graphicFrameMkLst>
            <pc:docMk/>
            <pc:sldMk cId="30077326" sldId="299"/>
            <ac:graphicFrameMk id="20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7-02T23:55:38.809" v="370" actId="20577"/>
          <ac:graphicFrameMkLst>
            <pc:docMk/>
            <pc:sldMk cId="30077326" sldId="299"/>
            <ac:graphicFrameMk id="21" creationId="{00000000-0000-0000-0000-000000000000}"/>
          </ac:graphicFrameMkLst>
        </pc:graphicFrameChg>
      </pc:sldChg>
      <pc:sldChg chg="addSp delSp modSp mod">
        <pc:chgData name="Laura Patricia Galvan Chavez" userId="6b13af50-ce8b-483e-8fc4-f994efaf3289" providerId="ADAL" clId="{655D084B-7DF1-4C24-9447-417D7DC498B8}" dt="2026-07-02T23:48:46.697" v="363" actId="14100"/>
        <pc:sldMkLst>
          <pc:docMk/>
          <pc:sldMk cId="0" sldId="301"/>
        </pc:sldMkLst>
        <pc:graphicFrameChg chg="add del mod">
          <ac:chgData name="Laura Patricia Galvan Chavez" userId="6b13af50-ce8b-483e-8fc4-f994efaf3289" providerId="ADAL" clId="{655D084B-7DF1-4C24-9447-417D7DC498B8}" dt="2026-07-02T23:48:35.681" v="361" actId="478"/>
          <ac:graphicFrameMkLst>
            <pc:docMk/>
            <pc:sldMk cId="0" sldId="301"/>
            <ac:graphicFrameMk id="5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7-02T23:48:46.697" v="363" actId="14100"/>
          <ac:graphicFrameMkLst>
            <pc:docMk/>
            <pc:sldMk cId="0" sldId="301"/>
            <ac:graphicFrameMk id="6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6T19:06:17.019" v="161" actId="20577"/>
        <pc:sldMkLst>
          <pc:docMk/>
          <pc:sldMk cId="0" sldId="302"/>
        </pc:sldMkLst>
        <pc:spChg chg="mod">
          <ac:chgData name="Laura Patricia Galvan Chavez" userId="6b13af50-ce8b-483e-8fc4-f994efaf3289" providerId="ADAL" clId="{655D084B-7DF1-4C24-9447-417D7DC498B8}" dt="2026-06-26T19:06:17.019" v="161" actId="20577"/>
          <ac:spMkLst>
            <pc:docMk/>
            <pc:sldMk cId="0" sldId="302"/>
            <ac:spMk id="5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3:32:08.088" v="42" actId="1076"/>
          <ac:graphicFrameMkLst>
            <pc:docMk/>
            <pc:sldMk cId="0" sldId="302"/>
            <ac:graphicFrameMk id="11" creationId="{00000000-0000-0000-0000-000000000000}"/>
          </ac:graphicFrameMkLst>
        </pc:graphicFrameChg>
      </pc:sldChg>
      <pc:sldChg chg="addSp modSp mod">
        <pc:chgData name="Laura Patricia Galvan Chavez" userId="6b13af50-ce8b-483e-8fc4-f994efaf3289" providerId="ADAL" clId="{655D084B-7DF1-4C24-9447-417D7DC498B8}" dt="2026-06-26T19:06:08.580" v="159" actId="20577"/>
        <pc:sldMkLst>
          <pc:docMk/>
          <pc:sldMk cId="0" sldId="303"/>
        </pc:sldMkLst>
        <pc:spChg chg="mod">
          <ac:chgData name="Laura Patricia Galvan Chavez" userId="6b13af50-ce8b-483e-8fc4-f994efaf3289" providerId="ADAL" clId="{655D084B-7DF1-4C24-9447-417D7DC498B8}" dt="2026-06-26T19:06:08.580" v="159" actId="20577"/>
          <ac:spMkLst>
            <pc:docMk/>
            <pc:sldMk cId="0" sldId="303"/>
            <ac:spMk id="5" creationId="{00000000-0000-0000-0000-000000000000}"/>
          </ac:spMkLst>
        </pc:spChg>
        <pc:graphicFrameChg chg="add mod">
          <ac:chgData name="Laura Patricia Galvan Chavez" userId="6b13af50-ce8b-483e-8fc4-f994efaf3289" providerId="ADAL" clId="{655D084B-7DF1-4C24-9447-417D7DC498B8}" dt="2026-06-26T18:50:35.036" v="97" actId="1076"/>
          <ac:graphicFrameMkLst>
            <pc:docMk/>
            <pc:sldMk cId="0" sldId="303"/>
            <ac:graphicFrameMk id="13" creationId="{1FC2148F-A7B2-51BE-9494-6D5B46BB3595}"/>
          </ac:graphicFrameMkLst>
        </pc:graphicFrameChg>
      </pc:sldChg>
      <pc:sldChg chg="addSp delSp modSp mod">
        <pc:chgData name="Laura Patricia Galvan Chavez" userId="6b13af50-ce8b-483e-8fc4-f994efaf3289" providerId="ADAL" clId="{655D084B-7DF1-4C24-9447-417D7DC498B8}" dt="2026-06-26T19:05:23.138" v="135" actId="20577"/>
        <pc:sldMkLst>
          <pc:docMk/>
          <pc:sldMk cId="0" sldId="304"/>
        </pc:sldMkLst>
        <pc:spChg chg="mod">
          <ac:chgData name="Laura Patricia Galvan Chavez" userId="6b13af50-ce8b-483e-8fc4-f994efaf3289" providerId="ADAL" clId="{655D084B-7DF1-4C24-9447-417D7DC498B8}" dt="2026-06-26T18:54:03.888" v="115" actId="1076"/>
          <ac:spMkLst>
            <pc:docMk/>
            <pc:sldMk cId="0" sldId="304"/>
            <ac:spMk id="8" creationId="{00000000-0000-0000-0000-000000000000}"/>
          </ac:spMkLst>
        </pc:spChg>
        <pc:spChg chg="add mod">
          <ac:chgData name="Laura Patricia Galvan Chavez" userId="6b13af50-ce8b-483e-8fc4-f994efaf3289" providerId="ADAL" clId="{655D084B-7DF1-4C24-9447-417D7DC498B8}" dt="2026-06-26T19:05:23.138" v="135" actId="20577"/>
          <ac:spMkLst>
            <pc:docMk/>
            <pc:sldMk cId="0" sldId="304"/>
            <ac:spMk id="20" creationId="{F6D75E62-5D60-4C85-DB2B-DD7E5B4BFD64}"/>
          </ac:spMkLst>
        </pc:sp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0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1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2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3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4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5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54:03.888" v="115" actId="1076"/>
          <ac:graphicFrameMkLst>
            <pc:docMk/>
            <pc:sldMk cId="0" sldId="304"/>
            <ac:graphicFrameMk id="17" creationId="{00000000-0000-0000-0000-000000000000}"/>
          </ac:graphicFrameMkLst>
        </pc:graphicFrameChg>
        <pc:graphicFrameChg chg="add mod modGraphic">
          <ac:chgData name="Laura Patricia Galvan Chavez" userId="6b13af50-ce8b-483e-8fc4-f994efaf3289" providerId="ADAL" clId="{655D084B-7DF1-4C24-9447-417D7DC498B8}" dt="2026-06-26T18:54:10.646" v="116" actId="1076"/>
          <ac:graphicFrameMkLst>
            <pc:docMk/>
            <pc:sldMk cId="0" sldId="304"/>
            <ac:graphicFrameMk id="22" creationId="{7B81B1FC-5057-9E75-AACF-35921F0215BA}"/>
          </ac:graphicFrameMkLst>
        </pc:graphicFrameChg>
        <pc:graphicFrameChg chg="add mod">
          <ac:chgData name="Laura Patricia Galvan Chavez" userId="6b13af50-ce8b-483e-8fc4-f994efaf3289" providerId="ADAL" clId="{655D084B-7DF1-4C24-9447-417D7DC498B8}" dt="2026-06-26T18:54:15.828" v="117" actId="1076"/>
          <ac:graphicFrameMkLst>
            <pc:docMk/>
            <pc:sldMk cId="0" sldId="304"/>
            <ac:graphicFrameMk id="23" creationId="{65E29637-6E1F-E373-94C9-C621A08F53CD}"/>
          </ac:graphicFrameMkLst>
        </pc:graphicFrameChg>
        <pc:cxnChg chg="mod">
          <ac:chgData name="Laura Patricia Galvan Chavez" userId="6b13af50-ce8b-483e-8fc4-f994efaf3289" providerId="ADAL" clId="{655D084B-7DF1-4C24-9447-417D7DC498B8}" dt="2026-06-26T18:54:03.888" v="115" actId="1076"/>
          <ac:cxnSpMkLst>
            <pc:docMk/>
            <pc:sldMk cId="0" sldId="304"/>
            <ac:cxnSpMk id="9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6-26T19:05:36.362" v="146" actId="20577"/>
        <pc:sldMkLst>
          <pc:docMk/>
          <pc:sldMk cId="0" sldId="305"/>
        </pc:sldMkLst>
        <pc:spChg chg="mod">
          <ac:chgData name="Laura Patricia Galvan Chavez" userId="6b13af50-ce8b-483e-8fc4-f994efaf3289" providerId="ADAL" clId="{655D084B-7DF1-4C24-9447-417D7DC498B8}" dt="2026-06-26T19:05:36.362" v="146" actId="20577"/>
          <ac:spMkLst>
            <pc:docMk/>
            <pc:sldMk cId="0" sldId="305"/>
            <ac:spMk id="5" creationId="{00000000-0000-0000-0000-000000000000}"/>
          </ac:spMkLst>
        </pc:spChg>
      </pc:sldChg>
      <pc:sldChg chg="addSp delSp modSp mod">
        <pc:chgData name="Laura Patricia Galvan Chavez" userId="6b13af50-ce8b-483e-8fc4-f994efaf3289" providerId="ADAL" clId="{655D084B-7DF1-4C24-9447-417D7DC498B8}" dt="2026-06-26T19:05:46.071" v="157" actId="20577"/>
        <pc:sldMkLst>
          <pc:docMk/>
          <pc:sldMk cId="0" sldId="306"/>
        </pc:sldMkLst>
        <pc:spChg chg="mod">
          <ac:chgData name="Laura Patricia Galvan Chavez" userId="6b13af50-ce8b-483e-8fc4-f994efaf3289" providerId="ADAL" clId="{655D084B-7DF1-4C24-9447-417D7DC498B8}" dt="2026-06-26T19:05:46.071" v="157" actId="20577"/>
          <ac:spMkLst>
            <pc:docMk/>
            <pc:sldMk cId="0" sldId="306"/>
            <ac:spMk id="5" creationId="{00000000-0000-0000-0000-000000000000}"/>
          </ac:spMkLst>
        </pc:spChg>
        <pc:graphicFrameChg chg="add mod">
          <ac:chgData name="Laura Patricia Galvan Chavez" userId="6b13af50-ce8b-483e-8fc4-f994efaf3289" providerId="ADAL" clId="{655D084B-7DF1-4C24-9447-417D7DC498B8}" dt="2026-06-26T18:53:38.630" v="112" actId="1076"/>
          <ac:graphicFrameMkLst>
            <pc:docMk/>
            <pc:sldMk cId="0" sldId="306"/>
            <ac:graphicFrameMk id="16" creationId="{821033A3-463A-B323-6795-622176481D6A}"/>
          </ac:graphicFrameMkLst>
        </pc:graphicFrameChg>
        <pc:graphicFrameChg chg="add mod">
          <ac:chgData name="Laura Patricia Galvan Chavez" userId="6b13af50-ce8b-483e-8fc4-f994efaf3289" providerId="ADAL" clId="{655D084B-7DF1-4C24-9447-417D7DC498B8}" dt="2026-06-26T18:53:38.630" v="112" actId="1076"/>
          <ac:graphicFrameMkLst>
            <pc:docMk/>
            <pc:sldMk cId="0" sldId="306"/>
            <ac:graphicFrameMk id="17" creationId="{3B23CBB7-7E4D-FBA5-0CDE-F6B7FF4899ED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52:27.629" v="367" actId="1076"/>
        <pc:sldMkLst>
          <pc:docMk/>
          <pc:sldMk cId="0" sldId="307"/>
        </pc:sldMkLst>
        <pc:spChg chg="mod">
          <ac:chgData name="Laura Patricia Galvan Chavez" userId="6b13af50-ce8b-483e-8fc4-f994efaf3289" providerId="ADAL" clId="{655D084B-7DF1-4C24-9447-417D7DC498B8}" dt="2026-06-29T18:40:10.577" v="316" actId="20577"/>
          <ac:spMkLst>
            <pc:docMk/>
            <pc:sldMk cId="0" sldId="307"/>
            <ac:spMk id="3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2T23:52:27.629" v="367" actId="1076"/>
          <ac:graphicFrameMkLst>
            <pc:docMk/>
            <pc:sldMk cId="0" sldId="307"/>
            <ac:graphicFrameMk id="5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>
              <a:solidFill>
                <a:schemeClr val="bg1">
                  <a:lumMod val="95000"/>
                </a:schemeClr>
              </a:solidFill>
            </a:ln>
          </c:spPr>
          <c:dPt>
            <c:idx val="0"/>
            <c:bubble3D val="0"/>
            <c:spPr>
              <a:solidFill>
                <a:srgbClr val="691C32"/>
              </a:solidFill>
              <a:ln>
                <a:solidFill>
                  <a:schemeClr val="bg1">
                    <a:lumMod val="9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31C-4B3A-92B1-9C1DBFE355C6}"/>
              </c:ext>
            </c:extLst>
          </c:dPt>
          <c:dPt>
            <c:idx val="1"/>
            <c:bubble3D val="0"/>
            <c:spPr>
              <a:solidFill>
                <a:srgbClr val="BC955C"/>
              </a:solidFill>
              <a:ln>
                <a:solidFill>
                  <a:schemeClr val="bg1">
                    <a:lumMod val="9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31C-4B3A-92B1-9C1DBFE355C6}"/>
              </c:ext>
            </c:extLst>
          </c:dPt>
          <c:dPt>
            <c:idx val="2"/>
            <c:bubble3D val="0"/>
            <c:spPr>
              <a:solidFill>
                <a:srgbClr val="9E9E9E"/>
              </a:solidFill>
              <a:ln>
                <a:solidFill>
                  <a:schemeClr val="bg1">
                    <a:lumMod val="9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31C-4B3A-92B1-9C1DBFE355C6}"/>
              </c:ext>
            </c:extLst>
          </c:dPt>
          <c:dPt>
            <c:idx val="3"/>
            <c:bubble3D val="0"/>
            <c:spPr>
              <a:solidFill>
                <a:srgbClr val="006455"/>
              </a:solidFill>
              <a:ln>
                <a:solidFill>
                  <a:schemeClr val="bg1">
                    <a:lumMod val="9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31C-4B3A-92B1-9C1DBFE355C6}"/>
              </c:ext>
            </c:extLst>
          </c:dPt>
          <c:dPt>
            <c:idx val="4"/>
            <c:bubble3D val="0"/>
            <c:spPr>
              <a:solidFill>
                <a:schemeClr val="tx2"/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31C-4B3A-92B1-9C1DBFE355C6}"/>
              </c:ext>
            </c:extLst>
          </c:dPt>
          <c:cat>
            <c:strRef>
              <c:f>Sheet1!$A$2:$A$6</c:f>
              <c:strCache>
                <c:ptCount val="5"/>
                <c:pt idx="0">
                  <c:v>ISSSTE</c:v>
                </c:pt>
                <c:pt idx="1">
                  <c:v>IMSS-BIENESTAR</c:v>
                </c:pt>
                <c:pt idx="2">
                  <c:v>Otros</c:v>
                </c:pt>
                <c:pt idx="3">
                  <c:v>IMSS</c:v>
                </c:pt>
                <c:pt idx="4">
                  <c:v>IMSS Coplamar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617421</c:v>
                </c:pt>
                <c:pt idx="1">
                  <c:v>1662515</c:v>
                </c:pt>
                <c:pt idx="2">
                  <c:v>13388</c:v>
                </c:pt>
                <c:pt idx="3">
                  <c:v>1651256</c:v>
                </c:pt>
                <c:pt idx="4">
                  <c:v>1144803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1C-4B3A-92B1-9C1DBFE35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08A-415C-8E78-3DC826FED0A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08A-415C-8E78-3DC826FED0A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41.409119520782461</c:v>
                </c:pt>
                <c:pt idx="1">
                  <c:v>58.590880479217539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8A-415C-8E78-3DC826FED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BDF-4C36-9A39-411AC468E090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BDF-4C36-9A39-411AC468E090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10.597694391999999</c:v>
                </c:pt>
                <c:pt idx="1">
                  <c:v>89.402305608000006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DF-4C36-9A39-411AC468E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039-4F1A-AD7C-36E105D2F29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039-4F1A-AD7C-36E105D2F29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43.526037287967952</c:v>
                </c:pt>
                <c:pt idx="1">
                  <c:v>56.473962712032048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39-4F1A-AD7C-36E105D2F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79-46E0-8E65-09CF44145974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279-46E0-8E65-09CF44145974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42.157409238847031</c:v>
                </c:pt>
                <c:pt idx="1">
                  <c:v>57.842590761152969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79-46E0-8E65-09CF441459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7F40-4344-AFE4-D194F3F6797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105</c:v>
                </c:pt>
                <c:pt idx="2">
                  <c:v>102</c:v>
                </c:pt>
                <c:pt idx="3">
                  <c:v>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F40-4344-AFE4-D194F3F6797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Agricultura, Ganaderia, Silvicultura, Pesca y Caza</c:v>
                </c:pt>
                <c:pt idx="3">
                  <c:v>Industrias de la Transformación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2074</c:v>
                </c:pt>
                <c:pt idx="1">
                  <c:v>70776</c:v>
                </c:pt>
                <c:pt idx="2">
                  <c:v>54920</c:v>
                </c:pt>
                <c:pt idx="3">
                  <c:v>80269</c:v>
                </c:pt>
                <c:pt idx="4">
                  <c:v>121555</c:v>
                </c:pt>
                <c:pt idx="5">
                  <c:v>101917</c:v>
                </c:pt>
                <c:pt idx="6">
                  <c:v>5535</c:v>
                </c:pt>
                <c:pt idx="7">
                  <c:v>24889</c:v>
                </c:pt>
                <c:pt idx="8">
                  <c:v>31083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EC5-4443-8D9C-3A365E5428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Agricultura, Ganaderia, Silvicultura, Pesca y Caza</c:v>
                </c:pt>
                <c:pt idx="3">
                  <c:v>Industrias de la Transformación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1867</c:v>
                </c:pt>
                <c:pt idx="1">
                  <c:v>64113</c:v>
                </c:pt>
                <c:pt idx="2">
                  <c:v>52386</c:v>
                </c:pt>
                <c:pt idx="3">
                  <c:v>80940</c:v>
                </c:pt>
                <c:pt idx="4">
                  <c:v>123056</c:v>
                </c:pt>
                <c:pt idx="5">
                  <c:v>103218</c:v>
                </c:pt>
                <c:pt idx="6">
                  <c:v>5635</c:v>
                </c:pt>
                <c:pt idx="7">
                  <c:v>27008</c:v>
                </c:pt>
                <c:pt idx="8">
                  <c:v>34256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EC5-4443-8D9C-3A365E542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438758</c:v>
                </c:pt>
                <c:pt idx="1">
                  <c:v>450760</c:v>
                </c:pt>
                <c:pt idx="2">
                  <c:v>450380</c:v>
                </c:pt>
                <c:pt idx="3">
                  <c:v>455820</c:v>
                </c:pt>
                <c:pt idx="4">
                  <c:v>461382</c:v>
                </c:pt>
                <c:pt idx="5">
                  <c:v>477373</c:v>
                </c:pt>
                <c:pt idx="6">
                  <c:v>482985</c:v>
                </c:pt>
                <c:pt idx="7">
                  <c:v>493018</c:v>
                </c:pt>
                <c:pt idx="8">
                  <c:v>492479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834-4393-A7A2-9B4EECD70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chart" Target="../charts/chart6.xml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Michoacán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" name="Google Shape;66;p15">
            <a:extLst>
              <a:ext uri="{FF2B5EF4-FFF2-40B4-BE49-F238E27FC236}">
                <a16:creationId xmlns:a16="http://schemas.microsoft.com/office/drawing/2014/main" id="{9F9D20C6-9399-3E97-BBF0-B35E34EE5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561581"/>
              </p:ext>
            </p:extLst>
          </p:nvPr>
        </p:nvGraphicFramePr>
        <p:xfrm>
          <a:off x="871163" y="2846600"/>
          <a:ext cx="4810350" cy="66402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8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Enrique Gutiérrez González 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Pediatra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mayo de 2026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577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Sociales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M. en C. Héctor Vargas Ortíz 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Administración de Empresas 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junio de 2021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Carlos Alberto Meza Gallegos 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Administración de Empresas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enero de 2023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36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Juan José Hernández Jiménez 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Administración de Empresas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enero de 2024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497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 Finanzas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Carlos Iván Cruz Hurtado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Contaduría Pública 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enero de 2021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9497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Pedro Rodolfo Aragón Avedoy 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Adminitración Pública 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mayo de 2026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Arturo Yahvé Ayala Hurtado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Derecho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diciembre de 2025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64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VII 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465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Simbad Solorio Vargas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Familiar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 16 abril 2026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465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Google Shape;67;p15">
            <a:extLst>
              <a:ext uri="{FF2B5EF4-FFF2-40B4-BE49-F238E27FC236}">
                <a16:creationId xmlns:a16="http://schemas.microsoft.com/office/drawing/2014/main" id="{6308F9C9-33AC-5D39-E1A2-C699E33409DF}"/>
              </a:ext>
            </a:extLst>
          </p:cNvPr>
          <p:cNvSpPr/>
          <p:nvPr/>
        </p:nvSpPr>
        <p:spPr>
          <a:xfrm>
            <a:off x="0" y="571500"/>
            <a:ext cx="7772400" cy="228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9;p15">
            <a:extLst>
              <a:ext uri="{FF2B5EF4-FFF2-40B4-BE49-F238E27FC236}">
                <a16:creationId xmlns:a16="http://schemas.microsoft.com/office/drawing/2014/main" id="{DDF9002C-046E-AD5F-2DF6-DBB4181AC462}"/>
              </a:ext>
            </a:extLst>
          </p:cNvPr>
          <p:cNvSpPr txBox="1"/>
          <p:nvPr/>
        </p:nvSpPr>
        <p:spPr>
          <a:xfrm>
            <a:off x="2578250" y="704100"/>
            <a:ext cx="3998400" cy="15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 Miguel Ángel Van Dick Puga</a:t>
            </a:r>
            <a:endParaRPr sz="13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0000" marR="0" lvl="0" indent="-146051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 y partero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0000" marR="0" lvl="0" indent="-146051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Doctorado en Ciencias de la Salud con Orientación en Ciencias Sociales 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</a:t>
            </a:r>
            <a:r>
              <a:rPr lang="es" sz="1300" b="0" i="0" u="none" strike="noStrike" cap="none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01 de julio de 2023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Fue titular del OOAD Quintana Roo (2022-2023)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Google Shape;70;p15">
            <a:extLst>
              <a:ext uri="{FF2B5EF4-FFF2-40B4-BE49-F238E27FC236}">
                <a16:creationId xmlns:a16="http://schemas.microsoft.com/office/drawing/2014/main" id="{F177007D-0042-6C14-FEFD-99A3BA95D6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725" y="649956"/>
            <a:ext cx="1702675" cy="196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3;p15">
            <a:extLst>
              <a:ext uri="{FF2B5EF4-FFF2-40B4-BE49-F238E27FC236}">
                <a16:creationId xmlns:a16="http://schemas.microsoft.com/office/drawing/2014/main" id="{53DF823B-13AE-545F-45A8-FDBB576B39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1200" y="3598261"/>
            <a:ext cx="737250" cy="8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3D6DEBDF-DB8F-DDAA-4082-B2D1772A61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1200" y="4482249"/>
            <a:ext cx="737250" cy="6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5;p15">
            <a:extLst>
              <a:ext uri="{FF2B5EF4-FFF2-40B4-BE49-F238E27FC236}">
                <a16:creationId xmlns:a16="http://schemas.microsoft.com/office/drawing/2014/main" id="{A9E03A4E-6446-475B-EB8B-9F121939D55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3565" y="5214501"/>
            <a:ext cx="737250" cy="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6;p15">
            <a:extLst>
              <a:ext uri="{FF2B5EF4-FFF2-40B4-BE49-F238E27FC236}">
                <a16:creationId xmlns:a16="http://schemas.microsoft.com/office/drawing/2014/main" id="{93B7D206-8F4E-13F6-9AE7-B16F9CE5B7D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51200" y="6289275"/>
            <a:ext cx="737250" cy="8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AA26A4-5D88-FAA3-FDD6-433BEE68B0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1201" y="2813833"/>
            <a:ext cx="729614" cy="82081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4A927A7-65F3-0E14-4966-C67F4CD1C3E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3274"/>
          <a:stretch>
            <a:fillRect/>
          </a:stretch>
        </p:blipFill>
        <p:spPr>
          <a:xfrm>
            <a:off x="5585646" y="7219625"/>
            <a:ext cx="737250" cy="81893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E687F8F-EDE5-85A8-9145-29C186A5E59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7862"/>
          <a:stretch>
            <a:fillRect/>
          </a:stretch>
        </p:blipFill>
        <p:spPr>
          <a:xfrm>
            <a:off x="5585646" y="8054946"/>
            <a:ext cx="737250" cy="8189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ED85E1F-2C49-0ACF-DD74-B0C91C6F30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979" t="33370" r="3146" b="21570"/>
          <a:stretch>
            <a:fillRect/>
          </a:stretch>
        </p:blipFill>
        <p:spPr>
          <a:xfrm>
            <a:off x="5585646" y="8828891"/>
            <a:ext cx="737250" cy="67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55%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512482"/>
              </p:ext>
            </p:extLst>
          </p:nvPr>
        </p:nvGraphicFramePr>
        <p:xfrm>
          <a:off x="2207758" y="10746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471495" y="1249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617,421</a:t>
            </a:r>
            <a:br>
              <a:rPr/>
            </a:br>
            <a:r>
              <a:t>12%</a:t>
            </a:r>
          </a:p>
        </p:txBody>
      </p:sp>
      <p:pic>
        <p:nvPicPr>
          <p:cNvPr id="119" name="Picture 118" descr="iss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269" y="1249200"/>
            <a:ext cx="1437091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904265" y="1430661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80839" y="339181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1,662,515</a:t>
            </a:r>
            <a:br>
              <a:rPr/>
            </a:br>
            <a:r>
              <a:t>33%</a:t>
            </a:r>
          </a:p>
        </p:txBody>
      </p:sp>
      <p:pic>
        <p:nvPicPr>
          <p:cNvPr id="122" name="Picture 121" descr="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1369" y="3362400"/>
            <a:ext cx="124703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104595" y="3534301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905565" y="416897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13,388</a:t>
            </a:r>
            <a:br>
              <a:rPr/>
            </a:br>
            <a:r>
              <a:t>0.26%</a:t>
            </a:r>
          </a:p>
        </p:txBody>
      </p:sp>
      <p:pic>
        <p:nvPicPr>
          <p:cNvPr id="125" name="Picture 124" descr="otro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1865" y="4198043"/>
            <a:ext cx="468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378665" y="4329915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49350" y="364381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1,651,256</a:t>
            </a:r>
            <a:br>
              <a:rPr/>
            </a:br>
            <a:r>
              <a:t>32%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3865" y="3611091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508317" y="3754461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04298" y="14418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1,144,803</a:t>
            </a:r>
            <a:br>
              <a:rPr/>
            </a:br>
            <a:r>
              <a:t>22%</a:t>
            </a:r>
          </a:p>
        </p:txBody>
      </p:sp>
      <p:pic>
        <p:nvPicPr>
          <p:cNvPr id="131" name="Picture 130" descr="imss_coplam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4438" y="1367500"/>
            <a:ext cx="586036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2438679" y="1553061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5,089,383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1,502,653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1,651,256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818,523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953,618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447,924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492,479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248,008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250,351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684,130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697,638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253,031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280,271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922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11,270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14,998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6_m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988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85012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  <a:r>
                        <a:rPr lang="es-MX" baseline="30000"/>
                        <a:t>2</a:t>
                      </a:r>
                      <a:endParaRPr baseline="3000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39 UMF, 7 UMFH, 1 UMF-UMAA y no incluye 17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5;g3d0b4d3c5c9_0_28">
            <a:extLst>
              <a:ext uri="{FF2B5EF4-FFF2-40B4-BE49-F238E27FC236}">
                <a16:creationId xmlns:a16="http://schemas.microsoft.com/office/drawing/2014/main" id="{1F025F07-2D21-624A-9DBA-04CFE6579F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50809"/>
          <a:stretch/>
        </p:blipFill>
        <p:spPr>
          <a:xfrm>
            <a:off x="405622" y="2113793"/>
            <a:ext cx="2852708" cy="1776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67;g3d0b4d3c5c9_0_28">
            <a:extLst>
              <a:ext uri="{FF2B5EF4-FFF2-40B4-BE49-F238E27FC236}">
                <a16:creationId xmlns:a16="http://schemas.microsoft.com/office/drawing/2014/main" id="{715CDBFD-3BB3-40B5-2C33-FF2DD0411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664260"/>
              </p:ext>
            </p:extLst>
          </p:nvPr>
        </p:nvGraphicFramePr>
        <p:xfrm>
          <a:off x="288000" y="1191600"/>
          <a:ext cx="719870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</a:t>
                      </a:r>
                      <a:r>
                        <a:rPr lang="es" sz="16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Zacapu</a:t>
                      </a:r>
                      <a:r>
                        <a:rPr lang="es" sz="16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lang="es" sz="1600" b="1" err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Michoacá</a:t>
                      </a:r>
                      <a:r>
                        <a:rPr lang="es" sz="16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n</a:t>
                      </a:r>
                      <a:endParaRPr sz="16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7B6CE384-662F-6276-536E-81BB996C8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535" y="2002185"/>
            <a:ext cx="4023948" cy="198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521809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Capacidad</a:t>
            </a:r>
            <a:r>
              <a:t> </a:t>
            </a:r>
            <a:r>
              <a:rPr err="1"/>
              <a:t>médica</a:t>
            </a:r>
            <a:r>
              <a:t> </a:t>
            </a:r>
            <a:r>
              <a:rPr err="1"/>
              <a:t>instalada</a:t>
            </a:r>
            <a:r>
              <a:rPr lang="es-MX"/>
              <a:t> (1 de 2)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mich_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00" y="4694784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72581"/>
              </p:ext>
            </p:extLst>
          </p:nvPr>
        </p:nvGraphicFramePr>
        <p:xfrm>
          <a:off x="56628" y="5820026"/>
          <a:ext cx="7650000" cy="326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3416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187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118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527099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Capacidad</a:t>
            </a:r>
            <a:r>
              <a:t> </a:t>
            </a:r>
            <a:r>
              <a:rPr err="1"/>
              <a:t>médica</a:t>
            </a:r>
            <a:r>
              <a:t> </a:t>
            </a:r>
            <a:r>
              <a:rPr err="1"/>
              <a:t>instalada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758273"/>
              </p:ext>
            </p:extLst>
          </p:nvPr>
        </p:nvGraphicFramePr>
        <p:xfrm>
          <a:off x="56628" y="1501057"/>
          <a:ext cx="7650000" cy="5499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7145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</a:t>
                      </a:r>
                      <a:r>
                        <a:rPr err="1"/>
                        <a:t>censables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4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Ario de Rosales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4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Paracho de Verduzco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51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Hospital Rural Oportunidades 33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4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Huetamo de Núñez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51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Coalcomán de Vázquez Pallares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4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Villamar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04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Buenavista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048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048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1,178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DAC4FF54-FD2E-9C3D-8AAA-7180436BC9AA}"/>
              </a:ext>
            </a:extLst>
          </p:cNvPr>
          <p:cNvGrpSpPr/>
          <p:nvPr/>
        </p:nvGrpSpPr>
        <p:grpSpPr>
          <a:xfrm>
            <a:off x="0" y="5259537"/>
            <a:ext cx="7772400" cy="3561730"/>
            <a:chOff x="0" y="5226867"/>
            <a:chExt cx="7772400" cy="3561730"/>
          </a:xfrm>
        </p:grpSpPr>
        <p:pic>
          <p:nvPicPr>
            <p:cNvPr id="2" name="Google Shape;220;g3d635d120e2_2_8" title="HGZ 86 URUAPAN.jpg">
              <a:extLst>
                <a:ext uri="{FF2B5EF4-FFF2-40B4-BE49-F238E27FC236}">
                  <a16:creationId xmlns:a16="http://schemas.microsoft.com/office/drawing/2014/main" id="{DD614EFC-44AF-FF0E-63F7-44A85291A7D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715313" y="6007274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0" name="Google Shape;222;g3d635d120e2_2_8">
              <a:extLst>
                <a:ext uri="{FF2B5EF4-FFF2-40B4-BE49-F238E27FC236}">
                  <a16:creationId xmlns:a16="http://schemas.microsoft.com/office/drawing/2014/main" id="{902FC935-D3A7-BEC0-D71F-1683265EFB70}"/>
                </a:ext>
              </a:extLst>
            </p:cNvPr>
            <p:cNvSpPr/>
            <p:nvPr/>
          </p:nvSpPr>
          <p:spPr>
            <a:xfrm>
              <a:off x="1137854" y="7583478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223;g3d635d120e2_2_8">
              <a:extLst>
                <a:ext uri="{FF2B5EF4-FFF2-40B4-BE49-F238E27FC236}">
                  <a16:creationId xmlns:a16="http://schemas.microsoft.com/office/drawing/2014/main" id="{FED9923E-DFB4-6C3E-E6A1-5669AD6FC02C}"/>
                </a:ext>
              </a:extLst>
            </p:cNvPr>
            <p:cNvSpPr/>
            <p:nvPr/>
          </p:nvSpPr>
          <p:spPr>
            <a:xfrm>
              <a:off x="715322" y="7583467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2" name="Google Shape;224;g3d635d120e2_2_8">
              <a:extLst>
                <a:ext uri="{FF2B5EF4-FFF2-40B4-BE49-F238E27FC236}">
                  <a16:creationId xmlns:a16="http://schemas.microsoft.com/office/drawing/2014/main" id="{7E3AD75F-29E3-1CF6-9E94-4414FE5EE7D7}"/>
                </a:ext>
              </a:extLst>
            </p:cNvPr>
            <p:cNvSpPr/>
            <p:nvPr/>
          </p:nvSpPr>
          <p:spPr>
            <a:xfrm>
              <a:off x="4278797" y="7569600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" name="Google Shape;225;g3d635d120e2_2_8">
              <a:extLst>
                <a:ext uri="{FF2B5EF4-FFF2-40B4-BE49-F238E27FC236}">
                  <a16:creationId xmlns:a16="http://schemas.microsoft.com/office/drawing/2014/main" id="{F8372CA4-864B-6EC8-0595-001C54A33360}"/>
                </a:ext>
              </a:extLst>
            </p:cNvPr>
            <p:cNvSpPr/>
            <p:nvPr/>
          </p:nvSpPr>
          <p:spPr>
            <a:xfrm>
              <a:off x="4737004" y="7569600"/>
              <a:ext cx="2038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" name="Google Shape;227;g3d635d120e2_2_8">
              <a:extLst>
                <a:ext uri="{FF2B5EF4-FFF2-40B4-BE49-F238E27FC236}">
                  <a16:creationId xmlns:a16="http://schemas.microsoft.com/office/drawing/2014/main" id="{2CCB841C-8E7B-AB40-20DE-37F14533EC1C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56529" y="6007274"/>
              <a:ext cx="2471605" cy="1562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33;g3d635d120e2_2_8">
              <a:extLst>
                <a:ext uri="{FF2B5EF4-FFF2-40B4-BE49-F238E27FC236}">
                  <a16:creationId xmlns:a16="http://schemas.microsoft.com/office/drawing/2014/main" id="{9A2C4B83-0440-C178-7838-DD368F53CEAE}"/>
                </a:ext>
              </a:extLst>
            </p:cNvPr>
            <p:cNvSpPr txBox="1"/>
            <p:nvPr/>
          </p:nvSpPr>
          <p:spPr>
            <a:xfrm>
              <a:off x="0" y="522686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F3FD006-5AC7-7105-673A-269ABE86F2D4}"/>
                </a:ext>
              </a:extLst>
            </p:cNvPr>
            <p:cNvSpPr txBox="1"/>
            <p:nvPr/>
          </p:nvSpPr>
          <p:spPr>
            <a:xfrm>
              <a:off x="1137854" y="7994603"/>
              <a:ext cx="15273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</a:p>
            <a:p>
              <a:pPr>
                <a:buNone/>
              </a:pPr>
              <a:r>
                <a:rPr lang="es-MX" b="1">
                  <a:solidFill>
                    <a:srgbClr val="595959"/>
                  </a:solidFill>
                  <a:latin typeface="Montserrat" panose="00000500000000000000" pitchFamily="2" charset="0"/>
                </a:rPr>
                <a:t>$4.3 </a:t>
              </a:r>
              <a:r>
                <a:rPr lang="es-MX" b="1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endParaRPr lang="es-MX" b="1">
                <a:latin typeface="Montserrat" panose="00000500000000000000" pitchFamily="2" charset="0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80187D2-D5DB-5C35-C6E2-EC4CD238A207}"/>
                </a:ext>
              </a:extLst>
            </p:cNvPr>
            <p:cNvSpPr txBox="1"/>
            <p:nvPr/>
          </p:nvSpPr>
          <p:spPr>
            <a:xfrm>
              <a:off x="4787543" y="8049933"/>
              <a:ext cx="152731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  <a:endParaRPr lang="es-MX" b="0">
                <a:effectLst/>
                <a:latin typeface="Montserrat" panose="00000500000000000000" pitchFamily="2" charset="0"/>
              </a:endParaRPr>
            </a:p>
            <a:p>
              <a:pPr marR="63500"/>
              <a:r>
                <a:rPr lang="es-MX" b="1">
                  <a:solidFill>
                    <a:srgbClr val="595959"/>
                  </a:solidFill>
                  <a:latin typeface="Montserrat" panose="00000500000000000000" pitchFamily="2" charset="0"/>
                </a:rPr>
                <a:t>$38.2 </a:t>
              </a:r>
              <a:r>
                <a:rPr lang="es-MX" b="1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br>
                <a:rPr lang="es-MX">
                  <a:solidFill>
                    <a:srgbClr val="595959"/>
                  </a:solidFill>
                  <a:latin typeface="Montserrat" panose="00000500000000000000" pitchFamily="2" charset="0"/>
                </a:rPr>
              </a:br>
              <a:endParaRPr lang="es-MX">
                <a:solidFill>
                  <a:srgbClr val="595959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456330"/>
              </p:ext>
            </p:extLst>
          </p:nvPr>
        </p:nvGraphicFramePr>
        <p:xfrm>
          <a:off x="93600" y="1180800"/>
          <a:ext cx="75347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96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34617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DE7BE87-5A78-D635-27A7-F00B42CFF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2551D3D-350D-F5FD-A51A-86F44C0970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D9E3FE5-59FF-D04C-6FCE-9A1C9A1FCA73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6C05BA-6161-DF12-DA3D-3B514476A8D8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67CB526-4F3B-0BEA-451C-ED7095F6015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BD4A75F2-7FCC-DAEA-7F86-0E639D1DC1F1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B5C7009C-EDBC-EED1-CB3C-53F6661015A8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+11,923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+275,897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+279,755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2,861,066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275,897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1,319,341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2,868,528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820,410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279,755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396,063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909,945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48,494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11,923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23,445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55,613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Puruaran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Infiernillo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Taretán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20 Pátzcuaro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Sahuayo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Cd.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Jiquilpan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Tancitaro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Purepero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Zinapécuaro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Mineral Angangeo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Nvo. Urecho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Jungapeo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Nva. Italia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Tepalcatepec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Coalcomán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La Huacana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Villa Madero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Tuzantla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Churumuco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Cuitzeo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Maravatio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Villa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Huetamo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Sta. Clara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Cotija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La Mira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Tlalpujahua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Quiroga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Yurecuaro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Tacámbaro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515,110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48,441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239,459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578,276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54017"/>
              </p:ext>
            </p:extLst>
          </p:nvPr>
        </p:nvGraphicFramePr>
        <p:xfrm>
          <a:off x="4651200" y="75492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51200" y="818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1200" y="916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85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578,276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adroTexto 196">
            <a:extLst>
              <a:ext uri="{FF2B5EF4-FFF2-40B4-BE49-F238E27FC236}">
                <a16:creationId xmlns:a16="http://schemas.microsoft.com/office/drawing/2014/main" id="{4133803A-5103-23E0-3F33-B7C41730ED27}"/>
              </a:ext>
            </a:extLst>
          </p:cNvPr>
          <p:cNvSpPr txBox="1"/>
          <p:nvPr/>
        </p:nvSpPr>
        <p:spPr>
          <a:xfrm>
            <a:off x="4047864" y="589205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4 Nueva UMTC con   4 consultorios</a:t>
            </a:r>
          </a:p>
        </p:txBody>
      </p:sp>
      <p:graphicFrame>
        <p:nvGraphicFramePr>
          <p:cNvPr id="198" name="Tabla 197">
            <a:extLst>
              <a:ext uri="{FF2B5EF4-FFF2-40B4-BE49-F238E27FC236}">
                <a16:creationId xmlns:a16="http://schemas.microsoft.com/office/drawing/2014/main" id="{ADE1AF86-E3E5-428E-6FB4-342E1D654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08983"/>
              </p:ext>
            </p:extLst>
          </p:nvPr>
        </p:nvGraphicFramePr>
        <p:xfrm>
          <a:off x="4651660" y="7107476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UMFH 20 Pátzcuaro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5 Sahuayo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La Mira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Cd Hidalgo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99" name="TextBox 19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(51 consultorios)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147600" y="9532800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</a:t>
            </a:r>
            <a:r>
              <a:rPr err="1"/>
              <a:t>el</a:t>
            </a:r>
            <a:r>
              <a:t> </a:t>
            </a:r>
            <a:r>
              <a:rPr err="1"/>
              <a:t>año</a:t>
            </a:r>
            <a:r>
              <a:t> 2025 no </a:t>
            </a:r>
            <a:r>
              <a:rPr err="1"/>
              <a:t>incluye</a:t>
            </a:r>
            <a:r>
              <a:t> </a:t>
            </a:r>
            <a:r>
              <a:rPr err="1"/>
              <a:t>información</a:t>
            </a:r>
            <a:r>
              <a:t> de HR y UMR.</a:t>
            </a:r>
            <a:br>
              <a:rPr/>
            </a:br>
            <a:r>
              <a:t>No </a:t>
            </a:r>
            <a:r>
              <a:rPr err="1"/>
              <a:t>incluye</a:t>
            </a:r>
            <a:r>
              <a:t>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Familiar, </a:t>
            </a:r>
            <a:r>
              <a:rPr err="1"/>
              <a:t>ni</a:t>
            </a:r>
            <a:r>
              <a:t> </a:t>
            </a:r>
            <a:r>
              <a:rPr err="1"/>
              <a:t>hospitales</a:t>
            </a:r>
            <a:r>
              <a:t> con </a:t>
            </a:r>
            <a:r>
              <a:rPr err="1"/>
              <a:t>servicio</a:t>
            </a:r>
            <a:r>
              <a:t> de </a:t>
            </a:r>
            <a:r>
              <a:rPr err="1"/>
              <a:t>medicina</a:t>
            </a:r>
            <a:r>
              <a:t> familiar.</a:t>
            </a:r>
            <a:br>
              <a:rPr/>
            </a:br>
            <a:r>
              <a:t>El </a:t>
            </a:r>
            <a:r>
              <a:rPr err="1"/>
              <a:t>año</a:t>
            </a:r>
            <a:r>
              <a:t> de </a:t>
            </a:r>
            <a:r>
              <a:rPr err="1"/>
              <a:t>proceso</a:t>
            </a:r>
            <a:r>
              <a:t> </a:t>
            </a:r>
            <a:r>
              <a:rPr err="1"/>
              <a:t>inicia</a:t>
            </a:r>
            <a:r>
              <a:t> del 26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anterior al 25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curso</a:t>
            </a:r>
            <a:r>
              <a:t>: 2025 (del 26 de </a:t>
            </a:r>
            <a:r>
              <a:rPr lang="es-MX"/>
              <a:t>d</a:t>
            </a:r>
            <a:r>
              <a:rPr err="1"/>
              <a:t>ic</a:t>
            </a:r>
            <a:r>
              <a:t> de 2024 al 25 de </a:t>
            </a:r>
            <a:r>
              <a:rPr lang="es-MX"/>
              <a:t>d</a:t>
            </a:r>
            <a:r>
              <a:rPr err="1"/>
              <a:t>ic</a:t>
            </a:r>
            <a:r>
              <a:t> de 2025).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Semana 24, 7 </a:t>
            </a:r>
            <a:r>
              <a:rPr err="1"/>
              <a:t>junio</a:t>
            </a:r>
            <a:r>
              <a:t> 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08206" y="5865361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(227,857 consultas)</a:t>
            </a:r>
          </a:p>
        </p:txBody>
      </p:sp>
      <p:graphicFrame>
        <p:nvGraphicFramePr>
          <p:cNvPr id="206" name="Table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74823"/>
              </p:ext>
            </p:extLst>
          </p:nvPr>
        </p:nvGraphicFramePr>
        <p:xfrm>
          <a:off x="149400" y="2035318"/>
          <a:ext cx="7473599" cy="326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80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391,785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173,776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18 Zitácuaro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21,955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Jacona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64,281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28,469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Guacamayas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77 La Piedad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143,865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65,858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76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142,311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15,486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66,798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Lázaro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73,866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35,533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64 Puruandiro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75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319,790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141,450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81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208,591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96,736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82 Zamora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89,069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84 Tacícuaro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145,731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17,569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68,622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85 Tarimbaro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70,097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9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1,976,857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179,987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903,761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1,928,028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07" name="Chart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449907"/>
              </p:ext>
            </p:extLst>
          </p:nvPr>
        </p:nvGraphicFramePr>
        <p:xfrm>
          <a:off x="353006" y="5832961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353006" y="6480127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772962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40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39,841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143,444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39,146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109,185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36,861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75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820,410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279,755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396,063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909,945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62460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9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8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624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909,945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8041134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40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75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48,494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11,923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23,445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55,613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889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6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75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88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55,613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279 en Hospitales, 0 en sede, 47 en UMF y 81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55578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rPr lang="es-MX"/>
              <a:t> (1 de 6)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731998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731998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54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0547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 (</a:t>
            </a:r>
            <a:r>
              <a:rPr lang="es-MX"/>
              <a:t>2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513073"/>
              </p:ext>
            </p:extLst>
          </p:nvPr>
        </p:nvGraphicFramePr>
        <p:xfrm>
          <a:off x="324000" y="5716061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0707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 (</a:t>
            </a:r>
            <a:r>
              <a:rPr lang="es-MX"/>
              <a:t>3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Ario de Rosales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Buenavista Tomatlán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Coalcomán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Huetamo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133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Paracho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133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Tuxpan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1FC2148F-A7B2-51BE-9494-6D5B46BB3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632396"/>
              </p:ext>
            </p:extLst>
          </p:nvPr>
        </p:nvGraphicFramePr>
        <p:xfrm>
          <a:off x="324000" y="7248855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Villamar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</a:t>
            </a:r>
            <a:r>
              <a:rPr err="1"/>
              <a:t>especialistas</a:t>
            </a:r>
            <a:r>
              <a:t> </a:t>
            </a:r>
            <a:r>
              <a:rPr err="1"/>
              <a:t>contratados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el</a:t>
            </a:r>
            <a:r>
              <a:t>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579" y="5342791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579" y="5738791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50257"/>
              </p:ext>
            </p:extLst>
          </p:nvPr>
        </p:nvGraphicFramePr>
        <p:xfrm>
          <a:off x="182579" y="5810791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Medicina Fam 72 (Yurécuaro)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50161"/>
              </p:ext>
            </p:extLst>
          </p:nvPr>
        </p:nvGraphicFramePr>
        <p:xfrm>
          <a:off x="3782579" y="5810791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43476"/>
              </p:ext>
            </p:extLst>
          </p:nvPr>
        </p:nvGraphicFramePr>
        <p:xfrm>
          <a:off x="373648" y="679883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90337"/>
              </p:ext>
            </p:extLst>
          </p:nvPr>
        </p:nvGraphicFramePr>
        <p:xfrm>
          <a:off x="3973648" y="679883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65511"/>
              </p:ext>
            </p:extLst>
          </p:nvPr>
        </p:nvGraphicFramePr>
        <p:xfrm>
          <a:off x="373648" y="769883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73625"/>
              </p:ext>
            </p:extLst>
          </p:nvPr>
        </p:nvGraphicFramePr>
        <p:xfrm>
          <a:off x="3973648" y="769883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276541"/>
              </p:ext>
            </p:extLst>
          </p:nvPr>
        </p:nvGraphicFramePr>
        <p:xfrm>
          <a:off x="373648" y="859883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940439"/>
              </p:ext>
            </p:extLst>
          </p:nvPr>
        </p:nvGraphicFramePr>
        <p:xfrm>
          <a:off x="3973648" y="859883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0">
            <a:extLst>
              <a:ext uri="{FF2B5EF4-FFF2-40B4-BE49-F238E27FC236}">
                <a16:creationId xmlns:a16="http://schemas.microsoft.com/office/drawing/2014/main" id="{F6D75E62-5D60-4C85-DB2B-DD7E5B4BFD64}"/>
              </a:ext>
            </a:extLst>
          </p:cNvPr>
          <p:cNvSpPr txBox="1"/>
          <p:nvPr/>
        </p:nvSpPr>
        <p:spPr>
          <a:xfrm>
            <a:off x="356400" y="1041139"/>
            <a:ext cx="332815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</a:t>
            </a:r>
            <a:r>
              <a:rPr err="1"/>
              <a:t>especialistas</a:t>
            </a:r>
            <a:r>
              <a:t> (</a:t>
            </a:r>
            <a:r>
              <a:rPr lang="es-MX"/>
              <a:t>4 de 6</a:t>
            </a:r>
            <a:r>
              <a:t>)</a:t>
            </a:r>
          </a:p>
        </p:txBody>
      </p:sp>
      <p:graphicFrame>
        <p:nvGraphicFramePr>
          <p:cNvPr id="22" name="Table 12">
            <a:extLst>
              <a:ext uri="{FF2B5EF4-FFF2-40B4-BE49-F238E27FC236}">
                <a16:creationId xmlns:a16="http://schemas.microsoft.com/office/drawing/2014/main" id="{7B81B1FC-5057-9E75-AACF-35921F021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1589"/>
              </p:ext>
            </p:extLst>
          </p:nvPr>
        </p:nvGraphicFramePr>
        <p:xfrm>
          <a:off x="430200" y="1531071"/>
          <a:ext cx="3456000" cy="37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" name="Table 13">
            <a:extLst>
              <a:ext uri="{FF2B5EF4-FFF2-40B4-BE49-F238E27FC236}">
                <a16:creationId xmlns:a16="http://schemas.microsoft.com/office/drawing/2014/main" id="{65E29637-6E1F-E373-94C9-C621A08F5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04129"/>
              </p:ext>
            </p:extLst>
          </p:nvPr>
        </p:nvGraphicFramePr>
        <p:xfrm>
          <a:off x="4051800" y="2302745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20394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5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521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521597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32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32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481596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481596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21516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6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7">
            <a:extLst>
              <a:ext uri="{FF2B5EF4-FFF2-40B4-BE49-F238E27FC236}">
                <a16:creationId xmlns:a16="http://schemas.microsoft.com/office/drawing/2014/main" id="{821033A3-463A-B323-6795-62217648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1789"/>
              </p:ext>
            </p:extLst>
          </p:nvPr>
        </p:nvGraphicFramePr>
        <p:xfrm>
          <a:off x="360000" y="361665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8">
            <a:extLst>
              <a:ext uri="{FF2B5EF4-FFF2-40B4-BE49-F238E27FC236}">
                <a16:creationId xmlns:a16="http://schemas.microsoft.com/office/drawing/2014/main" id="{3B23CBB7-7E4D-FBA5-0CDE-F6B7FF489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802924"/>
              </p:ext>
            </p:extLst>
          </p:nvPr>
        </p:nvGraphicFramePr>
        <p:xfrm>
          <a:off x="3960000" y="3616651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58643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99863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87272"/>
              </p:ext>
            </p:extLst>
          </p:nvPr>
        </p:nvGraphicFramePr>
        <p:xfrm>
          <a:off x="1008000" y="1589323"/>
          <a:ext cx="6007163" cy="7470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61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61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</a:t>
                      </a:r>
                      <a:r>
                        <a:rPr err="1"/>
                        <a:t>Pediátrica</a:t>
                      </a:r>
                      <a:endParaRPr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</a:t>
                      </a:r>
                      <a:r>
                        <a:rPr err="1"/>
                        <a:t>Oncológica</a:t>
                      </a:r>
                      <a:endParaRPr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6630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57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73539"/>
              </p:ext>
            </p:extLst>
          </p:nvPr>
        </p:nvGraphicFramePr>
        <p:xfrm>
          <a:off x="1008000" y="1856024"/>
          <a:ext cx="5756399" cy="26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34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Genética</a:t>
                      </a:r>
                      <a:r>
                        <a:t> </a:t>
                      </a:r>
                      <a:r>
                        <a:rPr err="1"/>
                        <a:t>Médica</a:t>
                      </a:r>
                      <a:endParaRPr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Angiología</a:t>
                      </a:r>
                      <a:r>
                        <a:t> y </a:t>
                      </a:r>
                      <a:r>
                        <a:rPr err="1"/>
                        <a:t>Cirugía</a:t>
                      </a:r>
                      <a:r>
                        <a:t> Vascular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62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953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168604B-5EA7-3699-0604-D9AAD8C6B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61940"/>
              </p:ext>
            </p:extLst>
          </p:nvPr>
        </p:nvGraphicFramePr>
        <p:xfrm>
          <a:off x="223135" y="79740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18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3012" y="429588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1021"/>
              </p:ext>
            </p:extLst>
          </p:nvPr>
        </p:nvGraphicFramePr>
        <p:xfrm>
          <a:off x="176430" y="1253462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Otorrinolaringología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170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18212"/>
              </p:ext>
            </p:extLst>
          </p:nvPr>
        </p:nvGraphicFramePr>
        <p:xfrm>
          <a:off x="4133012" y="16932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Google Shape;230;g370e87ffe7a_2_137">
            <a:extLst>
              <a:ext uri="{FF2B5EF4-FFF2-40B4-BE49-F238E27FC236}">
                <a16:creationId xmlns:a16="http://schemas.microsoft.com/office/drawing/2014/main" id="{4A62AB14-7873-D73C-0312-A7C79234AD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9425332"/>
              </p:ext>
            </p:extLst>
          </p:nvPr>
        </p:nvGraphicFramePr>
        <p:xfrm>
          <a:off x="223135" y="4880978"/>
          <a:ext cx="7485350" cy="27432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18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FEC14477-9354-F6CD-2D1D-29631D25E758}"/>
              </a:ext>
            </a:extLst>
          </p:cNvPr>
          <p:cNvSpPr txBox="1"/>
          <p:nvPr/>
        </p:nvSpPr>
        <p:spPr>
          <a:xfrm>
            <a:off x="720231" y="6352038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sp>
        <p:nvSpPr>
          <p:cNvPr id="9" name="TextBox 231">
            <a:extLst>
              <a:ext uri="{FF2B5EF4-FFF2-40B4-BE49-F238E27FC236}">
                <a16:creationId xmlns:a16="http://schemas.microsoft.com/office/drawing/2014/main" id="{EB8E32EB-F134-A9AD-5191-0451491BFFBA}"/>
              </a:ext>
            </a:extLst>
          </p:cNvPr>
          <p:cNvSpPr txBox="1"/>
          <p:nvPr/>
        </p:nvSpPr>
        <p:spPr>
          <a:xfrm>
            <a:off x="1724746" y="7761449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10" name="CuadroTexto 11">
            <a:extLst>
              <a:ext uri="{FF2B5EF4-FFF2-40B4-BE49-F238E27FC236}">
                <a16:creationId xmlns:a16="http://schemas.microsoft.com/office/drawing/2014/main" id="{6BD9BB61-8D1C-405B-B740-99BAF3B343BE}"/>
              </a:ext>
            </a:extLst>
          </p:cNvPr>
          <p:cNvSpPr txBox="1"/>
          <p:nvPr/>
        </p:nvSpPr>
        <p:spPr>
          <a:xfrm>
            <a:off x="502428" y="8531448"/>
            <a:ext cx="1841269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15,424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CuadroTexto 12">
            <a:extLst>
              <a:ext uri="{FF2B5EF4-FFF2-40B4-BE49-F238E27FC236}">
                <a16:creationId xmlns:a16="http://schemas.microsoft.com/office/drawing/2014/main" id="{939A6F62-AC56-D9D7-5649-ADDA713164E4}"/>
              </a:ext>
            </a:extLst>
          </p:cNvPr>
          <p:cNvSpPr txBox="1"/>
          <p:nvPr/>
        </p:nvSpPr>
        <p:spPr>
          <a:xfrm>
            <a:off x="3229003" y="8488873"/>
            <a:ext cx="1832957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18,140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" name="CuadroTexto 13">
            <a:extLst>
              <a:ext uri="{FF2B5EF4-FFF2-40B4-BE49-F238E27FC236}">
                <a16:creationId xmlns:a16="http://schemas.microsoft.com/office/drawing/2014/main" id="{BD57DD31-E833-115D-EE37-F1DE3138236D}"/>
              </a:ext>
            </a:extLst>
          </p:cNvPr>
          <p:cNvSpPr txBox="1"/>
          <p:nvPr/>
        </p:nvSpPr>
        <p:spPr>
          <a:xfrm>
            <a:off x="5523315" y="8467585"/>
            <a:ext cx="184126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2,653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A3F220A0-7E0F-739E-B85D-FC483D5C3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944" y="7854522"/>
            <a:ext cx="730135" cy="669175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A27434CF-AD4D-18CB-FFC4-8C638D8B5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945" y="7980266"/>
            <a:ext cx="924445" cy="491944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17287F69-4DEE-F95B-9116-9E54514BFC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379" y="7836511"/>
            <a:ext cx="603366" cy="713510"/>
          </a:xfrm>
          <a:prstGeom prst="rect">
            <a:avLst/>
          </a:prstGeom>
        </p:spPr>
      </p:pic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ECB08E73-EDCE-C849-778F-0F1278919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71655"/>
              </p:ext>
            </p:extLst>
          </p:nvPr>
        </p:nvGraphicFramePr>
        <p:xfrm>
          <a:off x="502427" y="5340359"/>
          <a:ext cx="7021319" cy="881190"/>
        </p:xfrm>
        <a:graphic>
          <a:graphicData uri="http://schemas.openxmlformats.org/drawingml/2006/table">
            <a:tbl>
              <a:tblPr/>
              <a:tblGrid>
                <a:gridCol w="2654143">
                  <a:extLst>
                    <a:ext uri="{9D8B030D-6E8A-4147-A177-3AD203B41FA5}">
                      <a16:colId xmlns:a16="http://schemas.microsoft.com/office/drawing/2014/main" val="3429524521"/>
                    </a:ext>
                  </a:extLst>
                </a:gridCol>
                <a:gridCol w="1448676">
                  <a:extLst>
                    <a:ext uri="{9D8B030D-6E8A-4147-A177-3AD203B41FA5}">
                      <a16:colId xmlns:a16="http://schemas.microsoft.com/office/drawing/2014/main" val="1224675381"/>
                    </a:ext>
                  </a:extLst>
                </a:gridCol>
                <a:gridCol w="1169912">
                  <a:extLst>
                    <a:ext uri="{9D8B030D-6E8A-4147-A177-3AD203B41FA5}">
                      <a16:colId xmlns:a16="http://schemas.microsoft.com/office/drawing/2014/main" val="2590903092"/>
                    </a:ext>
                  </a:extLst>
                </a:gridCol>
                <a:gridCol w="1748588">
                  <a:extLst>
                    <a:ext uri="{9D8B030D-6E8A-4147-A177-3AD203B41FA5}">
                      <a16:colId xmlns:a16="http://schemas.microsoft.com/office/drawing/2014/main" val="29737846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 de Escuelas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Escuelas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visitadas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Población 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Menores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tamizados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7525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5,096</a:t>
                      </a:r>
                      <a:r>
                        <a:rPr lang="en-US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4,073</a:t>
                      </a:r>
                      <a:r>
                        <a:rPr lang="en-US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544,611</a:t>
                      </a:r>
                      <a:r>
                        <a:rPr lang="en-US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331,391</a:t>
                      </a:r>
                      <a:r>
                        <a:rPr lang="en-US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269825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E768435-5E73-98D5-5616-81152EC63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69674"/>
              </p:ext>
            </p:extLst>
          </p:nvPr>
        </p:nvGraphicFramePr>
        <p:xfrm>
          <a:off x="1724745" y="6590427"/>
          <a:ext cx="4211553" cy="1010349"/>
        </p:xfrm>
        <a:graphic>
          <a:graphicData uri="http://schemas.openxmlformats.org/drawingml/2006/table">
            <a:tbl>
              <a:tblPr/>
              <a:tblGrid>
                <a:gridCol w="2719961">
                  <a:extLst>
                    <a:ext uri="{9D8B030D-6E8A-4147-A177-3AD203B41FA5}">
                      <a16:colId xmlns:a16="http://schemas.microsoft.com/office/drawing/2014/main" val="1985907973"/>
                    </a:ext>
                  </a:extLst>
                </a:gridCol>
                <a:gridCol w="1491592">
                  <a:extLst>
                    <a:ext uri="{9D8B030D-6E8A-4147-A177-3AD203B41FA5}">
                      <a16:colId xmlns:a16="http://schemas.microsoft.com/office/drawing/2014/main" val="570571795"/>
                    </a:ext>
                  </a:extLst>
                </a:gridCol>
              </a:tblGrid>
              <a:tr h="40828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Brigadas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Personal de enfermería IMSS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719915"/>
                  </a:ext>
                </a:extLst>
              </a:tr>
              <a:tr h="150169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29</a:t>
                      </a:r>
                      <a:r>
                        <a:rPr lang="en-US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145</a:t>
                      </a:r>
                      <a:r>
                        <a:rPr lang="en-US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606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15,038	 Personal de Salud: 8,662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+42.3%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+52.6%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2,213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2,645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3,307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2,162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+176.3%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-6.8%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936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12,058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3,707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1,277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17,763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(176,766)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(2,353)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(158,738)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(14,050)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(1,798)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(3,744)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(37,441)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(1,494)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(3,294)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(27,666)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(11,976)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(1,262)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(2,008)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(23,663)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(10,032)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(945)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(1,571)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2405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</a:t>
            </a:r>
            <a:r>
              <a:rPr err="1"/>
              <a:t>número</a:t>
            </a:r>
            <a:r>
              <a:t> de </a:t>
            </a:r>
            <a:r>
              <a:rPr err="1"/>
              <a:t>casos</a:t>
            </a:r>
            <a:r>
              <a:t> se </a:t>
            </a:r>
            <a:r>
              <a:rPr err="1"/>
              <a:t>presentan</a:t>
            </a:r>
            <a:r>
              <a:t> entre </a:t>
            </a:r>
            <a:r>
              <a:rPr err="1"/>
              <a:t>paréntesis</a:t>
            </a:r>
            <a:r>
              <a:t>.</a:t>
            </a:r>
            <a:br>
              <a:rPr/>
            </a:br>
            <a:r>
              <a:t>Fuente: IMSS/DPM/División de </a:t>
            </a:r>
            <a:r>
              <a:rPr err="1"/>
              <a:t>Información</a:t>
            </a:r>
            <a:r>
              <a:t> </a:t>
            </a:r>
            <a:r>
              <a:rPr err="1"/>
              <a:t>en</a:t>
            </a:r>
            <a:r>
              <a:t> Salud/</a:t>
            </a:r>
            <a:r>
              <a:rPr err="1"/>
              <a:t>Motivos</a:t>
            </a:r>
            <a:r>
              <a:t> de Consulta Externa (SUI27).</a:t>
            </a:r>
            <a:br>
              <a:rPr/>
            </a:br>
            <a:r>
              <a:t>Sistema de </a:t>
            </a:r>
            <a:r>
              <a:rPr err="1"/>
              <a:t>información</a:t>
            </a:r>
            <a:r>
              <a:t> Médico </a:t>
            </a:r>
            <a:r>
              <a:rPr err="1"/>
              <a:t>Operativo</a:t>
            </a:r>
            <a:r>
              <a:t> Central (SIMOC).</a:t>
            </a:r>
            <a:br>
              <a:rPr/>
            </a:br>
            <a:r>
              <a:rPr err="1"/>
              <a:t>Periodo</a:t>
            </a:r>
            <a:r>
              <a:t>: </a:t>
            </a:r>
            <a:r>
              <a:rPr err="1"/>
              <a:t>enero-diciembre</a:t>
            </a:r>
            <a:r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Fuente: Portal de Control de Abasto. En 2026, se </a:t>
            </a:r>
            <a:r>
              <a:rPr dirty="0" err="1">
                <a:solidFill>
                  <a:schemeClr val="tx1"/>
                </a:solidFill>
              </a:rPr>
              <a:t>muestra</a:t>
            </a:r>
            <a:r>
              <a:rPr dirty="0">
                <a:solidFill>
                  <a:schemeClr val="tx1"/>
                </a:solidFill>
              </a:rPr>
              <a:t> lo </a:t>
            </a:r>
            <a:r>
              <a:rPr dirty="0" err="1">
                <a:solidFill>
                  <a:schemeClr val="tx1"/>
                </a:solidFill>
              </a:rPr>
              <a:t>correspondiente</a:t>
            </a:r>
            <a:r>
              <a:rPr dirty="0">
                <a:solidFill>
                  <a:schemeClr val="tx1"/>
                </a:solidFill>
              </a:rPr>
              <a:t> al </a:t>
            </a:r>
            <a:r>
              <a:rPr dirty="0" err="1">
                <a:solidFill>
                  <a:schemeClr val="tx1"/>
                </a:solidFill>
              </a:rPr>
              <a:t>periodo</a:t>
            </a:r>
            <a:r>
              <a:rPr dirty="0">
                <a:solidFill>
                  <a:schemeClr val="tx1"/>
                </a:solidFill>
              </a:rPr>
              <a:t> del 1 de </a:t>
            </a:r>
            <a:r>
              <a:rPr dirty="0" err="1">
                <a:solidFill>
                  <a:schemeClr val="tx1"/>
                </a:solidFill>
              </a:rPr>
              <a:t>enero</a:t>
            </a:r>
            <a:r>
              <a:rPr dirty="0"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261,084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2,560,502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208,786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2,581,146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8638-6C4F-EB81-BFFD-8F490BC0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044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Piezas</a:t>
            </a:r>
            <a:r>
              <a:t> </a:t>
            </a:r>
            <a:r>
              <a:rPr err="1"/>
              <a:t>consumidas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80000" y="1315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5259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8403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80000" y="51865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36860"/>
              </p:ext>
            </p:extLst>
          </p:nvPr>
        </p:nvGraphicFramePr>
        <p:xfrm>
          <a:off x="180000" y="5734899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641,534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423,288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361,744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221,555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210,401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197,780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195,342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193,345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180,039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30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182519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81878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58DB9B-C46B-5684-D18E-6ADA3C3BF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1622152"/>
            <a:ext cx="1482898" cy="5219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678700"/>
              </p:ext>
            </p:extLst>
          </p:nvPr>
        </p:nvGraphicFramePr>
        <p:xfrm>
          <a:off x="1785600" y="1603028"/>
          <a:ext cx="5295600" cy="3223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8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$583.9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8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2 </a:t>
                      </a:r>
                      <a:r>
                        <a:rPr sz="1000" err="1">
                          <a:latin typeface="Montserrat"/>
                        </a:rPr>
                        <a:t>subdelegaciones</a:t>
                      </a:r>
                      <a:r>
                        <a:rPr sz="1000">
                          <a:latin typeface="Montserrat"/>
                        </a:rPr>
                        <a:t> Lázaro Cárdenas y Morelia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$83.0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8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10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Michoacán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$51.7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8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55 unidades, Michoacán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$24.3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57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(HGR No.1 Charo, HGZ No.83 Morelia, UMF No. 80 Morelia, UM F No.81 Uruapan, UMF No.82 Zamora)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$19.1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8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(HGR No.1 Charo, HGZ No.12 Lázaro Cardenas, HGZ No.83 Morelia)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$18.2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5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$780.2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677924"/>
              </p:ext>
            </p:extLst>
          </p:nvPr>
        </p:nvGraphicFramePr>
        <p:xfrm>
          <a:off x="1785600" y="5071900"/>
          <a:ext cx="5295600" cy="13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8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2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horizontales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refrigerador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2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monitor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resonancia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magnética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mastógrafo</a:t>
                      </a:r>
                      <a:r>
                        <a:rPr sz="1000">
                          <a:latin typeface="Montserrat"/>
                        </a:rPr>
                        <a:t> digital con </a:t>
                      </a:r>
                      <a:r>
                        <a:rPr sz="1000" err="1">
                          <a:latin typeface="Montserrat"/>
                        </a:rPr>
                        <a:t>estereotaxia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tomosíntesis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49831"/>
              </p:ext>
            </p:extLst>
          </p:nvPr>
        </p:nvGraphicFramePr>
        <p:xfrm>
          <a:off x="1785600" y="6717300"/>
          <a:ext cx="52956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833.5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B9D1418-2C36-BE7D-84D1-7592711EE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00" y="1601469"/>
            <a:ext cx="3423294" cy="36306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002553"/>
              </p:ext>
            </p:extLst>
          </p:nvPr>
        </p:nvGraphicFramePr>
        <p:xfrm>
          <a:off x="1785600" y="1584000"/>
          <a:ext cx="5396400" cy="1877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26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Villas del Pedregal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$3,</a:t>
                      </a:r>
                      <a:r>
                        <a:rPr lang="es-MX" sz="1000" dirty="0">
                          <a:latin typeface="Montserrat"/>
                        </a:rPr>
                        <a:t>794.5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</a:t>
                      </a:r>
                      <a:r>
                        <a:rPr sz="1000" err="1">
                          <a:latin typeface="Montserrat"/>
                        </a:rPr>
                        <a:t>Zitacuaro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$2,516.2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 CECI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Jiquilpan</a:t>
                      </a:r>
                      <a:r>
                        <a:rPr sz="1000">
                          <a:latin typeface="Montserrat"/>
                        </a:rPr>
                        <a:t>, </a:t>
                      </a:r>
                      <a:r>
                        <a:rPr sz="1000" err="1">
                          <a:latin typeface="Montserrat"/>
                        </a:rPr>
                        <a:t>Tarimbaro</a:t>
                      </a:r>
                      <a:r>
                        <a:rPr sz="1000">
                          <a:latin typeface="Montserrat"/>
                        </a:rPr>
                        <a:t> y Uruapan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$170.8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</a:t>
                      </a:r>
                      <a:r>
                        <a:rPr lang="es-MX" sz="1000" dirty="0"/>
                        <a:t>6,481.5</a:t>
                      </a:r>
                      <a:endParaRPr sz="1000" dirty="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01198"/>
              </p:ext>
            </p:extLst>
          </p:nvPr>
        </p:nvGraphicFramePr>
        <p:xfrm>
          <a:off x="1785600" y="3533996"/>
          <a:ext cx="5396400" cy="4571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$218.1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especialidades y servicios del HGZ No. 86 Uruapan (UCIN endoscopia, neurología, ampliación hemodiálisis y Resonador)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$169.0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8 Uruapan, </a:t>
                      </a:r>
                      <a:r>
                        <a:rPr sz="1000" err="1">
                          <a:latin typeface="Montserrat"/>
                        </a:rPr>
                        <a:t>Incremento</a:t>
                      </a:r>
                      <a:r>
                        <a:rPr sz="1000">
                          <a:latin typeface="Montserrat"/>
                        </a:rPr>
                        <a:t> de 4 a 10 </a:t>
                      </a:r>
                      <a:r>
                        <a:rPr sz="1000" err="1">
                          <a:latin typeface="Montserrat"/>
                        </a:rPr>
                        <a:t>sillones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una</a:t>
                      </a:r>
                      <a:r>
                        <a:rPr sz="1000">
                          <a:latin typeface="Montserrat"/>
                        </a:rPr>
                        <a:t> UCIA, 5 camas.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$116.0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mayor del HGZ No. 12 Lázaro Cárdenas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</a:t>
                      </a:r>
                      <a:r>
                        <a:rPr lang="es-MX" sz="1000" dirty="0">
                          <a:latin typeface="Montserrat"/>
                        </a:rPr>
                        <a:t>0.9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2 Zacapu, equipo de tomografía, 1 quirófano, incremento de 7 a 10 sillones de hemodiálisis.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$87.5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UMF No. 81 Uruapan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$39.2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HGSZMF No. 9 Apatzingan,  sillones de hemodiálisis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$28.0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 No. 7 La Piedad, 10 sillones de hemodiálisis y un equipo de tomografía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$25.0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la Unidad de hemodiálisis Zamora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3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$7</a:t>
                      </a:r>
                      <a:r>
                        <a:rPr lang="es-MX" sz="1000" dirty="0"/>
                        <a:t>86.2</a:t>
                      </a:r>
                      <a:endParaRPr sz="1000" dirty="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74369"/>
              </p:ext>
            </p:extLst>
          </p:nvPr>
        </p:nvGraphicFramePr>
        <p:xfrm>
          <a:off x="1785600" y="8211878"/>
          <a:ext cx="5396400" cy="89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</a:t>
                      </a:r>
                      <a:r>
                        <a:rPr lang="es-MX"/>
                        <a:t>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21 Equipos electromecánicos para 8 unidades; 8 elevadores, 7 equipos para casa de máquinas, 4 lavadoras y 2 secadoras.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$194.8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15654" y="878400"/>
            <a:ext cx="8386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7,462.5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2200848"/>
              </p:ext>
            </p:extLst>
          </p:nvPr>
        </p:nvGraphicFramePr>
        <p:xfrm>
          <a:off x="276701" y="6846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929969"/>
              </p:ext>
            </p:extLst>
          </p:nvPr>
        </p:nvGraphicFramePr>
        <p:xfrm>
          <a:off x="720052" y="1237647"/>
          <a:ext cx="6390000" cy="1340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endParaRPr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5 UMF PLUS (Nuevo San Juan, La Piedad, </a:t>
                      </a:r>
                      <a:r>
                        <a:rPr err="1"/>
                        <a:t>Jacona</a:t>
                      </a:r>
                      <a:r>
                        <a:t>, Lázaro Cárdenas y </a:t>
                      </a:r>
                      <a:r>
                        <a:rPr err="1"/>
                        <a:t>Zacapu</a:t>
                      </a:r>
                      <a: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$3,321.9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Implementación del Centro de Radioterapia en HGR No. 1, Charo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$332.0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$3,653.9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151757"/>
              </p:ext>
            </p:extLst>
          </p:nvPr>
        </p:nvGraphicFramePr>
        <p:xfrm>
          <a:off x="720052" y="2721010"/>
          <a:ext cx="6390000" cy="211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4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endParaRPr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8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Reconversión</a:t>
                      </a:r>
                      <a:r>
                        <a:t> de 7 </a:t>
                      </a:r>
                      <a:r>
                        <a:rPr err="1"/>
                        <a:t>Hospitales</a:t>
                      </a:r>
                      <a:r>
                        <a:t> Rurales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Hospitales</a:t>
                      </a:r>
                      <a:r>
                        <a:t> de Zona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$707.4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9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Rehabilitación</a:t>
                      </a:r>
                      <a:r>
                        <a:t> Integral de Unidad </a:t>
                      </a:r>
                      <a:r>
                        <a:rPr err="1"/>
                        <a:t>Deportiva</a:t>
                      </a:r>
                      <a:r>
                        <a:t> </a:t>
                      </a:r>
                      <a:r>
                        <a:rPr err="1"/>
                        <a:t>Zacapu</a:t>
                      </a:r>
                      <a:r>
                        <a:t>, </a:t>
                      </a:r>
                      <a:r>
                        <a:rPr err="1"/>
                        <a:t>Techado</a:t>
                      </a:r>
                      <a:r>
                        <a:t> de </a:t>
                      </a:r>
                      <a:r>
                        <a:rPr err="1"/>
                        <a:t>alberca</a:t>
                      </a:r>
                      <a:r>
                        <a:t> y </a:t>
                      </a:r>
                      <a:r>
                        <a:rPr err="1"/>
                        <a:t>construcción</a:t>
                      </a:r>
                      <a:r>
                        <a:t> de </a:t>
                      </a:r>
                      <a:r>
                        <a:rPr err="1"/>
                        <a:t>vestidores</a:t>
                      </a:r>
                      <a:r>
                        <a:t> y </a:t>
                      </a:r>
                      <a:r>
                        <a:rPr err="1"/>
                        <a:t>regaderas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Centro de </a:t>
                      </a:r>
                      <a:r>
                        <a:rPr err="1"/>
                        <a:t>Seguridad</a:t>
                      </a:r>
                      <a:r>
                        <a:t> Social de Lázaro Cárdenas, </a:t>
                      </a:r>
                      <a:r>
                        <a:rPr err="1"/>
                        <a:t>Mantenimiento</a:t>
                      </a:r>
                      <a:r>
                        <a:t> Integral de </a:t>
                      </a:r>
                      <a:r>
                        <a:rPr err="1"/>
                        <a:t>alberca</a:t>
                      </a:r>
                      <a:r>
                        <a:t>, canchas y </a:t>
                      </a:r>
                      <a:r>
                        <a:rPr err="1"/>
                        <a:t>otros</a:t>
                      </a:r>
                      <a:r>
                        <a:t> del CSS Morelia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$71.4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Remodelación de 10 UMRs (UMR Capula, UMF Lombardía, UMR Opopeo, UMR Rincón de Nicolás Romero, entre otras).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$824.4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4,478.3 mdp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52400" y="6141600"/>
          <a:ext cx="4928400" cy="258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y 3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Uruapan, Tarímbaro, Jiquilpan, Tacámbaro de Collados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Zamora, Jacona, La Piedad, Morelia, Sahuayo, Zacapu, Lázaro Cárdenas, Ciudad Hidalgo, Taretán, Ario de Rosales, Apatzingán de la Constitución, Pátzcuaro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" y="95523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CECI  </a:t>
            </a:r>
            <a:r>
              <a:rPr err="1"/>
              <a:t>Jiquilpan</a:t>
            </a:r>
            <a:r>
              <a:t> 150, Uruapan 250 </a:t>
            </a:r>
            <a:r>
              <a:rPr err="1"/>
              <a:t>niños</a:t>
            </a:r>
            <a:r>
              <a:t> y </a:t>
            </a:r>
            <a:r>
              <a:rPr err="1"/>
              <a:t>Tarimbaro</a:t>
            </a:r>
            <a:r>
              <a:t> 250 </a:t>
            </a:r>
            <a:r>
              <a:rPr err="1"/>
              <a:t>niños</a:t>
            </a:r>
            <a:r>
              <a:t>, </a:t>
            </a:r>
            <a:r>
              <a:rPr err="1"/>
              <a:t>inicio</a:t>
            </a:r>
            <a:r>
              <a:t> de </a:t>
            </a:r>
            <a:r>
              <a:rPr err="1"/>
              <a:t>obra</a:t>
            </a:r>
            <a:r>
              <a:t> 6 de mayo 2026. 3 CECI para </a:t>
            </a:r>
            <a:r>
              <a:rPr err="1"/>
              <a:t>entregar</a:t>
            </a:r>
            <a:r>
              <a:t> a SICT </a:t>
            </a:r>
            <a:r>
              <a:rPr err="1"/>
              <a:t>en</a:t>
            </a:r>
            <a:r>
              <a:t> </a:t>
            </a:r>
            <a:r>
              <a:rPr err="1"/>
              <a:t>Jacona</a:t>
            </a:r>
            <a:r>
              <a:t>, La Piedad y Zamora. 10 CECI </a:t>
            </a:r>
            <a:r>
              <a:rPr err="1"/>
              <a:t>en</a:t>
            </a:r>
            <a:r>
              <a:t>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para </a:t>
            </a:r>
            <a:r>
              <a:rPr err="1"/>
              <a:t>donación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Sahuayo</a:t>
            </a:r>
            <a:r>
              <a:t>, Morelia, Lázaro Cárdenas, </a:t>
            </a:r>
            <a:r>
              <a:rPr err="1"/>
              <a:t>Taretán</a:t>
            </a:r>
            <a:r>
              <a:t>, Ario de Rosales, Apatzingán, </a:t>
            </a:r>
            <a:r>
              <a:rPr err="1"/>
              <a:t>Pátzcuaro</a:t>
            </a:r>
            <a:r>
              <a:t>, Ciudad Hidalgo, </a:t>
            </a:r>
            <a:r>
              <a:rPr err="1"/>
              <a:t>Zacapu</a:t>
            </a:r>
            <a:r>
              <a:t>, y </a:t>
            </a:r>
            <a:r>
              <a:rPr err="1"/>
              <a:t>Tacámbaro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>
            <p:extLst>
              <p:ext uri="{D42A27DB-BD31-4B8C-83A1-F6EECF244321}">
                <p14:modId xmlns:p14="http://schemas.microsoft.com/office/powerpoint/2010/main" val="513360373"/>
              </p:ext>
            </p:extLst>
          </p:nvPr>
        </p:nvGraphicFramePr>
        <p:xfrm>
          <a:off x="287700" y="928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6,623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896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Tuxpan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Lázaro Cárdenas, Morelia y Los Reyes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Morelia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Zacapu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27 Morelia y No. 148 Zamora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40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16_mich.png">
            <a:extLst>
              <a:ext uri="{FF2B5EF4-FFF2-40B4-BE49-F238E27FC236}">
                <a16:creationId xmlns:a16="http://schemas.microsoft.com/office/drawing/2014/main" id="{CC95642F-B996-6FD3-1296-9AAE34C66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072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Michoacán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Arcelormittal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15,038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4,894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Morelia Mich Sin Tipo de Sociedad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Abarrotera del Duero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-9.98%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-9.41%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-4.61%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+8.51%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+10.21%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386,824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493,018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387,463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25,888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58,218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20,910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492,479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3411080-CEE4-F85C-436A-D3EDF8B88A5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$557.16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284234"/>
              </p:ext>
            </p:extLst>
          </p:nvPr>
        </p:nvGraphicFramePr>
        <p:xfrm>
          <a:off x="478800" y="10669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</a:t>
                      </a:r>
                      <a:r>
                        <a:rPr err="1"/>
                        <a:t>diciembre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</a:t>
                      </a:r>
                      <a:r>
                        <a:rPr err="1"/>
                        <a:t>Cotización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$296.37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$557.16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$16,714.8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39988"/>
              </p:ext>
            </p:extLst>
          </p:nvPr>
        </p:nvGraphicFramePr>
        <p:xfrm>
          <a:off x="320400" y="6649200"/>
          <a:ext cx="7038000" cy="24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Policía Auxiliar del Estado de Michoacán de Ocampo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Morelia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Intercultural Indígena de Michoacán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Abastecedora La Diligencia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Administrativos Hoteleros del Sur 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Contrucciones y Diseños Casa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$18.42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809,581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716,952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2,747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48,471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30,465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3,784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990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1,849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324800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9,554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14,534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1,144,803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244,728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900,075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168,498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809,581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7,341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6071</Words>
  <Application>Microsoft Office PowerPoint</Application>
  <PresentationFormat>Personalizado</PresentationFormat>
  <Paragraphs>2411</Paragraphs>
  <Slides>32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8" baseType="lpstr">
      <vt:lpstr>Noto Sans Black</vt:lpstr>
      <vt:lpstr>Noto Sans</vt:lpstr>
      <vt:lpstr>Arial</vt:lpstr>
      <vt:lpstr>Montserrat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Daniela Sales Armendariz</cp:lastModifiedBy>
  <cp:revision>1</cp:revision>
  <dcterms:modified xsi:type="dcterms:W3CDTF">2026-07-03T18:53:59Z</dcterms:modified>
</cp:coreProperties>
</file>