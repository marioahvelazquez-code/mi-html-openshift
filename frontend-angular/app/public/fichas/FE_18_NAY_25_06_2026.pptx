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2D_0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7.xml" ContentType="application/vnd.openxmlformats-officedocument.drawingml.chart+xml"/>
  <Override PartName="/ppt/notesSlides/notesSlide20.xml" ContentType="application/vnd.openxmlformats-officedocument.presentationml.notesSlide+xml"/>
  <Override PartName="/ppt/charts/chart8.xml" ContentType="application/vnd.openxmlformats-officedocument.drawingml.chart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307" r:id="rId3"/>
    <p:sldId id="258" r:id="rId4"/>
    <p:sldId id="259" r:id="rId5"/>
    <p:sldId id="260" r:id="rId6"/>
    <p:sldId id="301" r:id="rId7"/>
    <p:sldId id="287" r:id="rId8"/>
    <p:sldId id="262" r:id="rId9"/>
    <p:sldId id="263" r:id="rId10"/>
    <p:sldId id="280" r:id="rId11"/>
    <p:sldId id="267" r:id="rId12"/>
    <p:sldId id="298" r:id="rId13"/>
    <p:sldId id="302" r:id="rId14"/>
    <p:sldId id="303" r:id="rId15"/>
    <p:sldId id="304" r:id="rId16"/>
    <p:sldId id="281" r:id="rId17"/>
    <p:sldId id="288" r:id="rId18"/>
    <p:sldId id="270" r:id="rId19"/>
    <p:sldId id="271" r:id="rId20"/>
    <p:sldId id="272" r:id="rId21"/>
    <p:sldId id="300" r:id="rId22"/>
    <p:sldId id="297" r:id="rId23"/>
    <p:sldId id="284" r:id="rId24"/>
    <p:sldId id="277" r:id="rId25"/>
    <p:sldId id="278" r:id="rId26"/>
    <p:sldId id="279" r:id="rId27"/>
    <p:sldId id="282" r:id="rId28"/>
  </p:sldIdLst>
  <p:sldSz cx="7772400" cy="10058400"/>
  <p:notesSz cx="6858000" cy="9144000"/>
  <p:embeddedFontLs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Noto Sans" panose="020B050204050402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2" roundtripDataSignature="AMtx7mgJIVYfpSqv7bc7uOu75F5IJOjBz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297240-9C65-816A-CE24-ACBE20D7D7D7}" name="Diana Shareny Martinez Rodriguez" initials="DM" userId="S::diana.martinezr@imss.gob.mx::f2c49ec6-6c11-4dae-a3ef-cb4909170a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E6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20" y="66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53" Type="http://schemas.openxmlformats.org/officeDocument/2006/relationships/presProps" Target="presProps.xml"/><Relationship Id="rId58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Patricia Galvan Chavez" userId="S::laura.galvan@imss.gob.mx::6b13af50-ce8b-483e-8fc4-f994efaf3289" providerId="AD" clId="Web-{C206ED1F-1848-ECCA-5C61-F0956C9F9E50}"/>
    <pc:docChg chg="modSld">
      <pc:chgData name="Laura Patricia Galvan Chavez" userId="S::laura.galvan@imss.gob.mx::6b13af50-ce8b-483e-8fc4-f994efaf3289" providerId="AD" clId="Web-{C206ED1F-1848-ECCA-5C61-F0956C9F9E50}" dt="2026-06-23T20:13:58.361" v="25" actId="14100"/>
      <pc:docMkLst>
        <pc:docMk/>
      </pc:docMkLst>
      <pc:sldChg chg="addSp delSp modSp">
        <pc:chgData name="Laura Patricia Galvan Chavez" userId="S::laura.galvan@imss.gob.mx::6b13af50-ce8b-483e-8fc4-f994efaf3289" providerId="AD" clId="Web-{C206ED1F-1848-ECCA-5C61-F0956C9F9E50}" dt="2026-06-23T20:13:58.361" v="25" actId="14100"/>
        <pc:sldMkLst>
          <pc:docMk/>
          <pc:sldMk cId="0" sldId="260"/>
        </pc:sldMkLst>
        <pc:graphicFrameChg chg="mod modGraphic">
          <ac:chgData name="Laura Patricia Galvan Chavez" userId="S::laura.galvan@imss.gob.mx::6b13af50-ce8b-483e-8fc4-f994efaf3289" providerId="AD" clId="Web-{C206ED1F-1848-ECCA-5C61-F0956C9F9E50}" dt="2026-06-23T20:12:35.219" v="17"/>
          <ac:graphicFrameMkLst>
            <pc:docMk/>
            <pc:sldMk cId="0" sldId="260"/>
            <ac:graphicFrameMk id="7" creationId="{1427E0B8-D5F2-F57D-7170-89C4829CB7F3}"/>
          </ac:graphicFrameMkLst>
        </pc:graphicFrameChg>
        <pc:picChg chg="add mod">
          <ac:chgData name="Laura Patricia Galvan Chavez" userId="S::laura.galvan@imss.gob.mx::6b13af50-ce8b-483e-8fc4-f994efaf3289" providerId="AD" clId="Web-{C206ED1F-1848-ECCA-5C61-F0956C9F9E50}" dt="2026-06-23T20:13:53.267" v="24" actId="14100"/>
          <ac:picMkLst>
            <pc:docMk/>
            <pc:sldMk cId="0" sldId="260"/>
            <ac:picMk id="2" creationId="{113EE4E3-CC7B-EAD4-AF41-B321E5B36CA1}"/>
          </ac:picMkLst>
        </pc:picChg>
        <pc:picChg chg="mod">
          <ac:chgData name="Laura Patricia Galvan Chavez" userId="S::laura.galvan@imss.gob.mx::6b13af50-ce8b-483e-8fc4-f994efaf3289" providerId="AD" clId="Web-{C206ED1F-1848-ECCA-5C61-F0956C9F9E50}" dt="2026-06-23T20:13:58.361" v="25" actId="14100"/>
          <ac:picMkLst>
            <pc:docMk/>
            <pc:sldMk cId="0" sldId="260"/>
            <ac:picMk id="6" creationId="{37B4173F-C9B8-CF37-64CC-940BF272637E}"/>
          </ac:picMkLst>
        </pc:picChg>
      </pc:sldChg>
    </pc:docChg>
  </pc:docChgLst>
  <pc:docChgLst>
    <pc:chgData name="Diana Shareny Martinez Rodriguez" userId="f2c49ec6-6c11-4dae-a3ef-cb4909170a65" providerId="ADAL" clId="{AABB945E-44BA-4143-81BB-F4C01DB1B502}"/>
    <pc:docChg chg="custSel addSld delSld modSld">
      <pc:chgData name="Diana Shareny Martinez Rodriguez" userId="f2c49ec6-6c11-4dae-a3ef-cb4909170a65" providerId="ADAL" clId="{AABB945E-44BA-4143-81BB-F4C01DB1B502}" dt="2026-07-06T16:34:01.241" v="395" actId="20577"/>
      <pc:docMkLst>
        <pc:docMk/>
      </pc:docMkLst>
      <pc:sldChg chg="modSp mod">
        <pc:chgData name="Diana Shareny Martinez Rodriguez" userId="f2c49ec6-6c11-4dae-a3ef-cb4909170a65" providerId="ADAL" clId="{AABB945E-44BA-4143-81BB-F4C01DB1B502}" dt="2026-06-26T18:33:16.083" v="5" actId="20577"/>
        <pc:sldMkLst>
          <pc:docMk/>
          <pc:sldMk cId="0" sldId="256"/>
        </pc:sldMkLst>
        <pc:spChg chg="mod">
          <ac:chgData name="Diana Shareny Martinez Rodriguez" userId="f2c49ec6-6c11-4dae-a3ef-cb4909170a65" providerId="ADAL" clId="{AABB945E-44BA-4143-81BB-F4C01DB1B502}" dt="2026-06-26T18:33:16.083" v="5" actId="20577"/>
          <ac:spMkLst>
            <pc:docMk/>
            <pc:sldMk cId="0" sldId="256"/>
            <ac:spMk id="70" creationId="{00000000-0000-0000-0000-000000000000}"/>
          </ac:spMkLst>
        </pc:spChg>
      </pc:sldChg>
      <pc:sldChg chg="modSp mod">
        <pc:chgData name="Diana Shareny Martinez Rodriguez" userId="f2c49ec6-6c11-4dae-a3ef-cb4909170a65" providerId="ADAL" clId="{AABB945E-44BA-4143-81BB-F4C01DB1B502}" dt="2026-06-26T18:47:56.800" v="50" actId="572"/>
        <pc:sldMkLst>
          <pc:docMk/>
          <pc:sldMk cId="0" sldId="258"/>
        </pc:sldMkLst>
        <pc:spChg chg="mod">
          <ac:chgData name="Diana Shareny Martinez Rodriguez" userId="f2c49ec6-6c11-4dae-a3ef-cb4909170a65" providerId="ADAL" clId="{AABB945E-44BA-4143-81BB-F4C01DB1B502}" dt="2026-06-26T18:35:17.119" v="36" actId="1076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18:34:44.685" v="26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18:34:39.973" v="24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18:35:13.254" v="35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18:36:07.514" v="39" actId="208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18:35:03.480" v="32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18:34:58.251" v="30" actId="107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18:34:55.391" v="29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18:34:49.197" v="27" actId="1076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18:34:35.962" v="23" actId="1076"/>
          <ac:spMkLst>
            <pc:docMk/>
            <pc:sldMk cId="0" sldId="258"/>
            <ac:spMk id="130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18:34:30.105" v="21" actId="1076"/>
          <ac:spMkLst>
            <pc:docMk/>
            <pc:sldMk cId="0" sldId="258"/>
            <ac:spMk id="132" creationId="{00000000-0000-0000-0000-000000000000}"/>
          </ac:spMkLst>
        </pc:spChg>
        <pc:graphicFrameChg chg="mod">
          <ac:chgData name="Diana Shareny Martinez Rodriguez" userId="f2c49ec6-6c11-4dae-a3ef-cb4909170a65" providerId="ADAL" clId="{AABB945E-44BA-4143-81BB-F4C01DB1B502}" dt="2026-06-26T18:35:50.634" v="37" actId="207"/>
          <ac:graphicFrameMkLst>
            <pc:docMk/>
            <pc:sldMk cId="0" sldId="258"/>
            <ac:graphicFrameMk id="117" creationId="{00000000-0000-0000-0000-000000000000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18:47:56.800" v="50" actId="572"/>
          <ac:graphicFrameMkLst>
            <pc:docMk/>
            <pc:sldMk cId="0" sldId="258"/>
            <ac:graphicFrameMk id="137" creationId="{00000000-0000-0000-0000-000000000000}"/>
          </ac:graphicFrameMkLst>
        </pc:graphicFrameChg>
        <pc:picChg chg="mod">
          <ac:chgData name="Diana Shareny Martinez Rodriguez" userId="f2c49ec6-6c11-4dae-a3ef-cb4909170a65" providerId="ADAL" clId="{AABB945E-44BA-4143-81BB-F4C01DB1B502}" dt="2026-06-26T18:34:41.924" v="25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Diana Shareny Martinez Rodriguez" userId="f2c49ec6-6c11-4dae-a3ef-cb4909170a65" providerId="ADAL" clId="{AABB945E-44BA-4143-81BB-F4C01DB1B502}" dt="2026-06-26T18:35:07.549" v="34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Diana Shareny Martinez Rodriguez" userId="f2c49ec6-6c11-4dae-a3ef-cb4909170a65" providerId="ADAL" clId="{AABB945E-44BA-4143-81BB-F4C01DB1B502}" dt="2026-06-26T18:35:00.388" v="31" actId="1076"/>
          <ac:picMkLst>
            <pc:docMk/>
            <pc:sldMk cId="0" sldId="258"/>
            <ac:picMk id="125" creationId="{00000000-0000-0000-0000-000000000000}"/>
          </ac:picMkLst>
        </pc:picChg>
        <pc:picChg chg="mod">
          <ac:chgData name="Diana Shareny Martinez Rodriguez" userId="f2c49ec6-6c11-4dae-a3ef-cb4909170a65" providerId="ADAL" clId="{AABB945E-44BA-4143-81BB-F4C01DB1B502}" dt="2026-06-26T18:34:51.451" v="28" actId="1076"/>
          <ac:picMkLst>
            <pc:docMk/>
            <pc:sldMk cId="0" sldId="258"/>
            <ac:picMk id="128" creationId="{00000000-0000-0000-0000-000000000000}"/>
          </ac:picMkLst>
        </pc:picChg>
        <pc:picChg chg="mod">
          <ac:chgData name="Diana Shareny Martinez Rodriguez" userId="f2c49ec6-6c11-4dae-a3ef-cb4909170a65" providerId="ADAL" clId="{AABB945E-44BA-4143-81BB-F4C01DB1B502}" dt="2026-06-26T18:34:32.914" v="22" actId="1076"/>
          <ac:picMkLst>
            <pc:docMk/>
            <pc:sldMk cId="0" sldId="258"/>
            <ac:picMk id="131" creationId="{00000000-0000-0000-0000-000000000000}"/>
          </ac:picMkLst>
        </pc:picChg>
      </pc:sldChg>
      <pc:sldChg chg="addSp delSp modSp mod">
        <pc:chgData name="Diana Shareny Martinez Rodriguez" userId="f2c49ec6-6c11-4dae-a3ef-cb4909170a65" providerId="ADAL" clId="{AABB945E-44BA-4143-81BB-F4C01DB1B502}" dt="2026-06-29T18:02:34.199" v="375" actId="947"/>
        <pc:sldMkLst>
          <pc:docMk/>
          <pc:sldMk cId="0" sldId="259"/>
        </pc:sldMkLst>
        <pc:spChg chg="mod">
          <ac:chgData name="Diana Shareny Martinez Rodriguez" userId="f2c49ec6-6c11-4dae-a3ef-cb4909170a65" providerId="ADAL" clId="{AABB945E-44BA-4143-81BB-F4C01DB1B502}" dt="2026-06-29T17:54:43.236" v="365" actId="20577"/>
          <ac:spMkLst>
            <pc:docMk/>
            <pc:sldMk cId="0" sldId="259"/>
            <ac:spMk id="139" creationId="{00000000-0000-0000-0000-000000000000}"/>
          </ac:spMkLst>
        </pc:spChg>
        <pc:graphicFrameChg chg="modGraphic">
          <ac:chgData name="Diana Shareny Martinez Rodriguez" userId="f2c49ec6-6c11-4dae-a3ef-cb4909170a65" providerId="ADAL" clId="{AABB945E-44BA-4143-81BB-F4C01DB1B502}" dt="2026-06-29T18:02:34.199" v="375" actId="947"/>
          <ac:graphicFrameMkLst>
            <pc:docMk/>
            <pc:sldMk cId="0" sldId="259"/>
            <ac:graphicFrameMk id="136" creationId="{00000000-0000-0000-0000-000000000000}"/>
          </ac:graphicFrameMkLst>
        </pc:graphicFrameChg>
        <pc:picChg chg="add mod">
          <ac:chgData name="Diana Shareny Martinez Rodriguez" userId="f2c49ec6-6c11-4dae-a3ef-cb4909170a65" providerId="ADAL" clId="{AABB945E-44BA-4143-81BB-F4C01DB1B502}" dt="2026-06-26T19:24:00.631" v="86" actId="1076"/>
          <ac:picMkLst>
            <pc:docMk/>
            <pc:sldMk cId="0" sldId="259"/>
            <ac:picMk id="3" creationId="{2ED4FDCE-C649-F0AC-3F60-6D3FF2A819B9}"/>
          </ac:picMkLst>
        </pc:picChg>
      </pc:sldChg>
      <pc:sldChg chg="modSp mod">
        <pc:chgData name="Diana Shareny Martinez Rodriguez" userId="f2c49ec6-6c11-4dae-a3ef-cb4909170a65" providerId="ADAL" clId="{AABB945E-44BA-4143-81BB-F4C01DB1B502}" dt="2026-06-29T17:54:52.120" v="367" actId="20577"/>
        <pc:sldMkLst>
          <pc:docMk/>
          <pc:sldMk cId="0" sldId="260"/>
        </pc:sldMkLst>
        <pc:spChg chg="mod">
          <ac:chgData name="Diana Shareny Martinez Rodriguez" userId="f2c49ec6-6c11-4dae-a3ef-cb4909170a65" providerId="ADAL" clId="{AABB945E-44BA-4143-81BB-F4C01DB1B502}" dt="2026-06-29T17:54:52.120" v="367" actId="20577"/>
          <ac:spMkLst>
            <pc:docMk/>
            <pc:sldMk cId="0" sldId="260"/>
            <ac:spMk id="13" creationId="{00000000-0000-0000-0000-000000000000}"/>
          </ac:spMkLst>
        </pc:spChg>
      </pc:sldChg>
      <pc:sldChg chg="modSp mod">
        <pc:chgData name="Diana Shareny Martinez Rodriguez" userId="f2c49ec6-6c11-4dae-a3ef-cb4909170a65" providerId="ADAL" clId="{AABB945E-44BA-4143-81BB-F4C01DB1B502}" dt="2026-06-26T19:31:01.274" v="222" actId="1076"/>
        <pc:sldMkLst>
          <pc:docMk/>
          <pc:sldMk cId="0" sldId="263"/>
        </pc:sldMkLst>
        <pc:spChg chg="mod">
          <ac:chgData name="Diana Shareny Martinez Rodriguez" userId="f2c49ec6-6c11-4dae-a3ef-cb4909170a65" providerId="ADAL" clId="{AABB945E-44BA-4143-81BB-F4C01DB1B502}" dt="2026-06-26T19:30:43.019" v="219" actId="1035"/>
          <ac:spMkLst>
            <pc:docMk/>
            <pc:sldMk cId="0" sldId="263"/>
            <ac:spMk id="215" creationId="{47635204-C45A-64EF-3160-72341B1605BD}"/>
          </ac:spMkLst>
        </pc:spChg>
        <pc:spChg chg="mod">
          <ac:chgData name="Diana Shareny Martinez Rodriguez" userId="f2c49ec6-6c11-4dae-a3ef-cb4909170a65" providerId="ADAL" clId="{AABB945E-44BA-4143-81BB-F4C01DB1B502}" dt="2026-06-26T19:30:43.019" v="219" actId="1035"/>
          <ac:spMkLst>
            <pc:docMk/>
            <pc:sldMk cId="0" sldId="263"/>
            <ac:spMk id="217" creationId="{E71563F1-3A22-5A45-91AD-E5C9DF964EAD}"/>
          </ac:spMkLst>
        </pc:spChg>
        <pc:spChg chg="mod">
          <ac:chgData name="Diana Shareny Martinez Rodriguez" userId="f2c49ec6-6c11-4dae-a3ef-cb4909170a65" providerId="ADAL" clId="{AABB945E-44BA-4143-81BB-F4C01DB1B502}" dt="2026-06-26T19:30:58.162" v="221" actId="14100"/>
          <ac:spMkLst>
            <pc:docMk/>
            <pc:sldMk cId="0" sldId="263"/>
            <ac:spMk id="225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19:31:01.274" v="222" actId="1076"/>
          <ac:spMkLst>
            <pc:docMk/>
            <pc:sldMk cId="0" sldId="263"/>
            <ac:spMk id="228" creationId="{00000000-0000-0000-0000-000000000000}"/>
          </ac:spMkLst>
        </pc:spChg>
        <pc:graphicFrameChg chg="mod">
          <ac:chgData name="Diana Shareny Martinez Rodriguez" userId="f2c49ec6-6c11-4dae-a3ef-cb4909170a65" providerId="ADAL" clId="{AABB945E-44BA-4143-81BB-F4C01DB1B502}" dt="2026-06-26T19:30:43.019" v="219" actId="1035"/>
          <ac:graphicFrameMkLst>
            <pc:docMk/>
            <pc:sldMk cId="0" sldId="263"/>
            <ac:graphicFrameMk id="216" creationId="{F18E1943-C44E-8EEE-78EE-102655454CCE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19:30:43.019" v="219" actId="1035"/>
          <ac:graphicFrameMkLst>
            <pc:docMk/>
            <pc:sldMk cId="0" sldId="263"/>
            <ac:graphicFrameMk id="218" creationId="{66EA8925-71D0-EC02-EEBB-30D3752B95D5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19:30:55.555" v="220" actId="1076"/>
          <ac:graphicFrameMkLst>
            <pc:docMk/>
            <pc:sldMk cId="0" sldId="263"/>
            <ac:graphicFrameMk id="227" creationId="{00000000-0000-0000-0000-000000000000}"/>
          </ac:graphicFrameMkLst>
        </pc:graphicFrameChg>
      </pc:sldChg>
      <pc:sldChg chg="addSp delSp modSp mod">
        <pc:chgData name="Diana Shareny Martinez Rodriguez" userId="f2c49ec6-6c11-4dae-a3ef-cb4909170a65" providerId="ADAL" clId="{AABB945E-44BA-4143-81BB-F4C01DB1B502}" dt="2026-06-26T23:34:44.623" v="356" actId="478"/>
        <pc:sldMkLst>
          <pc:docMk/>
          <pc:sldMk cId="0" sldId="272"/>
        </pc:sldMkLst>
      </pc:sldChg>
      <pc:sldChg chg="addSp delSp modSp mod">
        <pc:chgData name="Diana Shareny Martinez Rodriguez" userId="f2c49ec6-6c11-4dae-a3ef-cb4909170a65" providerId="ADAL" clId="{AABB945E-44BA-4143-81BB-F4C01DB1B502}" dt="2026-06-26T18:32:58.444" v="3" actId="14100"/>
        <pc:sldMkLst>
          <pc:docMk/>
          <pc:sldMk cId="0" sldId="279"/>
        </pc:sldMkLst>
        <pc:spChg chg="add mod">
          <ac:chgData name="Diana Shareny Martinez Rodriguez" userId="f2c49ec6-6c11-4dae-a3ef-cb4909170a65" providerId="ADAL" clId="{AABB945E-44BA-4143-81BB-F4C01DB1B502}" dt="2026-06-26T18:32:58.444" v="3" actId="14100"/>
          <ac:spMkLst>
            <pc:docMk/>
            <pc:sldMk cId="0" sldId="279"/>
            <ac:spMk id="4" creationId="{90AAFBF8-8D61-CC7B-C92C-CB31D4401722}"/>
          </ac:spMkLst>
        </pc:spChg>
      </pc:sldChg>
      <pc:sldChg chg="addSp delSp modSp mod">
        <pc:chgData name="Diana Shareny Martinez Rodriguez" userId="f2c49ec6-6c11-4dae-a3ef-cb4909170a65" providerId="ADAL" clId="{AABB945E-44BA-4143-81BB-F4C01DB1B502}" dt="2026-06-26T19:34:34.435" v="266" actId="478"/>
        <pc:sldMkLst>
          <pc:docMk/>
          <pc:sldMk cId="3828482411" sldId="281"/>
        </pc:sldMkLst>
        <pc:graphicFrameChg chg="mod modGraphic">
          <ac:chgData name="Diana Shareny Martinez Rodriguez" userId="f2c49ec6-6c11-4dae-a3ef-cb4909170a65" providerId="ADAL" clId="{AABB945E-44BA-4143-81BB-F4C01DB1B502}" dt="2026-06-26T19:34:29.656" v="265" actId="207"/>
          <ac:graphicFrameMkLst>
            <pc:docMk/>
            <pc:sldMk cId="3828482411" sldId="281"/>
            <ac:graphicFrameMk id="5" creationId="{00000000-0000-0000-0000-000000000000}"/>
          </ac:graphicFrameMkLst>
        </pc:graphicFrameChg>
      </pc:sldChg>
      <pc:sldChg chg="modSp mod">
        <pc:chgData name="Diana Shareny Martinez Rodriguez" userId="f2c49ec6-6c11-4dae-a3ef-cb4909170a65" providerId="ADAL" clId="{AABB945E-44BA-4143-81BB-F4C01DB1B502}" dt="2026-06-26T19:43:43.624" v="331" actId="20577"/>
        <pc:sldMkLst>
          <pc:docMk/>
          <pc:sldMk cId="0" sldId="282"/>
        </pc:sldMkLst>
        <pc:graphicFrameChg chg="modGraphic">
          <ac:chgData name="Diana Shareny Martinez Rodriguez" userId="f2c49ec6-6c11-4dae-a3ef-cb4909170a65" providerId="ADAL" clId="{AABB945E-44BA-4143-81BB-F4C01DB1B502}" dt="2026-06-26T19:43:43.624" v="331" actId="20577"/>
          <ac:graphicFrameMkLst>
            <pc:docMk/>
            <pc:sldMk cId="0" sldId="282"/>
            <ac:graphicFrameMk id="536" creationId="{00000000-0000-0000-0000-000000000000}"/>
          </ac:graphicFrameMkLst>
        </pc:graphicFrameChg>
      </pc:sldChg>
      <pc:sldChg chg="addSp modSp mod">
        <pc:chgData name="Diana Shareny Martinez Rodriguez" userId="f2c49ec6-6c11-4dae-a3ef-cb4909170a65" providerId="ADAL" clId="{AABB945E-44BA-4143-81BB-F4C01DB1B502}" dt="2026-06-26T19:43:13.531" v="321" actId="22"/>
        <pc:sldMkLst>
          <pc:docMk/>
          <pc:sldMk cId="364733940" sldId="284"/>
        </pc:sldMkLst>
        <pc:spChg chg="add mod">
          <ac:chgData name="Diana Shareny Martinez Rodriguez" userId="f2c49ec6-6c11-4dae-a3ef-cb4909170a65" providerId="ADAL" clId="{AABB945E-44BA-4143-81BB-F4C01DB1B502}" dt="2026-06-26T19:43:05.960" v="319" actId="1035"/>
          <ac:spMkLst>
            <pc:docMk/>
            <pc:sldMk cId="364733940" sldId="284"/>
            <ac:spMk id="17" creationId="{76601FDE-E062-8936-E764-D8880ED638D6}"/>
          </ac:spMkLst>
        </pc:spChg>
        <pc:spChg chg="add mod">
          <ac:chgData name="Diana Shareny Martinez Rodriguez" userId="f2c49ec6-6c11-4dae-a3ef-cb4909170a65" providerId="ADAL" clId="{AABB945E-44BA-4143-81BB-F4C01DB1B502}" dt="2026-06-26T19:43:05.960" v="319" actId="1035"/>
          <ac:spMkLst>
            <pc:docMk/>
            <pc:sldMk cId="364733940" sldId="284"/>
            <ac:spMk id="19" creationId="{20181F87-CE1B-FFA8-5AF9-D2402391E2A9}"/>
          </ac:spMkLst>
        </pc:spChg>
        <pc:spChg chg="add mod">
          <ac:chgData name="Diana Shareny Martinez Rodriguez" userId="f2c49ec6-6c11-4dae-a3ef-cb4909170a65" providerId="ADAL" clId="{AABB945E-44BA-4143-81BB-F4C01DB1B502}" dt="2026-06-26T19:43:05.960" v="319" actId="1035"/>
          <ac:spMkLst>
            <pc:docMk/>
            <pc:sldMk cId="364733940" sldId="284"/>
            <ac:spMk id="21" creationId="{BC0F06A5-BAA2-698F-E93C-A2B387AF9D83}"/>
          </ac:spMkLst>
        </pc:spChg>
        <pc:spChg chg="add mod">
          <ac:chgData name="Diana Shareny Martinez Rodriguez" userId="f2c49ec6-6c11-4dae-a3ef-cb4909170a65" providerId="ADAL" clId="{AABB945E-44BA-4143-81BB-F4C01DB1B502}" dt="2026-06-26T19:43:05.960" v="319" actId="1035"/>
          <ac:spMkLst>
            <pc:docMk/>
            <pc:sldMk cId="364733940" sldId="284"/>
            <ac:spMk id="23" creationId="{6FF245C6-9C65-E9EB-BDD0-2F651B301CAE}"/>
          </ac:spMkLst>
        </pc:spChg>
        <pc:spChg chg="add mod">
          <ac:chgData name="Diana Shareny Martinez Rodriguez" userId="f2c49ec6-6c11-4dae-a3ef-cb4909170a65" providerId="ADAL" clId="{AABB945E-44BA-4143-81BB-F4C01DB1B502}" dt="2026-06-26T19:43:05.960" v="319" actId="1035"/>
          <ac:spMkLst>
            <pc:docMk/>
            <pc:sldMk cId="364733940" sldId="284"/>
            <ac:spMk id="25" creationId="{48F6C482-53EA-D29A-A071-26236D724C83}"/>
          </ac:spMkLst>
        </pc:spChg>
        <pc:spChg chg="add mod">
          <ac:chgData name="Diana Shareny Martinez Rodriguez" userId="f2c49ec6-6c11-4dae-a3ef-cb4909170a65" providerId="ADAL" clId="{AABB945E-44BA-4143-81BB-F4C01DB1B502}" dt="2026-06-26T19:43:05.960" v="319" actId="1035"/>
          <ac:spMkLst>
            <pc:docMk/>
            <pc:sldMk cId="364733940" sldId="284"/>
            <ac:spMk id="29" creationId="{E003C673-0DDF-B48A-5EBE-BB6C72960A4F}"/>
          </ac:spMkLst>
        </pc:spChg>
        <pc:spChg chg="add mod">
          <ac:chgData name="Diana Shareny Martinez Rodriguez" userId="f2c49ec6-6c11-4dae-a3ef-cb4909170a65" providerId="ADAL" clId="{AABB945E-44BA-4143-81BB-F4C01DB1B502}" dt="2026-06-26T19:43:05.960" v="319" actId="1035"/>
          <ac:spMkLst>
            <pc:docMk/>
            <pc:sldMk cId="364733940" sldId="284"/>
            <ac:spMk id="31" creationId="{07810977-D7E2-550F-4013-5AF5C3DEB155}"/>
          </ac:spMkLst>
        </pc:spChg>
        <pc:spChg chg="add">
          <ac:chgData name="Diana Shareny Martinez Rodriguez" userId="f2c49ec6-6c11-4dae-a3ef-cb4909170a65" providerId="ADAL" clId="{AABB945E-44BA-4143-81BB-F4C01DB1B502}" dt="2026-06-26T19:43:13.531" v="321" actId="22"/>
          <ac:spMkLst>
            <pc:docMk/>
            <pc:sldMk cId="364733940" sldId="284"/>
            <ac:spMk id="33" creationId="{0FEEF86C-D2E7-6CBD-924F-A183530FDCEA}"/>
          </ac:spMkLst>
        </pc:spChg>
        <pc:graphicFrameChg chg="add mod">
          <ac:chgData name="Diana Shareny Martinez Rodriguez" userId="f2c49ec6-6c11-4dae-a3ef-cb4909170a65" providerId="ADAL" clId="{AABB945E-44BA-4143-81BB-F4C01DB1B502}" dt="2026-06-26T19:43:05.960" v="319" actId="1035"/>
          <ac:graphicFrameMkLst>
            <pc:docMk/>
            <pc:sldMk cId="364733940" sldId="284"/>
            <ac:graphicFrameMk id="15" creationId="{030F2995-8BD6-A5CC-37DC-B8DAE30781C8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6T19:43:05.960" v="319" actId="1035"/>
          <ac:graphicFrameMkLst>
            <pc:docMk/>
            <pc:sldMk cId="364733940" sldId="284"/>
            <ac:graphicFrameMk id="27" creationId="{D1A42006-E20F-363D-C5EA-C3796E6039FC}"/>
          </ac:graphicFrameMkLst>
        </pc:graphicFrameChg>
        <pc:picChg chg="add mod">
          <ac:chgData name="Diana Shareny Martinez Rodriguez" userId="f2c49ec6-6c11-4dae-a3ef-cb4909170a65" providerId="ADAL" clId="{AABB945E-44BA-4143-81BB-F4C01DB1B502}" dt="2026-06-26T19:43:05.960" v="319" actId="1035"/>
          <ac:picMkLst>
            <pc:docMk/>
            <pc:sldMk cId="364733940" sldId="284"/>
            <ac:picMk id="13" creationId="{5164D98B-44D0-A272-666A-5894FAE608EB}"/>
          </ac:picMkLst>
        </pc:picChg>
      </pc:sldChg>
      <pc:sldChg chg="addSp modSp mod">
        <pc:chgData name="Diana Shareny Martinez Rodriguez" userId="f2c49ec6-6c11-4dae-a3ef-cb4909170a65" providerId="ADAL" clId="{AABB945E-44BA-4143-81BB-F4C01DB1B502}" dt="2026-06-26T19:21:12.796" v="83" actId="20577"/>
        <pc:sldMkLst>
          <pc:docMk/>
          <pc:sldMk cId="3805655920" sldId="288"/>
        </pc:sldMkLst>
        <pc:spChg chg="mod">
          <ac:chgData name="Diana Shareny Martinez Rodriguez" userId="f2c49ec6-6c11-4dae-a3ef-cb4909170a65" providerId="ADAL" clId="{AABB945E-44BA-4143-81BB-F4C01DB1B502}" dt="2026-06-26T19:21:12.796" v="83" actId="20577"/>
          <ac:spMkLst>
            <pc:docMk/>
            <pc:sldMk cId="3805655920" sldId="288"/>
            <ac:spMk id="4" creationId="{00000000-0000-0000-0000-000000000000}"/>
          </ac:spMkLst>
        </pc:spChg>
        <pc:spChg chg="add mod">
          <ac:chgData name="Diana Shareny Martinez Rodriguez" userId="f2c49ec6-6c11-4dae-a3ef-cb4909170a65" providerId="ADAL" clId="{AABB945E-44BA-4143-81BB-F4C01DB1B502}" dt="2026-06-26T19:20:49.061" v="65" actId="1076"/>
          <ac:spMkLst>
            <pc:docMk/>
            <pc:sldMk cId="3805655920" sldId="288"/>
            <ac:spMk id="8" creationId="{328A8480-F478-B390-5038-BED61BDAE2FF}"/>
          </ac:spMkLst>
        </pc:spChg>
        <pc:spChg chg="add mod">
          <ac:chgData name="Diana Shareny Martinez Rodriguez" userId="f2c49ec6-6c11-4dae-a3ef-cb4909170a65" providerId="ADAL" clId="{AABB945E-44BA-4143-81BB-F4C01DB1B502}" dt="2026-06-26T19:20:49.061" v="65" actId="1076"/>
          <ac:spMkLst>
            <pc:docMk/>
            <pc:sldMk cId="3805655920" sldId="288"/>
            <ac:spMk id="16" creationId="{1E05CDCF-A785-32AC-12B2-C69B58E136FF}"/>
          </ac:spMkLst>
        </pc:spChg>
        <pc:spChg chg="add mod">
          <ac:chgData name="Diana Shareny Martinez Rodriguez" userId="f2c49ec6-6c11-4dae-a3ef-cb4909170a65" providerId="ADAL" clId="{AABB945E-44BA-4143-81BB-F4C01DB1B502}" dt="2026-06-26T19:20:49.061" v="65" actId="1076"/>
          <ac:spMkLst>
            <pc:docMk/>
            <pc:sldMk cId="3805655920" sldId="288"/>
            <ac:spMk id="18" creationId="{9E0748D6-04F8-E232-ECF7-091BE866CCC7}"/>
          </ac:spMkLst>
        </pc:spChg>
        <pc:spChg chg="add mod">
          <ac:chgData name="Diana Shareny Martinez Rodriguez" userId="f2c49ec6-6c11-4dae-a3ef-cb4909170a65" providerId="ADAL" clId="{AABB945E-44BA-4143-81BB-F4C01DB1B502}" dt="2026-06-26T19:20:49.061" v="65" actId="1076"/>
          <ac:spMkLst>
            <pc:docMk/>
            <pc:sldMk cId="3805655920" sldId="288"/>
            <ac:spMk id="20" creationId="{AC882AD9-A89A-11DA-1E77-0CAC332BC94C}"/>
          </ac:spMkLst>
        </pc:spChg>
        <pc:spChg chg="add mod">
          <ac:chgData name="Diana Shareny Martinez Rodriguez" userId="f2c49ec6-6c11-4dae-a3ef-cb4909170a65" providerId="ADAL" clId="{AABB945E-44BA-4143-81BB-F4C01DB1B502}" dt="2026-06-26T19:20:49.061" v="65" actId="1076"/>
          <ac:spMkLst>
            <pc:docMk/>
            <pc:sldMk cId="3805655920" sldId="288"/>
            <ac:spMk id="22" creationId="{6BDF50BF-3EE5-B2AA-B0C4-20BE31D9BBB4}"/>
          </ac:spMkLst>
        </pc:spChg>
        <pc:spChg chg="add mod">
          <ac:chgData name="Diana Shareny Martinez Rodriguez" userId="f2c49ec6-6c11-4dae-a3ef-cb4909170a65" providerId="ADAL" clId="{AABB945E-44BA-4143-81BB-F4C01DB1B502}" dt="2026-06-26T19:20:53.728" v="66" actId="1076"/>
          <ac:spMkLst>
            <pc:docMk/>
            <pc:sldMk cId="3805655920" sldId="288"/>
            <ac:spMk id="30" creationId="{7E970D30-0B09-5961-C551-5867DBC2ED89}"/>
          </ac:spMkLst>
        </pc:spChg>
        <pc:graphicFrameChg chg="mod">
          <ac:chgData name="Diana Shareny Martinez Rodriguez" userId="f2c49ec6-6c11-4dae-a3ef-cb4909170a65" providerId="ADAL" clId="{AABB945E-44BA-4143-81BB-F4C01DB1B502}" dt="2026-06-26T19:20:31.580" v="61" actId="1076"/>
          <ac:graphicFrameMkLst>
            <pc:docMk/>
            <pc:sldMk cId="3805655920" sldId="288"/>
            <ac:graphicFrameMk id="2" creationId="{CE311797-87D8-E82B-53FD-656489078C82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19:20:35.594" v="62" actId="1076"/>
          <ac:graphicFrameMkLst>
            <pc:docMk/>
            <pc:sldMk cId="3805655920" sldId="288"/>
            <ac:graphicFrameMk id="5" creationId="{00000000-0000-0000-0000-000000000000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19:20:37.896" v="63" actId="1076"/>
          <ac:graphicFrameMkLst>
            <pc:docMk/>
            <pc:sldMk cId="3805655920" sldId="288"/>
            <ac:graphicFrameMk id="6" creationId="{00000000-0000-0000-0000-000000000000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6T19:20:41.075" v="64" actId="1076"/>
          <ac:graphicFrameMkLst>
            <pc:docMk/>
            <pc:sldMk cId="3805655920" sldId="288"/>
            <ac:graphicFrameMk id="10" creationId="{8D63DB51-4109-7DE5-260B-5ADA2F3EB0B5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19:20:49.061" v="65" actId="1076"/>
          <ac:graphicFrameMkLst>
            <pc:docMk/>
            <pc:sldMk cId="3805655920" sldId="288"/>
            <ac:graphicFrameMk id="12" creationId="{34A296CF-5A6E-5215-9EB9-2A3456EC4394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19:20:49.061" v="65" actId="1076"/>
          <ac:graphicFrameMkLst>
            <pc:docMk/>
            <pc:sldMk cId="3805655920" sldId="288"/>
            <ac:graphicFrameMk id="14" creationId="{2D6793AA-D47F-5D5A-26A1-A2282F70224B}"/>
          </ac:graphicFrameMkLst>
        </pc:graphicFrameChg>
        <pc:picChg chg="add mod">
          <ac:chgData name="Diana Shareny Martinez Rodriguez" userId="f2c49ec6-6c11-4dae-a3ef-cb4909170a65" providerId="ADAL" clId="{AABB945E-44BA-4143-81BB-F4C01DB1B502}" dt="2026-06-26T19:20:49.061" v="65" actId="1076"/>
          <ac:picMkLst>
            <pc:docMk/>
            <pc:sldMk cId="3805655920" sldId="288"/>
            <ac:picMk id="24" creationId="{911C0204-4516-9D39-23EB-A49641E533AF}"/>
          </ac:picMkLst>
        </pc:picChg>
        <pc:picChg chg="add mod">
          <ac:chgData name="Diana Shareny Martinez Rodriguez" userId="f2c49ec6-6c11-4dae-a3ef-cb4909170a65" providerId="ADAL" clId="{AABB945E-44BA-4143-81BB-F4C01DB1B502}" dt="2026-06-26T19:20:49.061" v="65" actId="1076"/>
          <ac:picMkLst>
            <pc:docMk/>
            <pc:sldMk cId="3805655920" sldId="288"/>
            <ac:picMk id="26" creationId="{B3362298-8E63-5314-723A-DCE487D186A0}"/>
          </ac:picMkLst>
        </pc:picChg>
        <pc:picChg chg="add mod">
          <ac:chgData name="Diana Shareny Martinez Rodriguez" userId="f2c49ec6-6c11-4dae-a3ef-cb4909170a65" providerId="ADAL" clId="{AABB945E-44BA-4143-81BB-F4C01DB1B502}" dt="2026-06-26T19:20:49.061" v="65" actId="1076"/>
          <ac:picMkLst>
            <pc:docMk/>
            <pc:sldMk cId="3805655920" sldId="288"/>
            <ac:picMk id="28" creationId="{016693C8-1F72-FFDB-1595-F8E47B6FD175}"/>
          </ac:picMkLst>
        </pc:picChg>
      </pc:sldChg>
      <pc:sldChg chg="modSp mod">
        <pc:chgData name="Diana Shareny Martinez Rodriguez" userId="f2c49ec6-6c11-4dae-a3ef-cb4909170a65" providerId="ADAL" clId="{AABB945E-44BA-4143-81BB-F4C01DB1B502}" dt="2026-07-03T00:23:03.892" v="391"/>
        <pc:sldMkLst>
          <pc:docMk/>
          <pc:sldMk cId="3240565764" sldId="297"/>
        </pc:sldMkLst>
        <pc:spChg chg="mod">
          <ac:chgData name="Diana Shareny Martinez Rodriguez" userId="f2c49ec6-6c11-4dae-a3ef-cb4909170a65" providerId="ADAL" clId="{AABB945E-44BA-4143-81BB-F4C01DB1B502}" dt="2026-06-26T19:41:31.426" v="294" actId="20577"/>
          <ac:spMkLst>
            <pc:docMk/>
            <pc:sldMk cId="3240565764" sldId="297"/>
            <ac:spMk id="20" creationId="{00000000-0000-0000-0000-000000000000}"/>
          </ac:spMkLst>
        </pc:spChg>
        <pc:graphicFrameChg chg="mod modGraphic">
          <ac:chgData name="Diana Shareny Martinez Rodriguez" userId="f2c49ec6-6c11-4dae-a3ef-cb4909170a65" providerId="ADAL" clId="{AABB945E-44BA-4143-81BB-F4C01DB1B502}" dt="2026-06-26T20:33:38.058" v="341" actId="1076"/>
          <ac:graphicFrameMkLst>
            <pc:docMk/>
            <pc:sldMk cId="3240565764" sldId="297"/>
            <ac:graphicFrameMk id="17" creationId="{00000000-0000-0000-0000-000000000000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20:33:33.474" v="340" actId="1076"/>
          <ac:graphicFrameMkLst>
            <pc:docMk/>
            <pc:sldMk cId="3240565764" sldId="297"/>
            <ac:graphicFrameMk id="18" creationId="{00000000-0000-0000-0000-000000000000}"/>
          </ac:graphicFrameMkLst>
        </pc:graphicFrameChg>
        <pc:graphicFrameChg chg="mod modGraphic">
          <ac:chgData name="Diana Shareny Martinez Rodriguez" userId="f2c49ec6-6c11-4dae-a3ef-cb4909170a65" providerId="ADAL" clId="{AABB945E-44BA-4143-81BB-F4C01DB1B502}" dt="2026-07-03T00:23:03.892" v="391"/>
          <ac:graphicFrameMkLst>
            <pc:docMk/>
            <pc:sldMk cId="3240565764" sldId="297"/>
            <ac:graphicFrameMk id="19" creationId="{00000000-0000-0000-0000-000000000000}"/>
          </ac:graphicFrameMkLst>
        </pc:graphicFrameChg>
      </pc:sldChg>
      <pc:sldChg chg="modSp mod">
        <pc:chgData name="Diana Shareny Martinez Rodriguez" userId="f2c49ec6-6c11-4dae-a3ef-cb4909170a65" providerId="ADAL" clId="{AABB945E-44BA-4143-81BB-F4C01DB1B502}" dt="2026-06-26T19:31:56.213" v="238" actId="20577"/>
        <pc:sldMkLst>
          <pc:docMk/>
          <pc:sldMk cId="1616385343" sldId="298"/>
        </pc:sldMkLst>
        <pc:spChg chg="mod">
          <ac:chgData name="Diana Shareny Martinez Rodriguez" userId="f2c49ec6-6c11-4dae-a3ef-cb4909170a65" providerId="ADAL" clId="{AABB945E-44BA-4143-81BB-F4C01DB1B502}" dt="2026-06-26T19:31:56.213" v="238" actId="20577"/>
          <ac:spMkLst>
            <pc:docMk/>
            <pc:sldMk cId="1616385343" sldId="298"/>
            <ac:spMk id="5" creationId="{00000000-0000-0000-0000-000000000000}"/>
          </ac:spMkLst>
        </pc:spChg>
      </pc:sldChg>
      <pc:sldChg chg="addSp delSp modSp mod">
        <pc:chgData name="Diana Shareny Martinez Rodriguez" userId="f2c49ec6-6c11-4dae-a3ef-cb4909170a65" providerId="ADAL" clId="{AABB945E-44BA-4143-81BB-F4C01DB1B502}" dt="2026-06-26T23:33:01.694" v="354" actId="478"/>
        <pc:sldMkLst>
          <pc:docMk/>
          <pc:sldMk cId="2742649885" sldId="300"/>
        </pc:sldMkLst>
        <pc:spChg chg="mod">
          <ac:chgData name="Diana Shareny Martinez Rodriguez" userId="f2c49ec6-6c11-4dae-a3ef-cb4909170a65" providerId="ADAL" clId="{AABB945E-44BA-4143-81BB-F4C01DB1B502}" dt="2026-06-26T19:36:14.202" v="272" actId="1076"/>
          <ac:spMkLst>
            <pc:docMk/>
            <pc:sldMk cId="2742649885" sldId="300"/>
            <ac:spMk id="7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32:57.499" v="352" actId="20577"/>
          <ac:spMkLst>
            <pc:docMk/>
            <pc:sldMk cId="2742649885" sldId="300"/>
            <ac:spMk id="10" creationId="{00000000-0000-0000-0000-000000000000}"/>
          </ac:spMkLst>
        </pc:spChg>
        <pc:graphicFrameChg chg="mod modGraphic">
          <ac:chgData name="Diana Shareny Martinez Rodriguez" userId="f2c49ec6-6c11-4dae-a3ef-cb4909170a65" providerId="ADAL" clId="{AABB945E-44BA-4143-81BB-F4C01DB1B502}" dt="2026-06-26T19:37:08.509" v="280" actId="403"/>
          <ac:graphicFrameMkLst>
            <pc:docMk/>
            <pc:sldMk cId="2742649885" sldId="300"/>
            <ac:graphicFrameMk id="9" creationId="{00000000-0000-0000-0000-000000000000}"/>
          </ac:graphicFrameMkLst>
        </pc:graphicFrameChg>
        <pc:cxnChg chg="mod">
          <ac:chgData name="Diana Shareny Martinez Rodriguez" userId="f2c49ec6-6c11-4dae-a3ef-cb4909170a65" providerId="ADAL" clId="{AABB945E-44BA-4143-81BB-F4C01DB1B502}" dt="2026-06-26T19:36:16.555" v="273" actId="1076"/>
          <ac:cxnSpMkLst>
            <pc:docMk/>
            <pc:sldMk cId="2742649885" sldId="300"/>
            <ac:cxnSpMk id="8" creationId="{00000000-0000-0000-0000-000000000000}"/>
          </ac:cxnSpMkLst>
        </pc:cxnChg>
      </pc:sldChg>
      <pc:sldChg chg="addSp delSp modSp mod">
        <pc:chgData name="Diana Shareny Martinez Rodriguez" userId="f2c49ec6-6c11-4dae-a3ef-cb4909170a65" providerId="ADAL" clId="{AABB945E-44BA-4143-81BB-F4C01DB1B502}" dt="2026-07-06T16:34:01.241" v="395" actId="20577"/>
        <pc:sldMkLst>
          <pc:docMk/>
          <pc:sldMk cId="0" sldId="301"/>
        </pc:sldMkLst>
        <pc:spChg chg="mod">
          <ac:chgData name="Diana Shareny Martinez Rodriguez" userId="f2c49ec6-6c11-4dae-a3ef-cb4909170a65" providerId="ADAL" clId="{AABB945E-44BA-4143-81BB-F4C01DB1B502}" dt="2026-06-29T17:54:58.216" v="370" actId="20577"/>
          <ac:spMkLst>
            <pc:docMk/>
            <pc:sldMk cId="0" sldId="301"/>
            <ac:spMk id="6" creationId="{00000000-0000-0000-0000-000000000000}"/>
          </ac:spMkLst>
        </pc:spChg>
        <pc:spChg chg="add mod">
          <ac:chgData name="Diana Shareny Martinez Rodriguez" userId="f2c49ec6-6c11-4dae-a3ef-cb4909170a65" providerId="ADAL" clId="{AABB945E-44BA-4143-81BB-F4C01DB1B502}" dt="2026-06-26T19:30:03.875" v="194" actId="207"/>
          <ac:spMkLst>
            <pc:docMk/>
            <pc:sldMk cId="0" sldId="301"/>
            <ac:spMk id="12" creationId="{3822379D-59AD-83D3-38C5-FD4A21905E7B}"/>
          </ac:spMkLst>
        </pc:spChg>
        <pc:spChg chg="add mod">
          <ac:chgData name="Diana Shareny Martinez Rodriguez" userId="f2c49ec6-6c11-4dae-a3ef-cb4909170a65" providerId="ADAL" clId="{AABB945E-44BA-4143-81BB-F4C01DB1B502}" dt="2026-06-29T17:56:08.391" v="373" actId="20577"/>
          <ac:spMkLst>
            <pc:docMk/>
            <pc:sldMk cId="0" sldId="301"/>
            <ac:spMk id="14" creationId="{36D73504-C247-6F51-69A8-22CBE3DEA9B8}"/>
          </ac:spMkLst>
        </pc:spChg>
        <pc:graphicFrameChg chg="modGraphic">
          <ac:chgData name="Diana Shareny Martinez Rodriguez" userId="f2c49ec6-6c11-4dae-a3ef-cb4909170a65" providerId="ADAL" clId="{AABB945E-44BA-4143-81BB-F4C01DB1B502}" dt="2026-07-06T16:34:01.241" v="395" actId="20577"/>
          <ac:graphicFrameMkLst>
            <pc:docMk/>
            <pc:sldMk cId="0" sldId="301"/>
            <ac:graphicFrameMk id="5" creationId="{00000000-0000-0000-0000-000000000000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6T19:30:12.733" v="196" actId="1076"/>
          <ac:graphicFrameMkLst>
            <pc:docMk/>
            <pc:sldMk cId="0" sldId="301"/>
            <ac:graphicFrameMk id="8" creationId="{CF57720C-A953-59EC-0C48-E9C439EF115E}"/>
          </ac:graphicFrameMkLst>
        </pc:graphicFrameChg>
        <pc:graphicFrameChg chg="add mod modGraphic">
          <ac:chgData name="Diana Shareny Martinez Rodriguez" userId="f2c49ec6-6c11-4dae-a3ef-cb4909170a65" providerId="ADAL" clId="{AABB945E-44BA-4143-81BB-F4C01DB1B502}" dt="2026-06-29T18:39:35.965" v="389" actId="20577"/>
          <ac:graphicFrameMkLst>
            <pc:docMk/>
            <pc:sldMk cId="0" sldId="301"/>
            <ac:graphicFrameMk id="10" creationId="{882D7896-D293-57F9-8939-9D7A3F437534}"/>
          </ac:graphicFrameMkLst>
        </pc:graphicFrameChg>
      </pc:sldChg>
      <pc:sldChg chg="modSp mod">
        <pc:chgData name="Diana Shareny Martinez Rodriguez" userId="f2c49ec6-6c11-4dae-a3ef-cb4909170a65" providerId="ADAL" clId="{AABB945E-44BA-4143-81BB-F4C01DB1B502}" dt="2026-06-26T19:31:59.791" v="240" actId="20577"/>
        <pc:sldMkLst>
          <pc:docMk/>
          <pc:sldMk cId="0" sldId="302"/>
        </pc:sldMkLst>
        <pc:spChg chg="mod">
          <ac:chgData name="Diana Shareny Martinez Rodriguez" userId="f2c49ec6-6c11-4dae-a3ef-cb4909170a65" providerId="ADAL" clId="{AABB945E-44BA-4143-81BB-F4C01DB1B502}" dt="2026-06-26T19:31:59.791" v="240" actId="20577"/>
          <ac:spMkLst>
            <pc:docMk/>
            <pc:sldMk cId="0" sldId="302"/>
            <ac:spMk id="5" creationId="{00000000-0000-0000-0000-000000000000}"/>
          </ac:spMkLst>
        </pc:spChg>
      </pc:sldChg>
      <pc:sldChg chg="modSp mod">
        <pc:chgData name="Diana Shareny Martinez Rodriguez" userId="f2c49ec6-6c11-4dae-a3ef-cb4909170a65" providerId="ADAL" clId="{AABB945E-44BA-4143-81BB-F4C01DB1B502}" dt="2026-06-26T19:32:05.433" v="244" actId="20577"/>
        <pc:sldMkLst>
          <pc:docMk/>
          <pc:sldMk cId="0" sldId="303"/>
        </pc:sldMkLst>
        <pc:spChg chg="mod">
          <ac:chgData name="Diana Shareny Martinez Rodriguez" userId="f2c49ec6-6c11-4dae-a3ef-cb4909170a65" providerId="ADAL" clId="{AABB945E-44BA-4143-81BB-F4C01DB1B502}" dt="2026-06-26T19:32:05.433" v="244" actId="20577"/>
          <ac:spMkLst>
            <pc:docMk/>
            <pc:sldMk cId="0" sldId="303"/>
            <ac:spMk id="4" creationId="{00000000-0000-0000-0000-000000000000}"/>
          </ac:spMkLst>
        </pc:spChg>
      </pc:sldChg>
      <pc:sldChg chg="addSp modSp mod">
        <pc:chgData name="Diana Shareny Martinez Rodriguez" userId="f2c49ec6-6c11-4dae-a3ef-cb4909170a65" providerId="ADAL" clId="{AABB945E-44BA-4143-81BB-F4C01DB1B502}" dt="2026-06-26T19:46:48.370" v="334" actId="1076"/>
        <pc:sldMkLst>
          <pc:docMk/>
          <pc:sldMk cId="0" sldId="304"/>
        </pc:sldMkLst>
        <pc:spChg chg="mod">
          <ac:chgData name="Diana Shareny Martinez Rodriguez" userId="f2c49ec6-6c11-4dae-a3ef-cb4909170a65" providerId="ADAL" clId="{AABB945E-44BA-4143-81BB-F4C01DB1B502}" dt="2026-06-26T19:32:15.724" v="247" actId="20577"/>
          <ac:spMkLst>
            <pc:docMk/>
            <pc:sldMk cId="0" sldId="304"/>
            <ac:spMk id="5" creationId="{00000000-0000-0000-0000-000000000000}"/>
          </ac:spMkLst>
        </pc:spChg>
        <pc:spChg chg="add mod">
          <ac:chgData name="Diana Shareny Martinez Rodriguez" userId="f2c49ec6-6c11-4dae-a3ef-cb4909170a65" providerId="ADAL" clId="{AABB945E-44BA-4143-81BB-F4C01DB1B502}" dt="2026-06-26T19:33:20.329" v="253" actId="1076"/>
          <ac:spMkLst>
            <pc:docMk/>
            <pc:sldMk cId="0" sldId="304"/>
            <ac:spMk id="14" creationId="{F9F5AD8B-E6F2-F336-739F-5105C5BD1D6D}"/>
          </ac:spMkLst>
        </pc:spChg>
        <pc:graphicFrameChg chg="add mod">
          <ac:chgData name="Diana Shareny Martinez Rodriguez" userId="f2c49ec6-6c11-4dae-a3ef-cb4909170a65" providerId="ADAL" clId="{AABB945E-44BA-4143-81BB-F4C01DB1B502}" dt="2026-06-26T19:46:48.370" v="334" actId="1076"/>
          <ac:graphicFrameMkLst>
            <pc:docMk/>
            <pc:sldMk cId="0" sldId="304"/>
            <ac:graphicFrameMk id="12" creationId="{9FD568F9-D87C-FDF2-9880-D1A813D64CA1}"/>
          </ac:graphicFrameMkLst>
        </pc:graphicFrameChg>
      </pc:sldChg>
      <pc:sldChg chg="add">
        <pc:chgData name="Diana Shareny Martinez Rodriguez" userId="f2c49ec6-6c11-4dae-a3ef-cb4909170a65" providerId="ADAL" clId="{AABB945E-44BA-4143-81BB-F4C01DB1B502}" dt="2026-06-26T18:34:05.303" v="7"/>
        <pc:sldMkLst>
          <pc:docMk/>
          <pc:sldMk cId="0" sldId="307"/>
        </pc:sldMkLst>
      </pc:sldChg>
    </pc:docChg>
  </pc:docChgLst>
  <pc:docChgLst>
    <pc:chgData name="Laura Patricia Galvan Chavez" userId="S::laura.galvan@imss.gob.mx::6b13af50-ce8b-483e-8fc4-f994efaf3289" providerId="AD" clId="Web-{9EDE45CE-40E5-EF71-4CFA-B0BB7F34D0CD}"/>
    <pc:docChg chg="modSld">
      <pc:chgData name="Laura Patricia Galvan Chavez" userId="S::laura.galvan@imss.gob.mx::6b13af50-ce8b-483e-8fc4-f994efaf3289" providerId="AD" clId="Web-{9EDE45CE-40E5-EF71-4CFA-B0BB7F34D0CD}" dt="2026-06-23T23:06:32.293" v="18" actId="20577"/>
      <pc:docMkLst>
        <pc:docMk/>
      </pc:docMkLst>
      <pc:sldChg chg="delSp modSp">
        <pc:chgData name="Laura Patricia Galvan Chavez" userId="S::laura.galvan@imss.gob.mx::6b13af50-ce8b-483e-8fc4-f994efaf3289" providerId="AD" clId="Web-{9EDE45CE-40E5-EF71-4CFA-B0BB7F34D0CD}" dt="2026-06-23T23:06:32.293" v="18" actId="20577"/>
        <pc:sldMkLst>
          <pc:docMk/>
          <pc:sldMk cId="3240565764" sldId="297"/>
        </pc:sldMkLst>
        <pc:spChg chg="mod">
          <ac:chgData name="Laura Patricia Galvan Chavez" userId="S::laura.galvan@imss.gob.mx::6b13af50-ce8b-483e-8fc4-f994efaf3289" providerId="AD" clId="Web-{9EDE45CE-40E5-EF71-4CFA-B0BB7F34D0CD}" dt="2026-06-23T23:06:32.293" v="18" actId="20577"/>
          <ac:spMkLst>
            <pc:docMk/>
            <pc:sldMk cId="3240565764" sldId="297"/>
            <ac:spMk id="15" creationId="{A0083CC0-370A-999A-F425-0B0E05DEB5CF}"/>
          </ac:spMkLst>
        </pc:spChg>
        <pc:picChg chg="mod">
          <ac:chgData name="Laura Patricia Galvan Chavez" userId="S::laura.galvan@imss.gob.mx::6b13af50-ce8b-483e-8fc4-f994efaf3289" providerId="AD" clId="Web-{9EDE45CE-40E5-EF71-4CFA-B0BB7F34D0CD}" dt="2026-06-23T23:06:09.027" v="1" actId="1076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  <pc:docChgLst>
    <pc:chgData name="Laura Patricia Galvan Chavez" userId="6b13af50-ce8b-483e-8fc4-f994efaf3289" providerId="ADAL" clId="{655D084B-7DF1-4C24-9447-417D7DC498B8}"/>
    <pc:docChg chg="undo custSel modSld">
      <pc:chgData name="Laura Patricia Galvan Chavez" userId="6b13af50-ce8b-483e-8fc4-f994efaf3289" providerId="ADAL" clId="{655D084B-7DF1-4C24-9447-417D7DC498B8}" dt="2026-07-03T15:42:03.535" v="59" actId="478"/>
      <pc:docMkLst>
        <pc:docMk/>
      </pc:docMkLst>
      <pc:sldChg chg="modSp mod">
        <pc:chgData name="Laura Patricia Galvan Chavez" userId="6b13af50-ce8b-483e-8fc4-f994efaf3289" providerId="ADAL" clId="{655D084B-7DF1-4C24-9447-417D7DC498B8}" dt="2026-06-29T18:47:34.164" v="24" actId="1076"/>
        <pc:sldMkLst>
          <pc:docMk/>
          <pc:sldMk cId="0" sldId="262"/>
        </pc:sldMkLst>
        <pc:spChg chg="mod">
          <ac:chgData name="Laura Patricia Galvan Chavez" userId="6b13af50-ce8b-483e-8fc4-f994efaf3289" providerId="ADAL" clId="{655D084B-7DF1-4C24-9447-417D7DC498B8}" dt="2026-06-29T18:47:34.164" v="24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8:47:34.164" v="24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8:47:34.164" v="24" actId="1076"/>
          <ac:spMkLst>
            <pc:docMk/>
            <pc:sldMk cId="0" sldId="262"/>
            <ac:spMk id="12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9T18:47:34.164" v="24" actId="1076"/>
          <ac:graphicFrameMkLst>
            <pc:docMk/>
            <pc:sldMk cId="0" sldId="262"/>
            <ac:graphicFrameMk id="9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8:47:52.385" v="26" actId="1076"/>
        <pc:sldMkLst>
          <pc:docMk/>
          <pc:sldMk cId="0" sldId="267"/>
        </pc:sldMkLst>
        <pc:spChg chg="mod">
          <ac:chgData name="Laura Patricia Galvan Chavez" userId="6b13af50-ce8b-483e-8fc4-f994efaf3289" providerId="ADAL" clId="{655D084B-7DF1-4C24-9447-417D7DC498B8}" dt="2026-06-29T18:47:52.385" v="26" actId="1076"/>
          <ac:spMkLst>
            <pc:docMk/>
            <pc:sldMk cId="0" sldId="267"/>
            <ac:spMk id="235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8:47:52.385" v="26" actId="1076"/>
          <ac:spMkLst>
            <pc:docMk/>
            <pc:sldMk cId="0" sldId="267"/>
            <ac:spMk id="236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8:47:52.385" v="26" actId="1076"/>
          <ac:spMkLst>
            <pc:docMk/>
            <pc:sldMk cId="0" sldId="267"/>
            <ac:spMk id="237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9T18:47:52.385" v="26" actId="1076"/>
          <ac:graphicFrameMkLst>
            <pc:docMk/>
            <pc:sldMk cId="0" sldId="267"/>
            <ac:graphicFrameMk id="234" creationId="{00000000-0000-0000-0000-000000000000}"/>
          </ac:graphicFrameMkLst>
        </pc:graphicFrameChg>
      </pc:sldChg>
      <pc:sldChg chg="delSp modSp mod">
        <pc:chgData name="Laura Patricia Galvan Chavez" userId="6b13af50-ce8b-483e-8fc4-f994efaf3289" providerId="ADAL" clId="{655D084B-7DF1-4C24-9447-417D7DC498B8}" dt="2026-07-03T15:42:03.535" v="59" actId="478"/>
        <pc:sldMkLst>
          <pc:docMk/>
          <pc:sldMk cId="0" sldId="277"/>
        </pc:sldMkLst>
        <pc:picChg chg="mod">
          <ac:chgData name="Laura Patricia Galvan Chavez" userId="6b13af50-ce8b-483e-8fc4-f994efaf3289" providerId="ADAL" clId="{655D084B-7DF1-4C24-9447-417D7DC498B8}" dt="2026-07-03T15:41:59.760" v="58" actId="14100"/>
          <ac:picMkLst>
            <pc:docMk/>
            <pc:sldMk cId="0" sldId="277"/>
            <ac:picMk id="470" creationId="{00000000-0000-0000-0000-000000000000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6-29T18:48:49.153" v="36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8:48:49.153" v="36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8:47:46.626" v="25" actId="1076"/>
        <pc:sldMkLst>
          <pc:docMk/>
          <pc:sldMk cId="540716406" sldId="280"/>
        </pc:sldMkLst>
        <pc:spChg chg="mod">
          <ac:chgData name="Laura Patricia Galvan Chavez" userId="6b13af50-ce8b-483e-8fc4-f994efaf3289" providerId="ADAL" clId="{655D084B-7DF1-4C24-9447-417D7DC498B8}" dt="2026-06-29T18:47:46.626" v="25" actId="1076"/>
          <ac:spMkLst>
            <pc:docMk/>
            <pc:sldMk cId="540716406" sldId="280"/>
            <ac:spMk id="238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8:47:46.626" v="25" actId="1076"/>
          <ac:spMkLst>
            <pc:docMk/>
            <pc:sldMk cId="540716406" sldId="280"/>
            <ac:spMk id="239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8:47:46.626" v="25" actId="1076"/>
          <ac:spMkLst>
            <pc:docMk/>
            <pc:sldMk cId="540716406" sldId="280"/>
            <ac:spMk id="240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9T18:47:46.626" v="25" actId="1076"/>
          <ac:graphicFrameMkLst>
            <pc:docMk/>
            <pc:sldMk cId="540716406" sldId="280"/>
            <ac:graphicFrameMk id="237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20:04:10.451" v="39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9T20:04:10.451" v="39" actId="1076"/>
          <ac:spMkLst>
            <pc:docMk/>
            <pc:sldMk cId="3805655920" sldId="288"/>
            <ac:spMk id="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3T15:30:38.810" v="54" actId="20577"/>
        <pc:sldMkLst>
          <pc:docMk/>
          <pc:sldMk cId="0" sldId="307"/>
        </pc:sldMkLst>
        <pc:graphicFrameChg chg="modGraphic">
          <ac:chgData name="Laura Patricia Galvan Chavez" userId="6b13af50-ce8b-483e-8fc4-f994efaf3289" providerId="ADAL" clId="{655D084B-7DF1-4C24-9447-417D7DC498B8}" dt="2026-07-03T15:30:38.810" v="54" actId="20577"/>
          <ac:graphicFrameMkLst>
            <pc:docMk/>
            <pc:sldMk cId="0" sldId="307"/>
            <ac:graphicFrameMk id="69" creationId="{00000000-0000-0000-0000-000000000000}"/>
          </ac:graphicFrameMkLst>
        </pc:graphicFrameChg>
      </pc:sldChg>
    </pc:docChg>
  </pc:docChgLst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8:25.175" v="2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8:25.175" v="2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8:25.175" v="2" actId="22"/>
          <ac:spMkLst>
            <pc:docMk/>
            <pc:sldMk cId="748044913" sldId="287"/>
            <ac:spMk id="10" creationId="{E84DF1DE-1931-454A-19BB-1C20F0983565}"/>
          </ac:spMkLst>
        </pc:spChg>
        <pc:spChg chg="add">
          <ac:chgData name="Rohan Myron Oprisko" userId="a7c52ab4-f8b1-4d15-aaf6-6388cc510347" providerId="ADAL" clId="{97C26823-81C0-4343-94EC-E87AB1317939}" dt="2026-06-24T15:58:25.175" v="2" actId="22"/>
          <ac:spMkLst>
            <pc:docMk/>
            <pc:sldMk cId="748044913" sldId="287"/>
            <ac:spMk id="12" creationId="{3BB84206-106C-D2EE-C75B-8C74ED9ED90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5503-47E9-86AD-D73951689ECA}"/>
              </c:ext>
            </c:extLst>
          </c:dPt>
          <c:dPt>
            <c:idx val="1"/>
            <c:bubble3D val="0"/>
            <c:spPr>
              <a:solidFill>
                <a:schemeClr val="bg2">
                  <a:lumMod val="20000"/>
                  <a:lumOff val="8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5503-47E9-86AD-D73951689ECA}"/>
              </c:ext>
            </c:extLst>
          </c:dPt>
          <c:dPt>
            <c:idx val="2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5-5503-47E9-86AD-D73951689ECA}"/>
              </c:ext>
            </c:extLst>
          </c:dPt>
          <c:dPt>
            <c:idx val="3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7-5503-47E9-86AD-D73951689ECA}"/>
              </c:ext>
            </c:extLst>
          </c:dPt>
          <c:dPt>
            <c:idx val="4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9-5503-47E9-86AD-D73951689ECA}"/>
              </c:ext>
            </c:extLst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637204</c:v>
                </c:pt>
                <c:pt idx="1">
                  <c:v>147400</c:v>
                </c:pt>
                <c:pt idx="2">
                  <c:v>247114</c:v>
                </c:pt>
                <c:pt idx="3">
                  <c:v>302025</c:v>
                </c:pt>
                <c:pt idx="4">
                  <c:v>4756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503-47E9-86AD-D73951689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865-4F95-9D23-5BDC5DD0DE05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865-4F95-9D23-5BDC5DD0DE05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41.736643320743653</c:v>
                </c:pt>
                <c:pt idx="1">
                  <c:v>58.263356679256347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865-4F95-9D23-5BDC5DD0DE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752-4C9D-942D-6DA1920924C2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752-4C9D-942D-6DA1920924C2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14.7972460749</c:v>
                </c:pt>
                <c:pt idx="1">
                  <c:v>85.202753925099998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52-4C9D-942D-6DA1920924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6A3-4293-B152-D16DC4A54D5D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6A3-4293-B152-D16DC4A54D5D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40.876173909442009</c:v>
                </c:pt>
                <c:pt idx="1">
                  <c:v>59.123826090557991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6A3-4293-B152-D16DC4A54D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94-46E0-AE24-5BF2FDD92076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094-46E0-AE24-5BF2FDD92076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35.672904743513214</c:v>
                </c:pt>
                <c:pt idx="1">
                  <c:v>64.327095256486786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094-46E0-AE24-5BF2FDD920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177E-42BD-9EB6-24476F4552F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66</c:v>
                </c:pt>
                <c:pt idx="2">
                  <c:v>71</c:v>
                </c:pt>
                <c:pt idx="3">
                  <c:v>74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77E-42BD-9EB6-24476F4552F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Servicios para Empresas, Personas y el Hogar</c:v>
                </c:pt>
                <c:pt idx="3">
                  <c:v>Transportes y Comunicaciones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Comercio</c:v>
                </c:pt>
                <c:pt idx="7">
                  <c:v>Industria de la Construcción</c:v>
                </c:pt>
                <c:pt idx="8">
                  <c:v>Industrias de la Transformación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17370</c:v>
                </c:pt>
                <c:pt idx="1">
                  <c:v>507</c:v>
                </c:pt>
                <c:pt idx="2">
                  <c:v>49504</c:v>
                </c:pt>
                <c:pt idx="3">
                  <c:v>6192</c:v>
                </c:pt>
                <c:pt idx="4">
                  <c:v>2050</c:v>
                </c:pt>
                <c:pt idx="5">
                  <c:v>25967</c:v>
                </c:pt>
                <c:pt idx="6">
                  <c:v>36501</c:v>
                </c:pt>
                <c:pt idx="7">
                  <c:v>25533</c:v>
                </c:pt>
                <c:pt idx="8">
                  <c:v>18265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564-4820-B73A-6CB454EA0A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Servicios para Empresas, Personas y el Hogar</c:v>
                </c:pt>
                <c:pt idx="3">
                  <c:v>Transportes y Comunicaciones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Comercio</c:v>
                </c:pt>
                <c:pt idx="7">
                  <c:v>Industria de la Construcción</c:v>
                </c:pt>
                <c:pt idx="8">
                  <c:v>Industrias de la Transformación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15166</c:v>
                </c:pt>
                <c:pt idx="1">
                  <c:v>454</c:v>
                </c:pt>
                <c:pt idx="2">
                  <c:v>48730</c:v>
                </c:pt>
                <c:pt idx="3">
                  <c:v>6103</c:v>
                </c:pt>
                <c:pt idx="4">
                  <c:v>2040</c:v>
                </c:pt>
                <c:pt idx="5">
                  <c:v>26438</c:v>
                </c:pt>
                <c:pt idx="6">
                  <c:v>37591</c:v>
                </c:pt>
                <c:pt idx="7">
                  <c:v>26533</c:v>
                </c:pt>
                <c:pt idx="8">
                  <c:v>19902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564-4820-B73A-6CB454EA0A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140978</c:v>
                </c:pt>
                <c:pt idx="1">
                  <c:v>150904</c:v>
                </c:pt>
                <c:pt idx="2">
                  <c:v>142052</c:v>
                </c:pt>
                <c:pt idx="3">
                  <c:v>156933</c:v>
                </c:pt>
                <c:pt idx="4">
                  <c:v>168876</c:v>
                </c:pt>
                <c:pt idx="5">
                  <c:v>179978</c:v>
                </c:pt>
                <c:pt idx="6">
                  <c:v>186238</c:v>
                </c:pt>
                <c:pt idx="7">
                  <c:v>181889</c:v>
                </c:pt>
                <c:pt idx="8">
                  <c:v>182957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DFB-4BC7-8965-63F1CF8357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modernComment_12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763E26C-11CE-4692-B0FE-332C5B18A71A}" authorId="{43297240-9C65-816A-CE24-ACBE20D7D7D7}" created="2026-06-26T20:17:17.61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1"/>
      <ac:graphicFrameMk id="8" creationId="{CF57720C-A953-59EC-0C48-E9C439EF115E}"/>
      <ac:tblMk/>
      <ac:tcMk rowId="10000" colId="20000"/>
      <ac:txMk cp="0" len="16">
        <ac:context len="17" hash="1787037926"/>
      </ac:txMk>
    </ac:txMkLst>
    <p188:pos x="2502767" y="344875"/>
    <p188:txBody>
      <a:bodyPr/>
      <a:lstStyle/>
      <a:p>
        <a:r>
          <a:rPr lang="es-MX"/>
          <a:t>Pendiente.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hart" Target="../charts/chart1.xml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D_0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chart" Target="../charts/chart6.xml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Nayarit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err="1"/>
              <a:t>Ficha</a:t>
            </a:r>
            <a:r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</a:t>
            </a:r>
            <a:r>
              <a:rPr lang="es-MX"/>
              <a:t>l</a:t>
            </a:r>
            <a:r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0" y="566113"/>
            <a:ext cx="7772400" cy="1771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2798767" y="566115"/>
            <a:ext cx="4198800" cy="197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Dr. José De Jesús Chávez Martínez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Médico cirujano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Especialidad Cirugía General  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279400">
              <a:lnSpc>
                <a:spcPct val="107916"/>
              </a:lnSpc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sz="1200">
                <a:latin typeface="Montserrat"/>
                <a:sym typeface="Montserrat"/>
              </a:rPr>
              <a:t>Maestría en  Administración de Hospitales</a:t>
            </a:r>
            <a:endParaRPr sz="1200">
              <a:latin typeface="Montserrat"/>
              <a:sym typeface="Montserrat"/>
            </a:endParaRPr>
          </a:p>
          <a:p>
            <a:pPr marL="177800">
              <a:lnSpc>
                <a:spcPct val="107916"/>
              </a:lnSpc>
              <a:buClr>
                <a:schemeClr val="dk1"/>
              </a:buClr>
              <a:buSzPts val="800"/>
            </a:pPr>
            <a:r>
              <a:rPr lang="es" sz="1200">
                <a:latin typeface="Montserrat"/>
                <a:sym typeface="Montserrat"/>
              </a:rPr>
              <a:t>       y Servicios de Salud</a:t>
            </a:r>
          </a:p>
          <a:p>
            <a:pPr marL="457200" indent="-279400">
              <a:lnSpc>
                <a:spcPct val="107916"/>
              </a:lnSpc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sz="1200">
                <a:latin typeface="Montserrat"/>
                <a:sym typeface="Montserrat"/>
              </a:rPr>
              <a:t>Doctorado en Administración Pública</a:t>
            </a:r>
          </a:p>
          <a:p>
            <a:pPr marL="177800">
              <a:lnSpc>
                <a:spcPct val="107916"/>
              </a:lnSpc>
              <a:buClr>
                <a:schemeClr val="dk1"/>
              </a:buClr>
              <a:buSzPts val="800"/>
            </a:pPr>
            <a:r>
              <a:rPr lang="es" sz="1200" b="1">
                <a:solidFill>
                  <a:srgbClr val="006858"/>
                </a:solidFill>
                <a:latin typeface="Montserrat"/>
                <a:sym typeface="Montserrat"/>
              </a:rPr>
              <a:t>Inicio en el </a:t>
            </a: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cargo: 16 de Mayo 2024</a:t>
            </a:r>
            <a:endParaRPr sz="1200" b="1" i="0" u="none" strike="noStrike" cap="none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0" y="0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NAYARIT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9" name="Google Shape;69;p15"/>
          <p:cNvGraphicFramePr/>
          <p:nvPr>
            <p:extLst>
              <p:ext uri="{D42A27DB-BD31-4B8C-83A1-F6EECF244321}">
                <p14:modId xmlns:p14="http://schemas.microsoft.com/office/powerpoint/2010/main" val="1202367200"/>
              </p:ext>
            </p:extLst>
          </p:nvPr>
        </p:nvGraphicFramePr>
        <p:xfrm>
          <a:off x="334771" y="2784043"/>
          <a:ext cx="5674143" cy="6175405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518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5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56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Prestaciones Médicas</a:t>
                      </a:r>
                      <a:endParaRPr sz="105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650" marR="95650" marT="0" marB="0" anchor="ctr">
                    <a:lnL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" sz="10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Carlos Alberto Lugarel Godínez</a:t>
                      </a:r>
                      <a:endParaRPr lang="es-MX" sz="10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Medicina General </a:t>
                      </a: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 especialidad en Medicina Familiar</a:t>
                      </a: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octubre de 2019</a:t>
                      </a: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650" marR="9565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826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Salud en el Trabajo, Prestaciones Económicas y Sociales</a:t>
                      </a:r>
                      <a:endParaRPr sz="105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650" marR="95650" marT="0" marB="0" anchor="ctr">
                    <a:lnL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Luis Gilberto López Álvarez</a:t>
                      </a:r>
                      <a:endParaRPr sz="850" b="1" u="none" strike="noStrike" cap="none" dirty="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Derecho</a:t>
                      </a: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02 de enero de 2015</a:t>
                      </a: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650" marR="9565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45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Afiliación y Cobranza</a:t>
                      </a:r>
                      <a:endParaRPr sz="105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650" marR="95650" marT="0" marB="0" anchor="ctr">
                    <a:lnL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Crystian Javier Medina Zúñiga</a:t>
                      </a:r>
                      <a:endParaRPr sz="10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Informática Administrativa</a:t>
                      </a: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2026</a:t>
                      </a: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650" marR="9565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45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Desarrollo de Personal</a:t>
                      </a:r>
                      <a:endParaRPr sz="105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650" marR="95650" marT="0" marB="0" anchor="ctr">
                    <a:lnL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L.C. Ruth Dalila Rodríguez Gallardo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Contaduría Pública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abril de 2022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650" marR="9565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45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Finanzas</a:t>
                      </a:r>
                      <a:endParaRPr sz="105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650" marR="95650" marT="0" marB="0" anchor="ctr">
                    <a:lnL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L.C. Raúl García Martínez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Contaduría Pública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agosto de 2022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650" marR="9565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33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105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650" marR="95650" marT="0" marB="0" anchor="ctr">
                    <a:lnL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Arq. Daniel Alan Azuara Santana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Arquitectura 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marzo de 2025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650" marR="9565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845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105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650" marR="95650" marT="0" marB="0" anchor="ctr">
                    <a:lnL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Mtra. Marlene Alejandra Guzmán Cervantes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Derecho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Maestría</a:t>
                      </a: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en Derecho Comercial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junio de 2007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650" marR="9565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2869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Secretario General Sección XXIV  </a:t>
                      </a:r>
                      <a:endParaRPr sz="105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650" marR="95650" marT="0" marB="0" anchor="ctr">
                    <a:lnL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6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000" b="1" i="0" u="none" strike="noStrike" cap="none" dirty="0">
                          <a:solidFill>
                            <a:schemeClr val="tx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Dr. Luis Talamantes Ureña</a:t>
                      </a: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000" b="0" i="0" u="none" strike="noStrike" cap="none" dirty="0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sz="1000" b="0" i="0" u="none" strike="noStrike" cap="none" dirty="0">
                          <a:solidFill>
                            <a:schemeClr val="tx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28 de mayo de 2026</a:t>
                      </a:r>
                    </a:p>
                  </a:txBody>
                  <a:tcPr marL="95650" marR="9565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626" y="684313"/>
            <a:ext cx="1199942" cy="15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t="6682" r="2216"/>
          <a:stretch>
            <a:fillRect/>
          </a:stretch>
        </p:blipFill>
        <p:spPr>
          <a:xfrm>
            <a:off x="6112684" y="2885145"/>
            <a:ext cx="672634" cy="81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12684" y="3746906"/>
            <a:ext cx="672636" cy="804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12687" y="6026601"/>
            <a:ext cx="671529" cy="687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12684" y="6763156"/>
            <a:ext cx="686757" cy="814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12684" y="7588091"/>
            <a:ext cx="701985" cy="688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9">
            <a:alphaModFix/>
          </a:blip>
          <a:srcRect l="10788" t="4061" r="11150"/>
          <a:stretch>
            <a:fillRect/>
          </a:stretch>
        </p:blipFill>
        <p:spPr>
          <a:xfrm>
            <a:off x="6112686" y="5314614"/>
            <a:ext cx="671530" cy="687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 title="WhatsApp Image 2026-05-12 at 14.25.10.jpe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12684" y="4602739"/>
            <a:ext cx="672636" cy="633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BF34C43-FAAE-E91F-1616-4E84590494B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2682" t="29566" r="51810" b="58117"/>
          <a:stretch>
            <a:fillRect/>
          </a:stretch>
        </p:blipFill>
        <p:spPr>
          <a:xfrm>
            <a:off x="6112684" y="8325455"/>
            <a:ext cx="686757" cy="6339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59%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231121" y="4892741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</a:t>
            </a:r>
            <a:r>
              <a:rPr err="1"/>
              <a:t>CONAPO</a:t>
            </a:r>
            <a:r>
              <a:t>, </a:t>
            </a:r>
            <a:r>
              <a:rPr err="1"/>
              <a:t>proyección</a:t>
            </a:r>
            <a:r>
              <a:t> a </a:t>
            </a:r>
            <a:r>
              <a:rPr err="1"/>
              <a:t>enero</a:t>
            </a:r>
            <a:r>
              <a:t>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179200"/>
              </p:ext>
            </p:extLst>
          </p:nvPr>
        </p:nvGraphicFramePr>
        <p:xfrm>
          <a:off x="2268000" y="138494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5451515" y="15264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637,204</a:t>
            </a:r>
            <a:br>
              <a:rPr/>
            </a:br>
            <a:r>
              <a:t>48%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5329" y="1598400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4881600" y="1702269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340772" y="4448541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147,400</a:t>
            </a:r>
            <a:br>
              <a:rPr/>
            </a:br>
            <a:r>
              <a:t>11%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3650" y="4531259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3681529" y="4539600"/>
            <a:ext cx="122400" cy="122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251760" y="3621707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247,114</a:t>
            </a:r>
            <a:br>
              <a:rPr/>
            </a:br>
            <a:r>
              <a:t>18%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463" y="3211304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241156" y="3372136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187309" y="2058136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302,025</a:t>
            </a:r>
            <a:br>
              <a:rPr/>
            </a:br>
            <a:r>
              <a:t>23%</a:t>
            </a:r>
          </a:p>
        </p:txBody>
      </p:sp>
      <p:pic>
        <p:nvPicPr>
          <p:cNvPr id="128" name="Picture 127" descr="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8504" y="1687336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2491200" y="188660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183400" y="94828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err="1"/>
              <a:t>Otros</a:t>
            </a:r>
            <a:br>
              <a:rPr/>
            </a:br>
            <a:r>
              <a:t>4,756</a:t>
            </a:r>
            <a:br>
              <a:rPr/>
            </a:br>
            <a:r>
              <a:t>0.36%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8200" y="104114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3825000" y="1142891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988000" y="256574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1,338,499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37632"/>
              </p:ext>
            </p:extLst>
          </p:nvPr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Categoría</a:t>
                      </a: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512,403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637,204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270,990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359,091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138,808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182,957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83,757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88,256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241,413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278,113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98,210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118,331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39,452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65,743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727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743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8,047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9,570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3314728123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21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433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433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332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245757"/>
              </p:ext>
            </p:extLst>
          </p:nvPr>
        </p:nvGraphicFramePr>
        <p:xfrm>
          <a:off x="4536000" y="6854400"/>
          <a:ext cx="3096000" cy="1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82</a:t>
                      </a:r>
                      <a:r>
                        <a:rPr lang="es-MX" baseline="30000" dirty="0"/>
                        <a:t>2</a:t>
                      </a:r>
                      <a:endParaRPr baseline="30000" dirty="0"/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  <a:r>
                        <a:rPr lang="es-MX"/>
                        <a:t>7</a:t>
                      </a:r>
                      <a:endParaRPr/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  <a:r>
                        <a:rPr lang="es-MX" dirty="0"/>
                        <a:t>7</a:t>
                      </a:r>
                      <a:endParaRPr dirty="0"/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Incluye 21 UMF y no incluye 10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D4FDCE-C649-F0AC-3F60-6D3FF2A819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599" t="16941" r="11385" b="6989"/>
          <a:stretch>
            <a:fillRect/>
          </a:stretch>
        </p:blipFill>
        <p:spPr>
          <a:xfrm>
            <a:off x="504471" y="1602464"/>
            <a:ext cx="5046729" cy="46929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88;g3d0b4d3c5c9_2_7">
            <a:extLst>
              <a:ext uri="{FF2B5EF4-FFF2-40B4-BE49-F238E27FC236}">
                <a16:creationId xmlns:a16="http://schemas.microsoft.com/office/drawing/2014/main" id="{37B4173F-C9B8-CF37-64CC-940BF27263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952" t="8592" r="7630" b="14833"/>
          <a:stretch/>
        </p:blipFill>
        <p:spPr>
          <a:xfrm>
            <a:off x="292637" y="2337590"/>
            <a:ext cx="3023240" cy="216226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Google Shape;191;g3d0b4d3c5c9_2_7">
            <a:extLst>
              <a:ext uri="{FF2B5EF4-FFF2-40B4-BE49-F238E27FC236}">
                <a16:creationId xmlns:a16="http://schemas.microsoft.com/office/drawing/2014/main" id="{1427E0B8-D5F2-F57D-7170-89C4829CB7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8939257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 Tepic</a:t>
                      </a: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Nayarit</a:t>
                      </a:r>
                      <a:endParaRPr sz="1800" b="1" err="1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113EE4E3-CC7B-EAD4-AF41-B321E5B36C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8889" y="1915961"/>
            <a:ext cx="3746003" cy="32568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18_NAYAR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3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104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¹Incluye</a:t>
            </a:r>
            <a:r>
              <a:rPr dirty="0"/>
              <a:t> salas de </a:t>
            </a:r>
            <a:r>
              <a:rPr dirty="0" err="1"/>
              <a:t>quirófano</a:t>
            </a:r>
            <a:r>
              <a:rPr dirty="0"/>
              <a:t>, salas </a:t>
            </a:r>
            <a:r>
              <a:rPr dirty="0" err="1"/>
              <a:t>híbridas</a:t>
            </a:r>
            <a:r>
              <a:rPr dirty="0"/>
              <a:t> y salas </a:t>
            </a:r>
            <a:r>
              <a:rPr dirty="0" err="1"/>
              <a:t>mixtas</a:t>
            </a:r>
            <a:r>
              <a:rPr dirty="0"/>
              <a:t>, no </a:t>
            </a:r>
            <a:r>
              <a:rPr dirty="0" err="1"/>
              <a:t>considera</a:t>
            </a:r>
            <a:r>
              <a:rPr dirty="0"/>
              <a:t> salas de </a:t>
            </a:r>
            <a:r>
              <a:rPr dirty="0" err="1"/>
              <a:t>tococirugía</a:t>
            </a:r>
            <a:r>
              <a:rPr dirty="0"/>
              <a:t> y </a:t>
            </a:r>
            <a:r>
              <a:rPr dirty="0" err="1"/>
              <a:t>expulsión</a:t>
            </a:r>
            <a:r>
              <a:rPr dirty="0"/>
              <a:t>.</a:t>
            </a:r>
            <a:br>
              <a:rPr dirty="0"/>
            </a:br>
            <a:r>
              <a:rPr dirty="0"/>
              <a:t>Fuente: Cédula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seleccionados</a:t>
            </a:r>
            <a:r>
              <a:rPr dirty="0"/>
              <a:t> del </a:t>
            </a:r>
            <a:r>
              <a:rPr dirty="0" err="1"/>
              <a:t>IFU</a:t>
            </a:r>
            <a:r>
              <a:rPr dirty="0"/>
              <a:t> </a:t>
            </a:r>
            <a:r>
              <a:rPr dirty="0" err="1"/>
              <a:t>enviados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</a:t>
            </a:r>
            <a:r>
              <a:rPr dirty="0" err="1"/>
              <a:t>OOAD</a:t>
            </a:r>
            <a:r>
              <a:rPr dirty="0"/>
              <a:t>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597766"/>
              </p:ext>
            </p:extLst>
          </p:nvPr>
        </p:nvGraphicFramePr>
        <p:xfrm>
          <a:off x="75600" y="1234800"/>
          <a:ext cx="7650000" cy="119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Cayetano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  <a:r>
                        <a:rPr lang="es-MX" dirty="0"/>
                        <a:t>7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  <a:r>
                        <a:rPr lang="es-MX" dirty="0"/>
                        <a:t>7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110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975" y="2539428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>
                <a:solidFill>
                  <a:schemeClr val="tx1"/>
                </a:solidFill>
              </a:rPr>
              <a:t>¹Incluye</a:t>
            </a:r>
            <a:r>
              <a:rPr dirty="0">
                <a:solidFill>
                  <a:schemeClr val="tx1"/>
                </a:solidFill>
              </a:rPr>
              <a:t> salas de </a:t>
            </a:r>
            <a:r>
              <a:rPr dirty="0" err="1">
                <a:solidFill>
                  <a:schemeClr val="tx1"/>
                </a:solidFill>
              </a:rPr>
              <a:t>quirófano</a:t>
            </a:r>
            <a:r>
              <a:rPr dirty="0">
                <a:solidFill>
                  <a:schemeClr val="tx1"/>
                </a:solidFill>
              </a:rPr>
              <a:t>, salas </a:t>
            </a:r>
            <a:r>
              <a:rPr dirty="0" err="1">
                <a:solidFill>
                  <a:schemeClr val="tx1"/>
                </a:solidFill>
              </a:rPr>
              <a:t>híbridas</a:t>
            </a:r>
            <a:r>
              <a:rPr dirty="0">
                <a:solidFill>
                  <a:schemeClr val="tx1"/>
                </a:solidFill>
              </a:rPr>
              <a:t> y salas </a:t>
            </a:r>
            <a:r>
              <a:rPr dirty="0" err="1">
                <a:solidFill>
                  <a:schemeClr val="tx1"/>
                </a:solidFill>
              </a:rPr>
              <a:t>mixtas</a:t>
            </a:r>
            <a:r>
              <a:rPr dirty="0">
                <a:solidFill>
                  <a:schemeClr val="tx1"/>
                </a:solidFill>
              </a:rPr>
              <a:t>, no </a:t>
            </a:r>
            <a:r>
              <a:rPr dirty="0" err="1">
                <a:solidFill>
                  <a:schemeClr val="tx1"/>
                </a:solidFill>
              </a:rPr>
              <a:t>considera</a:t>
            </a:r>
            <a:r>
              <a:rPr dirty="0">
                <a:solidFill>
                  <a:schemeClr val="tx1"/>
                </a:solidFill>
              </a:rPr>
              <a:t> salas de </a:t>
            </a:r>
            <a:r>
              <a:rPr dirty="0" err="1">
                <a:solidFill>
                  <a:schemeClr val="tx1"/>
                </a:solidFill>
              </a:rPr>
              <a:t>tococirugía</a:t>
            </a:r>
            <a:r>
              <a:rPr dirty="0">
                <a:solidFill>
                  <a:schemeClr val="tx1"/>
                </a:solidFill>
              </a:rPr>
              <a:t> y </a:t>
            </a:r>
            <a:r>
              <a:rPr dirty="0" err="1">
                <a:solidFill>
                  <a:schemeClr val="tx1"/>
                </a:solidFill>
              </a:rPr>
              <a:t>expulsión</a:t>
            </a:r>
            <a:r>
              <a:rPr dirty="0">
                <a:solidFill>
                  <a:schemeClr val="tx1"/>
                </a:solidFill>
              </a:rPr>
              <a:t>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Fuente: Cédula de </a:t>
            </a:r>
            <a:r>
              <a:rPr dirty="0" err="1">
                <a:solidFill>
                  <a:schemeClr val="tx1"/>
                </a:solidFill>
              </a:rPr>
              <a:t>actualización</a:t>
            </a:r>
            <a:r>
              <a:rPr dirty="0">
                <a:solidFill>
                  <a:schemeClr val="tx1"/>
                </a:solidFill>
              </a:rPr>
              <a:t> de variables </a:t>
            </a:r>
            <a:r>
              <a:rPr dirty="0" err="1">
                <a:solidFill>
                  <a:schemeClr val="tx1"/>
                </a:solidFill>
              </a:rPr>
              <a:t>seleccionados</a:t>
            </a:r>
            <a:r>
              <a:rPr dirty="0">
                <a:solidFill>
                  <a:schemeClr val="tx1"/>
                </a:solidFill>
              </a:rPr>
              <a:t> del </a:t>
            </a:r>
            <a:r>
              <a:rPr dirty="0" err="1">
                <a:solidFill>
                  <a:schemeClr val="tx1"/>
                </a:solidFill>
              </a:rPr>
              <a:t>IFU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enviados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por</a:t>
            </a:r>
            <a:r>
              <a:rPr dirty="0">
                <a:solidFill>
                  <a:schemeClr val="tx1"/>
                </a:solidFill>
              </a:rPr>
              <a:t> el </a:t>
            </a:r>
            <a:r>
              <a:rPr dirty="0" err="1">
                <a:solidFill>
                  <a:schemeClr val="tx1"/>
                </a:solidFill>
              </a:rPr>
              <a:t>OOAD</a:t>
            </a:r>
            <a:r>
              <a:rPr dirty="0">
                <a:solidFill>
                  <a:schemeClr val="tx1"/>
                </a:solidFill>
              </a:rPr>
              <a:t>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ma</a:t>
            </a:r>
            <a:r>
              <a:rPr lang="es-MX" dirty="0">
                <a:solidFill>
                  <a:schemeClr val="tx1"/>
                </a:solidFill>
              </a:rPr>
              <a:t>y</a:t>
            </a:r>
            <a:r>
              <a:rPr dirty="0">
                <a:solidFill>
                  <a:schemeClr val="tx1"/>
                </a:solidFill>
              </a:rPr>
              <a:t>o de 2026</a:t>
            </a:r>
          </a:p>
        </p:txBody>
      </p:sp>
      <p:graphicFrame>
        <p:nvGraphicFramePr>
          <p:cNvPr id="8" name="Google Shape;152;g370e475fb19_0_8">
            <a:extLst>
              <a:ext uri="{FF2B5EF4-FFF2-40B4-BE49-F238E27FC236}">
                <a16:creationId xmlns:a16="http://schemas.microsoft.com/office/drawing/2014/main" id="{CF57720C-A953-59EC-0C48-E9C439EF11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3797810"/>
              </p:ext>
            </p:extLst>
          </p:nvPr>
        </p:nvGraphicFramePr>
        <p:xfrm>
          <a:off x="146304" y="33127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153">
            <a:extLst>
              <a:ext uri="{FF2B5EF4-FFF2-40B4-BE49-F238E27FC236}">
                <a16:creationId xmlns:a16="http://schemas.microsoft.com/office/drawing/2014/main" id="{882D7896-D293-57F9-8939-9D7A3F437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20117"/>
              </p:ext>
            </p:extLst>
          </p:nvPr>
        </p:nvGraphicFramePr>
        <p:xfrm>
          <a:off x="100800" y="3908976"/>
          <a:ext cx="7534799" cy="245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2</a:t>
                      </a:r>
                      <a:endParaRPr dirty="0"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2</a:t>
                      </a:r>
                      <a:endParaRPr dirty="0"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3</a:t>
                      </a:r>
                      <a:endParaRPr dirty="0"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Rectangle 154">
            <a:extLst>
              <a:ext uri="{FF2B5EF4-FFF2-40B4-BE49-F238E27FC236}">
                <a16:creationId xmlns:a16="http://schemas.microsoft.com/office/drawing/2014/main" id="{3822379D-59AD-83D3-38C5-FD4A21905E7B}"/>
              </a:ext>
            </a:extLst>
          </p:cNvPr>
          <p:cNvSpPr/>
          <p:nvPr/>
        </p:nvSpPr>
        <p:spPr>
          <a:xfrm>
            <a:off x="205199" y="6617124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" name="TextBox 155">
            <a:extLst>
              <a:ext uri="{FF2B5EF4-FFF2-40B4-BE49-F238E27FC236}">
                <a16:creationId xmlns:a16="http://schemas.microsoft.com/office/drawing/2014/main" id="{36D73504-C247-6F51-69A8-22CBE3DEA9B8}"/>
              </a:ext>
            </a:extLst>
          </p:cNvPr>
          <p:cNvSpPr txBox="1"/>
          <p:nvPr/>
        </p:nvSpPr>
        <p:spPr>
          <a:xfrm>
            <a:off x="406799" y="6516324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>
                <a:solidFill>
                  <a:schemeClr val="tx1"/>
                </a:solidFill>
              </a:rPr>
              <a:t>Proyectos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implementación</a:t>
            </a:r>
            <a:r>
              <a:rPr dirty="0">
                <a:solidFill>
                  <a:schemeClr val="tx1"/>
                </a:solidFill>
              </a:rPr>
              <a:t>/</a:t>
            </a:r>
            <a:r>
              <a:rPr dirty="0" err="1">
                <a:solidFill>
                  <a:schemeClr val="tx1"/>
                </a:solidFill>
              </a:rPr>
              <a:t>sustitución</a:t>
            </a:r>
            <a:r>
              <a:rPr dirty="0">
                <a:solidFill>
                  <a:schemeClr val="tx1"/>
                </a:solidFill>
              </a:rPr>
              <a:t> 2019-2025. </a:t>
            </a:r>
            <a:r>
              <a:rPr dirty="0" err="1">
                <a:solidFill>
                  <a:schemeClr val="tx1"/>
                </a:solidFill>
              </a:rPr>
              <a:t>Incluye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equipo</a:t>
            </a:r>
            <a:r>
              <a:rPr dirty="0">
                <a:solidFill>
                  <a:schemeClr val="tx1"/>
                </a:solidFill>
              </a:rPr>
              <a:t> de la </a:t>
            </a:r>
            <a:r>
              <a:rPr dirty="0" err="1">
                <a:solidFill>
                  <a:schemeClr val="tx1"/>
                </a:solidFill>
              </a:rPr>
              <a:t>compra</a:t>
            </a:r>
            <a:r>
              <a:rPr dirty="0">
                <a:solidFill>
                  <a:schemeClr val="tx1"/>
                </a:solidFill>
              </a:rPr>
              <a:t> 2025-2026.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Fuente: Cédula de </a:t>
            </a:r>
            <a:r>
              <a:rPr dirty="0" err="1">
                <a:solidFill>
                  <a:schemeClr val="tx1"/>
                </a:solidFill>
              </a:rPr>
              <a:t>actualización</a:t>
            </a:r>
            <a:r>
              <a:rPr dirty="0">
                <a:solidFill>
                  <a:schemeClr val="tx1"/>
                </a:solidFill>
              </a:rPr>
              <a:t> de variables </a:t>
            </a:r>
            <a:r>
              <a:rPr dirty="0" err="1">
                <a:solidFill>
                  <a:schemeClr val="tx1"/>
                </a:solidFill>
              </a:rPr>
              <a:t>seleccionadas</a:t>
            </a:r>
            <a:r>
              <a:rPr dirty="0">
                <a:solidFill>
                  <a:schemeClr val="tx1"/>
                </a:solidFill>
              </a:rPr>
              <a:t> del </a:t>
            </a:r>
            <a:r>
              <a:rPr dirty="0" err="1">
                <a:solidFill>
                  <a:schemeClr val="tx1"/>
                </a:solidFill>
              </a:rPr>
              <a:t>IFU</a:t>
            </a:r>
            <a:r>
              <a:rPr dirty="0">
                <a:solidFill>
                  <a:schemeClr val="tx1"/>
                </a:solidFill>
              </a:rPr>
              <a:t>, </a:t>
            </a:r>
            <a:r>
              <a:rPr dirty="0" err="1">
                <a:solidFill>
                  <a:schemeClr val="tx1"/>
                </a:solidFill>
              </a:rPr>
              <a:t>enviadas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por</a:t>
            </a:r>
            <a:r>
              <a:rPr dirty="0">
                <a:solidFill>
                  <a:schemeClr val="tx1"/>
                </a:solidFill>
              </a:rPr>
              <a:t> el </a:t>
            </a:r>
            <a:r>
              <a:rPr dirty="0" err="1">
                <a:solidFill>
                  <a:schemeClr val="tx1"/>
                </a:solidFill>
              </a:rPr>
              <a:t>OOAD</a:t>
            </a:r>
            <a:r>
              <a:rPr dirty="0">
                <a:solidFill>
                  <a:schemeClr val="tx1"/>
                </a:solidFill>
              </a:rPr>
              <a:t>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ma</a:t>
            </a:r>
            <a:r>
              <a:rPr lang="es-MX" dirty="0">
                <a:solidFill>
                  <a:schemeClr val="tx1"/>
                </a:solidFill>
              </a:rPr>
              <a:t>y</a:t>
            </a:r>
            <a:r>
              <a:rPr dirty="0">
                <a:solidFill>
                  <a:schemeClr val="tx1"/>
                </a:solidFill>
              </a:rPr>
              <a:t>o de 2026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365474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F43DBC66-5AB9-A840-39DF-FBB51203BF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4CEDAE5C-C28B-5609-EAEA-BDEB136C175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9E5686D-1A66-6239-BAA8-0F71FAC62CB4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FABB657-E38B-6B6C-6273-59DF2840EA49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F001DB80-56A2-2DBF-4098-5DEA57DE7C08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E84DF1DE-1931-454A-19BB-1C20F0983565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3BB84206-106C-D2EE-C75B-8C74ED9ED90A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+2,221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+83,212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+87,690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1,124,203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83,212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515,062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1,134,800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369,090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87,690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197,389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482,895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21,624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2,221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10,160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28,481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14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Cora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 Fco. Madero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25,305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Tecuala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Ruiz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Yago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San Blas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Compostela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22,559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Aután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Villa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Ixtlán Río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Ahuacatlán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20,423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Tepic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San Juan Abajo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-1,159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Pimientillo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198,393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14,281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91,056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218,168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2710"/>
              </p:ext>
            </p:extLst>
          </p:nvPr>
        </p:nvGraphicFramePr>
        <p:xfrm>
          <a:off x="4837071" y="5547361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37071" y="6267361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41.7%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7071" y="7167361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070" y="5547361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218,168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uadroTexto 214">
            <a:extLst>
              <a:ext uri="{FF2B5EF4-FFF2-40B4-BE49-F238E27FC236}">
                <a16:creationId xmlns:a16="http://schemas.microsoft.com/office/drawing/2014/main" id="{47635204-C45A-64EF-3160-72341B1605BD}"/>
              </a:ext>
            </a:extLst>
          </p:cNvPr>
          <p:cNvSpPr txBox="1"/>
          <p:nvPr/>
        </p:nvSpPr>
        <p:spPr>
          <a:xfrm>
            <a:off x="4080058" y="3849054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4 Nuevas UMTC con   5 consultorios</a:t>
            </a:r>
          </a:p>
        </p:txBody>
      </p:sp>
      <p:graphicFrame>
        <p:nvGraphicFramePr>
          <p:cNvPr id="216" name="Tabla 215">
            <a:extLst>
              <a:ext uri="{FF2B5EF4-FFF2-40B4-BE49-F238E27FC236}">
                <a16:creationId xmlns:a16="http://schemas.microsoft.com/office/drawing/2014/main" id="{F18E1943-C44E-8EEE-78EE-102655454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079833"/>
              </p:ext>
            </p:extLst>
          </p:nvPr>
        </p:nvGraphicFramePr>
        <p:xfrm>
          <a:off x="4563317" y="5060998"/>
          <a:ext cx="2808830" cy="130873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77605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UMF 9 Ruiz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13 San Blas 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HGSMF 6 Acaponeta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HGSMF 15 Las Varas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217" name="CuadroTexto 216">
            <a:extLst>
              <a:ext uri="{FF2B5EF4-FFF2-40B4-BE49-F238E27FC236}">
                <a16:creationId xmlns:a16="http://schemas.microsoft.com/office/drawing/2014/main" id="{E71563F1-3A22-5A45-91AD-E5C9DF964EAD}"/>
              </a:ext>
            </a:extLst>
          </p:cNvPr>
          <p:cNvSpPr txBox="1"/>
          <p:nvPr/>
        </p:nvSpPr>
        <p:spPr>
          <a:xfrm>
            <a:off x="4124068" y="6212071"/>
            <a:ext cx="3006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Incremento de 15 consultorios en</a:t>
            </a:r>
          </a:p>
        </p:txBody>
      </p:sp>
      <p:graphicFrame>
        <p:nvGraphicFramePr>
          <p:cNvPr id="218" name="Tabla 217">
            <a:extLst>
              <a:ext uri="{FF2B5EF4-FFF2-40B4-BE49-F238E27FC236}">
                <a16:creationId xmlns:a16="http://schemas.microsoft.com/office/drawing/2014/main" id="{66EA8925-71D0-EC02-EEBB-30D3752B9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408055"/>
              </p:ext>
            </p:extLst>
          </p:nvPr>
        </p:nvGraphicFramePr>
        <p:xfrm>
          <a:off x="4471757" y="7116499"/>
          <a:ext cx="2808830" cy="17354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77605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UMF 5 Tepic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27 San José del Valle 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26 Xalisco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24 Tepic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19 Mezcales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HGZMF 10 S. Ixcuintla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219" name="TextBox 2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7 Unidades Médicas de tiempo completo (21 consultorios)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23" name="Connector 22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TextBox 223"/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881542" y="4495066"/>
            <a:ext cx="20046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</a:t>
            </a:r>
            <a:r>
              <a:rPr err="1"/>
              <a:t>consultas</a:t>
            </a:r>
            <a:r>
              <a:t> </a:t>
            </a:r>
            <a:r>
              <a:rPr err="1"/>
              <a:t>en</a:t>
            </a:r>
            <a:r>
              <a:t> 2025 </a:t>
            </a:r>
            <a:r>
              <a:rPr err="1"/>
              <a:t>fueron</a:t>
            </a:r>
            <a:r>
              <a:t> </a:t>
            </a:r>
            <a:r>
              <a:rPr err="1"/>
              <a:t>en</a:t>
            </a:r>
            <a:r>
              <a:t> fin de </a:t>
            </a:r>
            <a:r>
              <a:rPr err="1"/>
              <a:t>semana</a:t>
            </a:r>
            <a:r>
              <a:t> (114,577 </a:t>
            </a:r>
            <a:r>
              <a:rPr err="1"/>
              <a:t>consultas</a:t>
            </a:r>
            <a:r>
              <a:t>)</a:t>
            </a:r>
          </a:p>
        </p:txBody>
      </p:sp>
      <p:graphicFrame>
        <p:nvGraphicFramePr>
          <p:cNvPr id="226" name="Table 225"/>
          <p:cNvGraphicFramePr>
            <a:graphicFrameLocks noGrp="1"/>
          </p:cNvGraphicFramePr>
          <p:nvPr/>
        </p:nvGraphicFramePr>
        <p:xfrm>
          <a:off x="151200" y="1695600"/>
          <a:ext cx="7473599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 La Peñita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20,822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4,683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11,732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27 San José del Valle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84,885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5,556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40,721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 Tepic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112,334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11,347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50,562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24 Tepic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259,599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7,805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114,515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25 Tepic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137,205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8,567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62,129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 Mezcales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78,358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8,103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37,211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26 Xalisco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55,341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9,148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25,595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748,544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55,209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342,465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732,056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46.8%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27" name="Chart 2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43771"/>
              </p:ext>
            </p:extLst>
          </p:nvPr>
        </p:nvGraphicFramePr>
        <p:xfrm>
          <a:off x="326343" y="4462666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8" name="TextBox 227"/>
          <p:cNvSpPr txBox="1"/>
          <p:nvPr/>
        </p:nvSpPr>
        <p:spPr>
          <a:xfrm>
            <a:off x="326343" y="5143338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14%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91291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64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85,002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170,820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27,074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10,055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16,578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21,440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120,529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36,410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64,951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192,355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3,173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369,090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87,690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197,389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482,895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383253"/>
              </p:ext>
            </p:extLst>
          </p:nvPr>
        </p:nvGraphicFramePr>
        <p:xfrm>
          <a:off x="4794868" y="5256167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94868" y="5976167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40.9%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94868" y="6876167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44867" y="5256167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482,895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148899376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24, 7 junio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64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21,624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2,221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10,160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28,481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262050"/>
              </p:ext>
            </p:extLst>
          </p:nvPr>
        </p:nvGraphicFramePr>
        <p:xfrm>
          <a:off x="4766732" y="5223324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66732" y="5943324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35.7%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66732" y="6843324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16731" y="5223324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28,481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71 en Hospitales, 3 en sede, 33 en UMF y 47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35540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71 </a:t>
            </a:r>
            <a:r>
              <a:rPr err="1"/>
              <a:t>en</a:t>
            </a:r>
            <a:r>
              <a:t> Hospitales</a:t>
            </a:r>
            <a:r>
              <a:rPr lang="es-MX"/>
              <a:t> (1 de 4)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12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12000"/>
          <a:ext cx="3456000" cy="271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385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40509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71 </a:t>
            </a:r>
            <a:r>
              <a:rPr err="1"/>
              <a:t>en</a:t>
            </a:r>
            <a:r>
              <a:t> Hospitales </a:t>
            </a:r>
            <a:r>
              <a:rPr lang="es-MX"/>
              <a:t>(2 de 4)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92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98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 Cayetano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98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1545"/>
            <a:ext cx="394210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 </a:t>
            </a:r>
            <a:r>
              <a:rPr err="1"/>
              <a:t>Sede</a:t>
            </a:r>
            <a:r>
              <a:t> </a:t>
            </a:r>
            <a:r>
              <a:rPr err="1"/>
              <a:t>delegacional</a:t>
            </a:r>
            <a:r>
              <a:rPr lang="es-MX"/>
              <a:t> (3 de 4)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33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117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017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017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917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917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069596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069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473596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473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625595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6255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618630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33 </a:t>
            </a:r>
            <a:r>
              <a:rPr err="1"/>
              <a:t>en</a:t>
            </a:r>
            <a:r>
              <a:t> </a:t>
            </a:r>
            <a:r>
              <a:rPr err="1"/>
              <a:t>Unidades</a:t>
            </a:r>
            <a:r>
              <a:t> de Medicina Familiar </a:t>
            </a:r>
            <a:r>
              <a:rPr lang="es-MX"/>
              <a:t>(4 de 4)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0000" y="2901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especialistas (sustitutos)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329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9FD568F9-D87C-FDF2-9880-D1A813D64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67989"/>
              </p:ext>
            </p:extLst>
          </p:nvPr>
        </p:nvGraphicFramePr>
        <p:xfrm>
          <a:off x="1725154" y="3620037"/>
          <a:ext cx="3456000" cy="357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4" name="TextBox 7">
            <a:extLst>
              <a:ext uri="{FF2B5EF4-FFF2-40B4-BE49-F238E27FC236}">
                <a16:creationId xmlns:a16="http://schemas.microsoft.com/office/drawing/2014/main" id="{F9F5AD8B-E6F2-F336-739F-5105C5BD1D6D}"/>
              </a:ext>
            </a:extLst>
          </p:cNvPr>
          <p:cNvSpPr txBox="1"/>
          <p:nvPr/>
        </p:nvSpPr>
        <p:spPr>
          <a:xfrm>
            <a:off x="0" y="7675676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rPr err="1"/>
              <a:t>Sustitutos</a:t>
            </a:r>
            <a:r>
              <a:t> se </a:t>
            </a:r>
            <a:r>
              <a:rPr err="1"/>
              <a:t>integran</a:t>
            </a:r>
            <a:r>
              <a:t> a </a:t>
            </a:r>
            <a:r>
              <a:rPr err="1"/>
              <a:t>los</a:t>
            </a:r>
            <a:r>
              <a:t> </a:t>
            </a:r>
            <a:r>
              <a:rPr err="1"/>
              <a:t>Listados</a:t>
            </a:r>
            <a:r>
              <a:t> de Bolsa de </a:t>
            </a:r>
            <a:r>
              <a:rPr err="1"/>
              <a:t>Trabajo</a:t>
            </a:r>
            <a:r>
              <a:t>, para </a:t>
            </a:r>
            <a:r>
              <a:rPr err="1"/>
              <a:t>cubrir</a:t>
            </a:r>
            <a:r>
              <a:t> las </a:t>
            </a:r>
            <a:r>
              <a:rPr err="1"/>
              <a:t>futuras</a:t>
            </a:r>
            <a:r>
              <a:t> </a:t>
            </a:r>
            <a:r>
              <a:rPr err="1"/>
              <a:t>vacantes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jubilación</a:t>
            </a:r>
            <a:r>
              <a:t>, </a:t>
            </a:r>
            <a:r>
              <a:rPr err="1"/>
              <a:t>renuncia</a:t>
            </a:r>
            <a:r>
              <a:t>, </a:t>
            </a:r>
            <a:r>
              <a:rPr err="1"/>
              <a:t>fallecimiento</a:t>
            </a:r>
            <a:r>
              <a:t>, etc., </a:t>
            </a:r>
            <a:r>
              <a:rPr err="1"/>
              <a:t>así</a:t>
            </a:r>
            <a:r>
              <a:t> </a:t>
            </a:r>
            <a:r>
              <a:rPr err="1"/>
              <a:t>como</a:t>
            </a:r>
            <a:r>
              <a:t> </a:t>
            </a:r>
            <a:r>
              <a:rPr err="1"/>
              <a:t>ausentismo</a:t>
            </a:r>
            <a:r>
              <a:t> </a:t>
            </a:r>
            <a:r>
              <a:rPr err="1"/>
              <a:t>programado</a:t>
            </a:r>
            <a:r>
              <a:t> y no </a:t>
            </a:r>
            <a:r>
              <a:rPr err="1"/>
              <a:t>programado</a:t>
            </a:r>
            <a: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127816"/>
              </p:ext>
            </p:extLst>
          </p:nvPr>
        </p:nvGraphicFramePr>
        <p:xfrm>
          <a:off x="1008000" y="1524840"/>
          <a:ext cx="5756399" cy="694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err="1"/>
                        <a:t>Especialidad</a:t>
                      </a:r>
                      <a:endParaRPr sz="1000"/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Medicina de </a:t>
                      </a:r>
                      <a:r>
                        <a:rPr sz="1000" err="1"/>
                        <a:t>Urgencias</a:t>
                      </a:r>
                      <a:endParaRPr sz="100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32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20.7%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Medicina Familiar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31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40.9%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err="1"/>
                        <a:t>Anestesiología</a:t>
                      </a:r>
                      <a:endParaRPr sz="100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17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51.9%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Ginecología y Obstetricia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59.7%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err="1"/>
                        <a:t>Cirugía</a:t>
                      </a:r>
                      <a:r>
                        <a:rPr sz="1000"/>
                        <a:t> General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66.2%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10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72.7%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Pediatría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78.5%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Medicina Interna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82.4%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Oftalmología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85.7%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Medicina del Trabajo y Ambiental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87.6%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Oncología Médica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88.9%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Neumología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90.2%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Epidemiología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91.5%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Geriatría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92.2%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Cirugía Oncológica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92.8%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Anatomía Patológica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93.5%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Dermatología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94.1%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Endocrinología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94.8%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Hematología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95.4%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Medicina de Rehabilitación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96.1%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Medicina del Enfermo en Estado Crítico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96.7%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Oncología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97.4%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98.0%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Psiquiatría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98.7%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Reumatología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99.3%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marL="45720" marR="4572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marL="45720" marR="4572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633257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838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CE311797-87D8-E82B-53FD-656489078C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5446710"/>
              </p:ext>
            </p:extLst>
          </p:nvPr>
        </p:nvGraphicFramePr>
        <p:xfrm>
          <a:off x="176522" y="791028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24468" y="3947292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lang="es-MX" dirty="0">
                <a:solidFill>
                  <a:schemeClr val="tx1"/>
                </a:solidFill>
              </a:rPr>
              <a:t>Listad e espera, </a:t>
            </a:r>
            <a:r>
              <a:rPr dirty="0" err="1">
                <a:solidFill>
                  <a:schemeClr val="tx1"/>
                </a:solidFill>
              </a:rPr>
              <a:t>semana</a:t>
            </a:r>
            <a:r>
              <a:rPr dirty="0">
                <a:solidFill>
                  <a:schemeClr val="tx1"/>
                </a:solidFill>
              </a:rPr>
              <a:t> 24, 7 </a:t>
            </a:r>
            <a:r>
              <a:rPr dirty="0" err="1">
                <a:solidFill>
                  <a:schemeClr val="tx1"/>
                </a:solidFill>
              </a:rPr>
              <a:t>junio</a:t>
            </a:r>
            <a:r>
              <a:rPr dirty="0"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942846"/>
              </p:ext>
            </p:extLst>
          </p:nvPr>
        </p:nvGraphicFramePr>
        <p:xfrm>
          <a:off x="137771" y="1483286"/>
          <a:ext cx="3639599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2,026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err="1"/>
                        <a:t>Traumatología</a:t>
                      </a:r>
                      <a:r>
                        <a:t> y </a:t>
                      </a:r>
                      <a:r>
                        <a:rPr err="1"/>
                        <a:t>ortopedia</a:t>
                      </a:r>
                      <a:endParaRPr/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1,925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727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523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355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199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196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6,981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700360"/>
              </p:ext>
            </p:extLst>
          </p:nvPr>
        </p:nvGraphicFramePr>
        <p:xfrm>
          <a:off x="3883076" y="1483286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err="1"/>
                        <a:t>Sustitución</a:t>
                      </a:r>
                      <a:r>
                        <a:t> de </a:t>
                      </a:r>
                      <a:r>
                        <a:rPr err="1"/>
                        <a:t>rodilla</a:t>
                      </a:r>
                      <a:endParaRPr/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1,878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231">
            <a:extLst>
              <a:ext uri="{FF2B5EF4-FFF2-40B4-BE49-F238E27FC236}">
                <a16:creationId xmlns:a16="http://schemas.microsoft.com/office/drawing/2014/main" id="{328A8480-F478-B390-5038-BED61BDAE2FF}"/>
              </a:ext>
            </a:extLst>
          </p:cNvPr>
          <p:cNvSpPr txBox="1"/>
          <p:nvPr/>
        </p:nvSpPr>
        <p:spPr>
          <a:xfrm>
            <a:off x="621513" y="6394338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000000"/>
                </a:solidFill>
                <a:latin typeface="Montserrat"/>
              </a:defRPr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Corte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información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: 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18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junio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2026</a:t>
            </a:r>
          </a:p>
        </p:txBody>
      </p:sp>
      <p:graphicFrame>
        <p:nvGraphicFramePr>
          <p:cNvPr id="10" name="Google Shape;230;g370e87ffe7a_2_137">
            <a:extLst>
              <a:ext uri="{FF2B5EF4-FFF2-40B4-BE49-F238E27FC236}">
                <a16:creationId xmlns:a16="http://schemas.microsoft.com/office/drawing/2014/main" id="{8D63DB51-4109-7DE5-260B-5ADA2F3EB0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2929934"/>
              </p:ext>
            </p:extLst>
          </p:nvPr>
        </p:nvGraphicFramePr>
        <p:xfrm>
          <a:off x="140401" y="5123771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232">
            <a:extLst>
              <a:ext uri="{FF2B5EF4-FFF2-40B4-BE49-F238E27FC236}">
                <a16:creationId xmlns:a16="http://schemas.microsoft.com/office/drawing/2014/main" id="{34A296CF-5A6E-5215-9EB9-2A3456EC4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962797"/>
              </p:ext>
            </p:extLst>
          </p:nvPr>
        </p:nvGraphicFramePr>
        <p:xfrm>
          <a:off x="638878" y="5602201"/>
          <a:ext cx="635220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178174308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Total de Escuelas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Escuelas visitadas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Población 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Menores tamizados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1,189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1,085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139,898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97,982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4" name="Table 232">
            <a:extLst>
              <a:ext uri="{FF2B5EF4-FFF2-40B4-BE49-F238E27FC236}">
                <a16:creationId xmlns:a16="http://schemas.microsoft.com/office/drawing/2014/main" id="{2D6793AA-D47F-5D5A-26A1-A2282F702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982518"/>
              </p:ext>
            </p:extLst>
          </p:nvPr>
        </p:nvGraphicFramePr>
        <p:xfrm>
          <a:off x="1714010" y="6742366"/>
          <a:ext cx="370586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Brigadas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Personal de enfermería IMSS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8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40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Box 231">
            <a:extLst>
              <a:ext uri="{FF2B5EF4-FFF2-40B4-BE49-F238E27FC236}">
                <a16:creationId xmlns:a16="http://schemas.microsoft.com/office/drawing/2014/main" id="{1E05CDCF-A785-32AC-12B2-C69B58E136FF}"/>
              </a:ext>
            </a:extLst>
          </p:cNvPr>
          <p:cNvSpPr txBox="1"/>
          <p:nvPr/>
        </p:nvSpPr>
        <p:spPr>
          <a:xfrm>
            <a:off x="1714010" y="7565326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000000"/>
                </a:solidFill>
                <a:latin typeface="Montserrat"/>
              </a:defRPr>
            </a:pP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 cada brigada participan 5 personas del IMSS.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E0748D6-04F8-E232-ECF7-091BE866CCC7}"/>
              </a:ext>
            </a:extLst>
          </p:cNvPr>
          <p:cNvSpPr txBox="1"/>
          <p:nvPr/>
        </p:nvSpPr>
        <p:spPr>
          <a:xfrm>
            <a:off x="176400" y="8304882"/>
            <a:ext cx="184126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2,665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6556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Valoraciones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 </a:t>
            </a:r>
            <a:b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</a:b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nutricionales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Arial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C882AD9-A89A-11DA-1E77-0CAC332BC94C}"/>
              </a:ext>
            </a:extLst>
          </p:cNvPr>
          <p:cNvSpPr txBox="1"/>
          <p:nvPr/>
        </p:nvSpPr>
        <p:spPr>
          <a:xfrm>
            <a:off x="2902975" y="8304882"/>
            <a:ext cx="183295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4,954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6556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Valoraciones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 </a:t>
            </a:r>
            <a:b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</a:b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bucales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Arial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BDF50BF-3EE5-B2AA-B0C4-20BE31D9BBB4}"/>
              </a:ext>
            </a:extLst>
          </p:cNvPr>
          <p:cNvSpPr txBox="1"/>
          <p:nvPr/>
        </p:nvSpPr>
        <p:spPr>
          <a:xfrm>
            <a:off x="5197287" y="8304882"/>
            <a:ext cx="18412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6556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1,479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Salud visual</a:t>
            </a:r>
          </a:p>
        </p:txBody>
      </p:sp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911C0204-4516-9D39-23EB-A49641E53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916" y="7691819"/>
            <a:ext cx="730135" cy="669175"/>
          </a:xfrm>
          <a:prstGeom prst="rect">
            <a:avLst/>
          </a:prstGeom>
        </p:spPr>
      </p:pic>
      <p:pic>
        <p:nvPicPr>
          <p:cNvPr id="26" name="Imagen 25" descr="Icono&#10;&#10;El contenido generado por IA puede ser incorrecto.">
            <a:extLst>
              <a:ext uri="{FF2B5EF4-FFF2-40B4-BE49-F238E27FC236}">
                <a16:creationId xmlns:a16="http://schemas.microsoft.com/office/drawing/2014/main" id="{B3362298-8E63-5314-723A-DCE487D18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4917" y="7838850"/>
            <a:ext cx="924445" cy="491944"/>
          </a:xfrm>
          <a:prstGeom prst="rect">
            <a:avLst/>
          </a:prstGeom>
        </p:spPr>
      </p:pic>
      <p:pic>
        <p:nvPicPr>
          <p:cNvPr id="28" name="Imagen 27" descr="Icono&#10;&#10;El contenido generado por IA puede ser incorrecto.">
            <a:extLst>
              <a:ext uri="{FF2B5EF4-FFF2-40B4-BE49-F238E27FC236}">
                <a16:creationId xmlns:a16="http://schemas.microsoft.com/office/drawing/2014/main" id="{016693C8-1F72-FFDB-1595-F8E47B6FD1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351" y="7673808"/>
            <a:ext cx="603366" cy="713510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7E970D30-0B09-5961-C551-5867DBC2ED89}"/>
              </a:ext>
            </a:extLst>
          </p:cNvPr>
          <p:cNvSpPr txBox="1"/>
          <p:nvPr/>
        </p:nvSpPr>
        <p:spPr>
          <a:xfrm>
            <a:off x="2966597" y="9197434"/>
            <a:ext cx="18329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>
                <a:solidFill>
                  <a:srgbClr val="6E717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Corte al 16</a:t>
            </a:r>
            <a:r>
              <a:rPr lang="es-MX" sz="1400">
                <a:solidFill>
                  <a:srgbClr val="000000">
                    <a:lumMod val="50000"/>
                    <a:lumOff val="50000"/>
                  </a:srgbClr>
                </a:solidFill>
                <a:latin typeface="Noto Sans"/>
                <a:ea typeface="Noto Sans"/>
                <a:cs typeface="Noto Sans"/>
                <a:sym typeface="Noto Sans"/>
              </a:rPr>
              <a:t>/06/2026</a:t>
            </a:r>
          </a:p>
        </p:txBody>
      </p:sp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8,087	 Personal de Salud: 4,654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+64.3%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+109.5%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1,152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+78.2%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973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1,734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+57.4%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719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1,132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+151.6%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126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317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+15.2%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250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129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4,666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242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84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1,825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658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7,391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327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(72,453)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(8,482)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(840)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(1,733)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Otras enfermedades respiratorias
(76)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(71,164)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(6,668)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(541)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(1,039)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(55)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(12,279)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(5,941)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(453)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(777)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(11,084)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(5,386)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piel y del tejido subcutáneo
(449)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(574)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(27)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(8,705)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(4,200)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(441)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la piel y tejidos superficiales
(543)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88,257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955,174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89,156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1,117,202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92.6%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5224D-758F-850C-676F-B5C551481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0200" y="4620600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0200" y="5013153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189895"/>
              </p:ext>
            </p:extLst>
          </p:nvPr>
        </p:nvGraphicFramePr>
        <p:xfrm>
          <a:off x="250200" y="5311800"/>
          <a:ext cx="7200000" cy="21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</a:t>
                      </a:r>
                      <a:r>
                        <a:rPr err="1"/>
                        <a:t>demanda</a:t>
                      </a:r>
                      <a:r>
                        <a:t> de </a:t>
                      </a:r>
                      <a:r>
                        <a:rPr err="1"/>
                        <a:t>enero</a:t>
                      </a:r>
                      <a:r>
                        <a:t> a </a:t>
                      </a:r>
                      <a:r>
                        <a:rPr lang="es-MX"/>
                        <a:t>mayo</a:t>
                      </a:r>
                      <a:r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err="1"/>
                        <a:t>Consumo</a:t>
                      </a:r>
                      <a:endParaRPr sz="1000"/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</a:t>
                      </a:r>
                      <a:r>
                        <a:rPr err="1"/>
                        <a:t>tableta</a:t>
                      </a:r>
                      <a:r>
                        <a:t> (</a:t>
                      </a:r>
                      <a:r>
                        <a:rPr err="1"/>
                        <a:t>analgésico</a:t>
                      </a:r>
                      <a:r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235,541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err="1"/>
                        <a:t>Cloruro</a:t>
                      </a:r>
                      <a:r>
                        <a:t> de sodio, </a:t>
                      </a:r>
                      <a:r>
                        <a:rPr err="1"/>
                        <a:t>solución</a:t>
                      </a:r>
                      <a:r>
                        <a:t> </a:t>
                      </a:r>
                      <a:r>
                        <a:rPr err="1"/>
                        <a:t>inyectable</a:t>
                      </a:r>
                      <a:r>
                        <a:t> al 0.9% (</a:t>
                      </a:r>
                      <a:r>
                        <a:rPr err="1"/>
                        <a:t>deshidratación</a:t>
                      </a:r>
                      <a:r>
                        <a:t>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161,486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err="1"/>
                        <a:t>Losartán</a:t>
                      </a:r>
                      <a:r>
                        <a:t>, </a:t>
                      </a:r>
                      <a:r>
                        <a:rPr err="1"/>
                        <a:t>gragea</a:t>
                      </a:r>
                      <a:r>
                        <a:t> o </a:t>
                      </a:r>
                      <a:r>
                        <a:rPr err="1"/>
                        <a:t>comprimido</a:t>
                      </a:r>
                      <a:r>
                        <a:t> </a:t>
                      </a:r>
                      <a:r>
                        <a:rPr err="1"/>
                        <a:t>recubierto</a:t>
                      </a:r>
                      <a:r>
                        <a:t> (</a:t>
                      </a:r>
                      <a:r>
                        <a:rPr err="1"/>
                        <a:t>hipertensión</a:t>
                      </a:r>
                      <a:r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121,098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118,225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</a:t>
                      </a:r>
                      <a:r>
                        <a:rPr err="1"/>
                        <a:t>polimérica</a:t>
                      </a:r>
                      <a:r>
                        <a:t> con </a:t>
                      </a:r>
                      <a:r>
                        <a:rPr err="1"/>
                        <a:t>fibra</a:t>
                      </a:r>
                      <a:r>
                        <a:t>, </a:t>
                      </a:r>
                      <a:r>
                        <a:rPr err="1"/>
                        <a:t>suspensión</a:t>
                      </a:r>
                      <a:r>
                        <a:t> oral o enteral  (</a:t>
                      </a:r>
                      <a:r>
                        <a:rPr err="1"/>
                        <a:t>nutrición</a:t>
                      </a:r>
                      <a:r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111,886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</a:t>
                      </a:r>
                      <a:r>
                        <a:rPr err="1"/>
                        <a:t>cápsula</a:t>
                      </a:r>
                      <a:r>
                        <a:t> (</a:t>
                      </a:r>
                      <a:r>
                        <a:rPr err="1"/>
                        <a:t>antiinflamatorio</a:t>
                      </a:r>
                      <a:r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111,526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err="1"/>
                        <a:t>Atorvastatina</a:t>
                      </a:r>
                      <a:r>
                        <a:t>, </a:t>
                      </a:r>
                      <a:r>
                        <a:rPr err="1"/>
                        <a:t>tableta</a:t>
                      </a:r>
                      <a:r>
                        <a:t> (</a:t>
                      </a:r>
                      <a:r>
                        <a:rPr err="1"/>
                        <a:t>reducir</a:t>
                      </a:r>
                      <a:r>
                        <a:t> </a:t>
                      </a:r>
                      <a:r>
                        <a:rPr err="1"/>
                        <a:t>colesterol</a:t>
                      </a:r>
                      <a:r>
                        <a:t> y </a:t>
                      </a:r>
                      <a:r>
                        <a:rPr err="1"/>
                        <a:t>triglicéridos</a:t>
                      </a:r>
                      <a:r>
                        <a:t>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111,068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err="1"/>
                        <a:t>Pantoprazol</a:t>
                      </a:r>
                      <a:r>
                        <a:t> o </a:t>
                      </a:r>
                      <a:r>
                        <a:rPr err="1"/>
                        <a:t>Rabeprazol</a:t>
                      </a:r>
                      <a:r>
                        <a:t> u </a:t>
                      </a:r>
                      <a:r>
                        <a:rPr err="1"/>
                        <a:t>Omeprazol</a:t>
                      </a:r>
                      <a:r>
                        <a:t>, </a:t>
                      </a:r>
                      <a:r>
                        <a:rPr err="1"/>
                        <a:t>tableta</a:t>
                      </a:r>
                      <a:r>
                        <a:t> o </a:t>
                      </a:r>
                      <a:r>
                        <a:rPr err="1"/>
                        <a:t>gragea</a:t>
                      </a:r>
                      <a:r>
                        <a:t> o </a:t>
                      </a:r>
                      <a:r>
                        <a:rPr err="1"/>
                        <a:t>cápsula</a:t>
                      </a:r>
                      <a:r>
                        <a:t> (</a:t>
                      </a:r>
                      <a:r>
                        <a:rPr err="1"/>
                        <a:t>antiácido</a:t>
                      </a:r>
                      <a:r>
                        <a:t>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81,096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78,737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err="1"/>
                        <a:t>Gabapentina</a:t>
                      </a:r>
                      <a:r>
                        <a:t>, </a:t>
                      </a:r>
                      <a:r>
                        <a:rPr err="1"/>
                        <a:t>cápsula</a:t>
                      </a:r>
                      <a:r>
                        <a:t> (</a:t>
                      </a:r>
                      <a:r>
                        <a:rPr err="1"/>
                        <a:t>antiepiléptico</a:t>
                      </a:r>
                      <a:r>
                        <a:t>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lnB w="12700" cap="flat" cmpd="sng" algn="ctr">
                      <a:solidFill>
                        <a:srgbClr val="1031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76,622</a:t>
                      </a:r>
                    </a:p>
                  </a:txBody>
                  <a:tcPr marL="18000" marR="18000" marT="18000" marB="18000" anchor="ctr">
                    <a:lnB w="12700" cap="flat" cmpd="sng" algn="ctr">
                      <a:solidFill>
                        <a:srgbClr val="1031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</a:t>
            </a:r>
            <a:r>
              <a:rPr err="1"/>
              <a:t>muestra</a:t>
            </a:r>
            <a:r>
              <a:t> lo </a:t>
            </a:r>
            <a:r>
              <a:rPr err="1"/>
              <a:t>correspondiente</a:t>
            </a:r>
            <a:r>
              <a:t> al </a:t>
            </a:r>
            <a:r>
              <a:rPr err="1"/>
              <a:t>periodo</a:t>
            </a:r>
            <a:r>
              <a:t> del 1 de </a:t>
            </a:r>
            <a:r>
              <a:rPr err="1"/>
              <a:t>enero</a:t>
            </a:r>
            <a:r>
              <a:t> al 30 de </a:t>
            </a:r>
            <a:r>
              <a:rPr lang="es-MX"/>
              <a:t>mayo </a:t>
            </a:r>
            <a:r>
              <a:t>de 2026.</a:t>
            </a:r>
          </a:p>
        </p:txBody>
      </p:sp>
    </p:spTree>
    <p:extLst>
      <p:ext uri="{BB962C8B-B14F-4D97-AF65-F5344CB8AC3E}">
        <p14:creationId xmlns:p14="http://schemas.microsoft.com/office/powerpoint/2010/main" val="2742649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55374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</a:t>
            </a:r>
            <a:endParaRPr lang="en-US" err="1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err="1"/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15269" y="5082298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184766" y="5096088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Sub-</a:t>
            </a: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delegación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335358"/>
              </p:ext>
            </p:extLst>
          </p:nvPr>
        </p:nvGraphicFramePr>
        <p:xfrm>
          <a:off x="1785600" y="1909870"/>
          <a:ext cx="5295600" cy="38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Conservación</a:t>
                      </a:r>
                      <a:r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2025)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$135.2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terapia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intensiva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HGZ</a:t>
                      </a:r>
                      <a:r>
                        <a:rPr sz="1000">
                          <a:latin typeface="Montserrat"/>
                        </a:rPr>
                        <a:t> No. 1 Tepic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$16.2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accesibilidad</a:t>
                      </a:r>
                      <a:r>
                        <a:rPr sz="1000">
                          <a:latin typeface="Montserrat"/>
                        </a:rPr>
                        <a:t> (</a:t>
                      </a:r>
                      <a:r>
                        <a:rPr sz="1000" err="1">
                          <a:latin typeface="Montserrat"/>
                        </a:rPr>
                        <a:t>rampas</a:t>
                      </a:r>
                      <a:r>
                        <a:rPr sz="1000">
                          <a:latin typeface="Montserrat"/>
                        </a:rPr>
                        <a:t>)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18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, Nayarit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$15.0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residencias </a:t>
                      </a:r>
                      <a:r>
                        <a:rPr sz="1000" err="1">
                          <a:latin typeface="Montserrat"/>
                        </a:rPr>
                        <a:t>médicas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4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(</a:t>
                      </a:r>
                      <a:r>
                        <a:rPr sz="1000" err="1">
                          <a:latin typeface="Montserrat"/>
                        </a:rPr>
                        <a:t>HGZ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No.1</a:t>
                      </a:r>
                      <a:r>
                        <a:rPr sz="1000">
                          <a:latin typeface="Montserrat"/>
                        </a:rPr>
                        <a:t> Tepic, </a:t>
                      </a:r>
                      <a:r>
                        <a:rPr sz="1000" err="1">
                          <a:latin typeface="Montserrat"/>
                        </a:rPr>
                        <a:t>HGZ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No.10</a:t>
                      </a:r>
                      <a:r>
                        <a:rPr sz="1000">
                          <a:latin typeface="Montserrat"/>
                        </a:rPr>
                        <a:t> Santiago </a:t>
                      </a:r>
                      <a:r>
                        <a:rPr sz="1000" err="1">
                          <a:latin typeface="Montserrat"/>
                        </a:rPr>
                        <a:t>Ixcuintla</a:t>
                      </a:r>
                      <a:r>
                        <a:rPr sz="1000">
                          <a:latin typeface="Montserrat"/>
                        </a:rPr>
                        <a:t>, UMF </a:t>
                      </a:r>
                      <a:r>
                        <a:rPr sz="1000" err="1">
                          <a:latin typeface="Montserrat"/>
                        </a:rPr>
                        <a:t>No.24</a:t>
                      </a:r>
                      <a:r>
                        <a:rPr sz="1000">
                          <a:latin typeface="Montserrat"/>
                        </a:rPr>
                        <a:t>, UMF </a:t>
                      </a:r>
                      <a:r>
                        <a:rPr sz="1000" err="1">
                          <a:latin typeface="Montserrat"/>
                        </a:rPr>
                        <a:t>No.5</a:t>
                      </a:r>
                      <a:r>
                        <a:rPr sz="1000">
                          <a:latin typeface="Montserrat"/>
                        </a:rPr>
                        <a:t> Tepic)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$6.3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1 y UMAA No. 28 Tepic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$5.0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mejora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lang="es-MX" sz="1000">
                          <a:latin typeface="Montserrat"/>
                        </a:rPr>
                        <a:t>la </a:t>
                      </a:r>
                      <a:r>
                        <a:rPr sz="1000" err="1">
                          <a:latin typeface="Montserrat"/>
                        </a:rPr>
                        <a:t>subdelegación</a:t>
                      </a:r>
                      <a:r>
                        <a:rPr sz="1000">
                          <a:latin typeface="Montserrat"/>
                        </a:rPr>
                        <a:t> Tepic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$4.9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1 Tepic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$0.2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5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50" dirty="0"/>
                        <a:t>$182.</a:t>
                      </a:r>
                      <a:r>
                        <a:rPr lang="es-MX" sz="1050" dirty="0"/>
                        <a:t>8</a:t>
                      </a:r>
                      <a:endParaRPr sz="1050" dirty="0"/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110808"/>
              </p:ext>
            </p:extLst>
          </p:nvPr>
        </p:nvGraphicFramePr>
        <p:xfrm>
          <a:off x="1835167" y="6208855"/>
          <a:ext cx="52956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</a:t>
                      </a:r>
                      <a:r>
                        <a:rPr err="1"/>
                        <a:t>Instalación</a:t>
                      </a:r>
                      <a:r>
                        <a:t>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 pieza de equipo médico: 1 refrigerador congelador de 5.4 pies cúbicos</a:t>
                      </a:r>
                    </a:p>
                  </a:txBody>
                  <a:tcPr marL="3600" marR="3600" marT="3600" marB="3600"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$0.1</a:t>
                      </a:r>
                    </a:p>
                  </a:txBody>
                  <a:tcPr marL="3600" marR="3600" marT="3600" marB="3600"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386429"/>
              </p:ext>
            </p:extLst>
          </p:nvPr>
        </p:nvGraphicFramePr>
        <p:xfrm>
          <a:off x="1785600" y="7405751"/>
          <a:ext cx="5295600" cy="665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58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Equipamiento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0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Se cuenta con dos de los tres elevadores instalados y funcionando, en proceso de instalación del tercer elevador.</a:t>
                      </a:r>
                    </a:p>
                  </a:txBody>
                  <a:tcPr marL="3600" marR="3600" marT="3600" marB="3600"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$16.5</a:t>
                      </a:r>
                    </a:p>
                  </a:txBody>
                  <a:tcPr marL="3600" marR="3600" marT="3600" marB="3600"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101428" y="878400"/>
            <a:ext cx="6527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199.</a:t>
            </a:r>
            <a:r>
              <a:rPr lang="es-MX"/>
              <a:t>4</a:t>
            </a:r>
            <a:endParaRPr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err="1"/>
              <a:t>mdp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039986"/>
            <a:ext cx="388620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6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Equipos</a:t>
            </a:r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 </a:t>
            </a:r>
          </a:p>
          <a:p>
            <a:pPr algn="ctr"/>
            <a:r>
              <a:rPr lang="en-US" sz="8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Electrome</a:t>
            </a:r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-</a:t>
            </a:r>
          </a:p>
          <a:p>
            <a:pPr algn="ctr"/>
            <a:r>
              <a:rPr lang="en-US" sz="8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cánicos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267998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6 Equipos electromecánicos para 2 unidades; 2 lavadoras, 2 secadoras, 1 equipo para aire acondicionado y 1 para casa de máquinas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103.9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  <p:pic>
        <p:nvPicPr>
          <p:cNvPr id="13" name="Google Shape;551;g3d0ffe769cd_0_0">
            <a:extLst>
              <a:ext uri="{FF2B5EF4-FFF2-40B4-BE49-F238E27FC236}">
                <a16:creationId xmlns:a16="http://schemas.microsoft.com/office/drawing/2014/main" id="{5164D98B-44D0-A272-666A-5894FAE608E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82" t="14684" r="1598" b="17771"/>
          <a:stretch/>
        </p:blipFill>
        <p:spPr>
          <a:xfrm>
            <a:off x="230902" y="4727349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" name="Google Shape;559;g3d0ffe769cd_0_0">
            <a:extLst>
              <a:ext uri="{FF2B5EF4-FFF2-40B4-BE49-F238E27FC236}">
                <a16:creationId xmlns:a16="http://schemas.microsoft.com/office/drawing/2014/main" id="{030F2995-8BD6-A5CC-37DC-B8DAE30781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3358649"/>
              </p:ext>
            </p:extLst>
          </p:nvPr>
        </p:nvGraphicFramePr>
        <p:xfrm>
          <a:off x="147600" y="3778629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Google Shape;552;g3d0ffe769cd_0_0">
            <a:extLst>
              <a:ext uri="{FF2B5EF4-FFF2-40B4-BE49-F238E27FC236}">
                <a16:creationId xmlns:a16="http://schemas.microsoft.com/office/drawing/2014/main" id="{76601FDE-E062-8936-E764-D8880ED638D6}"/>
              </a:ext>
            </a:extLst>
          </p:cNvPr>
          <p:cNvSpPr/>
          <p:nvPr/>
        </p:nvSpPr>
        <p:spPr>
          <a:xfrm>
            <a:off x="234692" y="4749463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556;g3d0ffe769cd_0_0">
            <a:extLst>
              <a:ext uri="{FF2B5EF4-FFF2-40B4-BE49-F238E27FC236}">
                <a16:creationId xmlns:a16="http://schemas.microsoft.com/office/drawing/2014/main" id="{20181F87-CE1B-FFA8-5AF9-D2402391E2A9}"/>
              </a:ext>
            </a:extLst>
          </p:cNvPr>
          <p:cNvSpPr/>
          <p:nvPr/>
        </p:nvSpPr>
        <p:spPr>
          <a:xfrm>
            <a:off x="852084" y="4889760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553;g3d0ffe769cd_0_0">
            <a:extLst>
              <a:ext uri="{FF2B5EF4-FFF2-40B4-BE49-F238E27FC236}">
                <a16:creationId xmlns:a16="http://schemas.microsoft.com/office/drawing/2014/main" id="{BC0F06A5-BAA2-698F-E93C-A2B387AF9D83}"/>
              </a:ext>
            </a:extLst>
          </p:cNvPr>
          <p:cNvSpPr/>
          <p:nvPr/>
        </p:nvSpPr>
        <p:spPr>
          <a:xfrm>
            <a:off x="290798" y="5656407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" name="Google Shape;554;g3d0ffe769cd_0_0">
            <a:extLst>
              <a:ext uri="{FF2B5EF4-FFF2-40B4-BE49-F238E27FC236}">
                <a16:creationId xmlns:a16="http://schemas.microsoft.com/office/drawing/2014/main" id="{6FF245C6-9C65-E9EB-BDD0-2F651B301CAE}"/>
              </a:ext>
            </a:extLst>
          </p:cNvPr>
          <p:cNvSpPr txBox="1"/>
          <p:nvPr/>
        </p:nvSpPr>
        <p:spPr>
          <a:xfrm>
            <a:off x="276701" y="6247394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" name="Google Shape;562;g3d0ffe769cd_0_0">
            <a:extLst>
              <a:ext uri="{FF2B5EF4-FFF2-40B4-BE49-F238E27FC236}">
                <a16:creationId xmlns:a16="http://schemas.microsoft.com/office/drawing/2014/main" id="{48F6C482-53EA-D29A-A071-26236D724C83}"/>
              </a:ext>
            </a:extLst>
          </p:cNvPr>
          <p:cNvSpPr txBox="1"/>
          <p:nvPr/>
        </p:nvSpPr>
        <p:spPr>
          <a:xfrm rot="16200000">
            <a:off x="1958850" y="6035829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7" name="Table 19">
            <a:extLst>
              <a:ext uri="{FF2B5EF4-FFF2-40B4-BE49-F238E27FC236}">
                <a16:creationId xmlns:a16="http://schemas.microsoft.com/office/drawing/2014/main" id="{D1A42006-E20F-363D-C5EA-C3796E603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373231"/>
              </p:ext>
            </p:extLst>
          </p:nvPr>
        </p:nvGraphicFramePr>
        <p:xfrm>
          <a:off x="2552400" y="4891029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Predios en ruta y 0 CECI en Construción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Tepic, Bahía de Banderas, Santiago Ixcuintla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Oval 20">
            <a:extLst>
              <a:ext uri="{FF2B5EF4-FFF2-40B4-BE49-F238E27FC236}">
                <a16:creationId xmlns:a16="http://schemas.microsoft.com/office/drawing/2014/main" id="{E003C673-0DDF-B48A-5EBE-BB6C72960A4F}"/>
              </a:ext>
            </a:extLst>
          </p:cNvPr>
          <p:cNvSpPr/>
          <p:nvPr/>
        </p:nvSpPr>
        <p:spPr>
          <a:xfrm>
            <a:off x="885600" y="4912629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12</a:t>
            </a:r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id="{07810977-D7E2-550F-4013-5AF5C3DEB155}"/>
              </a:ext>
            </a:extLst>
          </p:cNvPr>
          <p:cNvSpPr/>
          <p:nvPr/>
        </p:nvSpPr>
        <p:spPr>
          <a:xfrm>
            <a:off x="363600" y="5697429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5 CECI CAMPO</a:t>
            </a:r>
          </a:p>
        </p:txBody>
      </p:sp>
      <p:sp>
        <p:nvSpPr>
          <p:cNvPr id="33" name="TextBox 22">
            <a:extLst>
              <a:ext uri="{FF2B5EF4-FFF2-40B4-BE49-F238E27FC236}">
                <a16:creationId xmlns:a16="http://schemas.microsoft.com/office/drawing/2014/main" id="{0FEEF86C-D2E7-6CBD-924F-A183530FDCEA}"/>
              </a:ext>
            </a:extLst>
          </p:cNvPr>
          <p:cNvSpPr txBox="1"/>
          <p:nvPr/>
        </p:nvSpPr>
        <p:spPr>
          <a:xfrm>
            <a:off x="0" y="9590400"/>
            <a:ext cx="75744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¹ </a:t>
            </a:r>
            <a:r>
              <a:rPr err="1"/>
              <a:t>Terrenos</a:t>
            </a:r>
            <a:r>
              <a:t> </a:t>
            </a:r>
            <a:r>
              <a:rPr err="1"/>
              <a:t>validados</a:t>
            </a:r>
            <a:r>
              <a:t>. 3 CECI </a:t>
            </a:r>
            <a:r>
              <a:rPr err="1"/>
              <a:t>en</a:t>
            </a:r>
            <a:r>
              <a:t> </a:t>
            </a:r>
            <a:r>
              <a:rPr err="1"/>
              <a:t>integración</a:t>
            </a:r>
            <a:r>
              <a:t> de </a:t>
            </a:r>
            <a:r>
              <a:rPr err="1"/>
              <a:t>expediente</a:t>
            </a:r>
            <a:r>
              <a:t> para </a:t>
            </a:r>
            <a:r>
              <a:rPr err="1"/>
              <a:t>donación</a:t>
            </a:r>
            <a:r>
              <a:t> </a:t>
            </a:r>
            <a:r>
              <a:rPr err="1"/>
              <a:t>en</a:t>
            </a:r>
            <a:r>
              <a:t> Tepic, Bahía de Banderas y Santiago </a:t>
            </a:r>
            <a:r>
              <a:rPr err="1"/>
              <a:t>Ixcuintla</a:t>
            </a:r>
            <a: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88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18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3,162 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511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Tepic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Tepic y Tuxpan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Tepic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70" name="Picture 469" descr="map_tipo2_18_n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606" y="5091729"/>
            <a:ext cx="3032490" cy="39503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18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Dirección de Prestaciones Económicas y Sociales, mayo de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textRoundtripDataId="4"/>
                            </a:ext>
                          </a:extLst>
                        </a:rPr>
                        <a:t>por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textRoundtripDataId="5"/>
                            </a:ext>
                          </a:extLst>
                        </a:rPr>
                        <a:t>tipo de sector</a:t>
                      </a:r>
                      <a:endParaRPr lang="es-MX"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2191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7,883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Autosistemas de Torreón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6,342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6,588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Autónoma de Nayarit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4,407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4,409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Operadora Turística Hotelera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3,146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-9.1%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Tepic Nayarit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Draexlmaier Components Automotive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2,503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-12.69%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-10.45%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-1.56%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-1.44%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-0.49%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+1.81%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+2.99%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+3.92%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+8.96%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131,832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7,011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40,246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181,889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137,221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5,795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37,846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2,095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182,957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textRoundtripDataId="6"/>
                            </a:ext>
                          </a:extLst>
                        </a:rPr>
                        <a:t>cotización</a:t>
                      </a:r>
                      <a:endParaRPr lang="es-MX"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3C81E528-8864-F248-BEEA-C1D3F7648882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$536.06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$265.29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$536.06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$16,081.8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783348"/>
              </p:ext>
            </p:extLst>
          </p:nvPr>
        </p:nvGraphicFramePr>
        <p:xfrm>
          <a:off x="320400" y="6649200"/>
          <a:ext cx="7038000" cy="241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deudor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público</a:t>
                      </a:r>
                      <a:r>
                        <a:rPr lang="es-MX" dirty="0"/>
                        <a:t>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de Nayarit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$822.51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Tepic Nayarit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$59.88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San Blas del Estado de Nayarit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deudor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privado</a:t>
                      </a:r>
                      <a:r>
                        <a:rPr lang="es-MX"/>
                        <a:t>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Casilda Construcciones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$59.49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Constructora Proser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Movimiento de Lucha Popular Emiliano Zapata AC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$4.46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0AAFBF8-8D61-CC7B-C92C-CB31D4401722}"/>
              </a:ext>
            </a:extLst>
          </p:cNvPr>
          <p:cNvSpPr txBox="1"/>
          <p:nvPr/>
        </p:nvSpPr>
        <p:spPr>
          <a:xfrm>
            <a:off x="363352" y="2188415"/>
            <a:ext cx="67538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lang="es-MX">
                <a:solidFill>
                  <a:schemeClr val="tx1"/>
                </a:solidFill>
              </a:rPr>
              <a:t>Salario Base de Cotización: se utilizó como deflactor del salario el cociente del INPC entre diciembre 2018 (103.02) y  preliminar de mayo  2026 (145.714) de 0.7069998.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6228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4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6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7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120,174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455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109,297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1,596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5,413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3,868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2,319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2,709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4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911579"/>
              </p:ext>
            </p:extLst>
          </p:nvPr>
        </p:nvGraphicFramePr>
        <p:xfrm>
          <a:off x="310896" y="7991856"/>
          <a:ext cx="7004303" cy="71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Concepto</a:t>
                      </a:r>
                      <a:endParaRPr/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1,896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2,467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147,400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49,918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97,482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32,635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120,174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2,319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4489</Words>
  <Application>Microsoft Office PowerPoint</Application>
  <PresentationFormat>Personalizado</PresentationFormat>
  <Paragraphs>1705</Paragraphs>
  <Slides>27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Montserrat</vt:lpstr>
      <vt:lpstr>Arial</vt:lpstr>
      <vt:lpstr>Calibri</vt:lpstr>
      <vt:lpstr>Noto Sans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Diana Shareny Martinez Rodriguez</cp:lastModifiedBy>
  <cp:revision>1</cp:revision>
  <dcterms:modified xsi:type="dcterms:W3CDTF">2026-07-06T16:34:08Z</dcterms:modified>
</cp:coreProperties>
</file>