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965C"/>
    <a:srgbClr val="434343"/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F3AB1-671D-BD48-B4C9-60748C9A3E7F}" v="3" dt="2026-05-25T19:40:12.793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820"/>
  </p:normalViewPr>
  <p:slideViewPr>
    <p:cSldViewPr snapToGrid="0">
      <p:cViewPr varScale="1">
        <p:scale>
          <a:sx n="78" d="100"/>
          <a:sy n="78" d="100"/>
        </p:scale>
        <p:origin x="3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5-25T19:41:25.067" v="2941" actId="20577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5-25T19:41:25.067" v="2941" actId="20577"/>
        <pc:sldMkLst>
          <pc:docMk/>
          <pc:sldMk cId="0" sldId="257"/>
        </pc:sldMkLst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graphicFrameChg chg="add mod modGraphic">
          <ac:chgData name="Carlos Esponda Rosales" userId="08a2b2cc-6d12-4dea-90fe-c484bece8186" providerId="ADAL" clId="{6846A1DD-3EC1-5A12-B3C5-9C410579EE4F}" dt="2026-05-25T19:40:06.198" v="2919" actId="108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5-25T19:41:25.067" v="2941" actId="20577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HC CMN SIGLO XXI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34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(1992)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0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232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158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74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Tomógrafo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Cardiología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Rehabilitación Cardiaca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Neumología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Cardiología Pediátrica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Endocrinología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6. Geriatría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7. Psicología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8. Cirugía Cardiovascular y Torácica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9. SPPSTIMSS – Médico Especialista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10. SPPSTIMSS – Psicología Clínica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10 especialidades</a:t>
            </a:r>
          </a:p>
        </p:txBody>
      </p:sp>
      <p:pic>
        <p:nvPicPr>
          <p:cNvPr id="89" name="Picture 88" descr="foto_fachada_37B5071B21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318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40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17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71989219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35,640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1,519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3,310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717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rgbClr val="BC96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  <a:tabLst/>
                        <a:defRPr/>
                      </a:pPr>
                      <a:endParaRPr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41,186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HC CMN SIGLO XXI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CIUDAD DE MÉXICO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954367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63,066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18,570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35,640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91,980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39%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3,901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2,699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3,310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7,045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47%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394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1,530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24, 07 de Junio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229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426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875</a:t>
            </a:r>
          </a:p>
        </p:txBody>
      </p:sp>
      <p:pic>
        <p:nvPicPr>
          <p:cNvPr id="134" name="Picture 133" descr="foto_1_37B5071B215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37B5071B215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37B5071B215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37B5071B215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12776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Noto Sans</vt:lpstr>
      <vt:lpstr>Montserrat</vt:lpstr>
      <vt:lpstr>Noto Sans Black</vt:lpstr>
      <vt:lpstr>Arial</vt:lpstr>
      <vt:lpstr>Calibri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2026-05-25T19:41:31Z</dcterms:modified>
</cp:coreProperties>
</file>