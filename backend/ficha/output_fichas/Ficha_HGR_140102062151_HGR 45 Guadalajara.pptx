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HGR 45 GUADALAJARA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JALISCO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64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(1962)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658,465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374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277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camas en cuidados intensivos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97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41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Salas de endoscopia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Trauma y Ortopedia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Medicina Interna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Oftalmología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Nefrología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Cirugía General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Infectología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Neurología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Urología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Cardiología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27 especialidades</a:t>
            </a:r>
          </a:p>
        </p:txBody>
      </p:sp>
      <p:pic>
        <p:nvPicPr>
          <p:cNvPr id="89" name="Picture 88" descr="foto_fachada_14010206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951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140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38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76,391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4,980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4,537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2,013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87,921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HGR 45 GUADALAJARA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JALISCO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184,412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46,379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76,391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229,950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33%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10,061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4,052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4,537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15,525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29%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1,184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1,564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302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583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679</a:t>
            </a:r>
          </a:p>
        </p:txBody>
      </p:sp>
      <p:pic>
        <p:nvPicPr>
          <p:cNvPr id="134" name="Picture 133" descr="foto_1_14010206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14010206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14010206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14010206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