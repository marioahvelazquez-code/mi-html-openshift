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2 AGUASCALIENTES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AGUASCALIENTES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31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(1995)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302,177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262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174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88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14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Otorrinolaringología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Cardiología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Geriatría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Nefrología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18 especialidades</a:t>
            </a:r>
          </a:p>
        </p:txBody>
      </p:sp>
      <p:pic>
        <p:nvPicPr>
          <p:cNvPr id="89" name="Picture 88" descr="foto_fachada_010126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455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43,076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1,994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2,505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1,191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48,766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2 AGUASCALIENTES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AGUASCALIENTES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115,870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6,915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43,076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124,830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35%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6,224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224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2,505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7,320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34%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575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1,186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231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424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531</a:t>
            </a:r>
          </a:p>
        </p:txBody>
      </p:sp>
      <p:pic>
        <p:nvPicPr>
          <p:cNvPr id="134" name="Picture 133" descr="foto_1_010126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01012601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01012601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01012601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