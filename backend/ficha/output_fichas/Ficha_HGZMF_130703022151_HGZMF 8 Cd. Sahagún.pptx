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8 CD. SAHAGÚN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HIDALGO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33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(1993)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24,272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86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57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29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Otorrinolaringología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 especialidades</a:t>
            </a:r>
          </a:p>
        </p:txBody>
      </p:sp>
      <p:pic>
        <p:nvPicPr>
          <p:cNvPr id="89" name="Picture 88" descr="foto_fachada_130703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599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22,615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1,991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1,071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393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800" u="none" strike="noStrike" cap="none" dirty="0">
                          <a:solidFill>
                            <a:srgbClr val="BC96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74,666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100,736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8 CD. SAHAGÚN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HIDALGO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38,114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7,279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22,615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62,050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2,377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758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1,071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2,928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845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472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27, 28 de Junio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96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139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237</a:t>
            </a:r>
          </a:p>
        </p:txBody>
      </p:sp>
      <p:pic>
        <p:nvPicPr>
          <p:cNvPr id="134" name="Picture 133" descr="foto_1_130703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3070302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3070302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3070302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