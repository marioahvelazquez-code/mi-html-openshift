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HGSMF 7 SN. FCO. DEL RINCÓN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52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(1974)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20,568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22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14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Obstetricia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especialidades</a:t>
            </a:r>
          </a:p>
        </p:txBody>
      </p:sp>
      <p:pic>
        <p:nvPicPr>
          <p:cNvPr id="89" name="Picture 88" descr="foto_fachada_11180105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399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7,272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1,305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572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192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800" u="none" strike="noStrike" cap="none" dirty="0">
                          <a:solidFill>
                            <a:srgbClr val="BC96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36,971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46,312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HGSMF 7 SN. FCO. DEL RINCÓN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14,829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2,260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7,272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23,360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31%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990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193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572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1,566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37%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521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165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62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