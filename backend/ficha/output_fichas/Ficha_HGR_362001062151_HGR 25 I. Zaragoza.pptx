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HGR 25 I. ZARAGOZA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CIUDAD DE MÉXICO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1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(2025)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349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180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16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169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40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Salas de endoscopia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Cardiología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Nefrología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Neumología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Gastroenterología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Otorrinolaringología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Urología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35 especialidades</a:t>
            </a:r>
          </a:p>
        </p:txBody>
      </p:sp>
      <p:pic>
        <p:nvPicPr>
          <p:cNvPr id="89" name="Picture 88" descr="foto_fachada_36200106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547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172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16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24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55,987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6,289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2,285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664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BC96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endParaRPr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65,225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HGR 25 I. ZARAGOZA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CIUDAD DE MÉXICO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55,987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98,550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57%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XX</a:t>
                      </a:r>
                      <a:endParaRPr dirty="0"/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2,285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4,077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56%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759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1,405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21, 17 de Mayo 2026</a:t>
            </a:r>
          </a:p>
        </p:txBody>
      </p:sp>
      <p:sp>
        <p:nvSpPr>
          <p:cNvPr id="5" name="FOTO_1">
            <a:extLst>
              <a:ext uri="{FF2B5EF4-FFF2-40B4-BE49-F238E27FC236}">
                <a16:creationId xmlns:a16="http://schemas.microsoft.com/office/drawing/2014/main" id="{7FFFA809-32EF-9EC3-522C-4FF5905A95DF}"/>
              </a:ext>
            </a:extLst>
          </p:cNvPr>
          <p:cNvSpPr/>
          <p:nvPr/>
        </p:nvSpPr>
        <p:spPr>
          <a:xfrm>
            <a:off x="4853913" y="33851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1</a:t>
            </a:r>
          </a:p>
        </p:txBody>
      </p:sp>
      <p:sp>
        <p:nvSpPr>
          <p:cNvPr id="12" name="FOTO_2">
            <a:extLst>
              <a:ext uri="{FF2B5EF4-FFF2-40B4-BE49-F238E27FC236}">
                <a16:creationId xmlns:a16="http://schemas.microsoft.com/office/drawing/2014/main" id="{26A098A1-1CAD-8CAE-34C1-3EE5B5C500EB}"/>
              </a:ext>
            </a:extLst>
          </p:cNvPr>
          <p:cNvSpPr/>
          <p:nvPr/>
        </p:nvSpPr>
        <p:spPr>
          <a:xfrm>
            <a:off x="4853913" y="2586555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2</a:t>
            </a:r>
          </a:p>
        </p:txBody>
      </p:sp>
      <p:sp>
        <p:nvSpPr>
          <p:cNvPr id="13" name="FOTO_3">
            <a:extLst>
              <a:ext uri="{FF2B5EF4-FFF2-40B4-BE49-F238E27FC236}">
                <a16:creationId xmlns:a16="http://schemas.microsoft.com/office/drawing/2014/main" id="{EE722C2C-2EF0-19C3-8F87-A84570D86C77}"/>
              </a:ext>
            </a:extLst>
          </p:cNvPr>
          <p:cNvSpPr/>
          <p:nvPr/>
        </p:nvSpPr>
        <p:spPr>
          <a:xfrm>
            <a:off x="4853913" y="483460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3</a:t>
            </a:r>
          </a:p>
        </p:txBody>
      </p:sp>
      <p:sp>
        <p:nvSpPr>
          <p:cNvPr id="15" name="FOTO_4">
            <a:extLst>
              <a:ext uri="{FF2B5EF4-FFF2-40B4-BE49-F238E27FC236}">
                <a16:creationId xmlns:a16="http://schemas.microsoft.com/office/drawing/2014/main" id="{F003C12A-C700-1DA4-5E7F-00B95F99A260}"/>
              </a:ext>
            </a:extLst>
          </p:cNvPr>
          <p:cNvSpPr/>
          <p:nvPr/>
        </p:nvSpPr>
        <p:spPr>
          <a:xfrm>
            <a:off x="4853913" y="7082644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4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687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