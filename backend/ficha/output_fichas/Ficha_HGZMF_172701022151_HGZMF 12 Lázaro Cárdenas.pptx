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12 LÁZARO CÁRDENAS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MICHOACÁN DE OCAMPO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89,406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118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82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36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Neurología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Dermatología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 especialidades</a:t>
            </a:r>
          </a:p>
        </p:txBody>
      </p:sp>
      <p:pic>
        <p:nvPicPr>
          <p:cNvPr id="89" name="Picture 88" descr="foto_fachada_172701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352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123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416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39,146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4,432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1,693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681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800" u="none" strike="noStrike" cap="none" dirty="0">
                          <a:solidFill>
                            <a:srgbClr val="BC965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45,247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Consultas Medicina Familiar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91,199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HGZMF 12 LÁZARO CÁRDENAS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MICHOACÁN DE OCAMPO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78,504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24,416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39,146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85,410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46%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3,800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815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1,693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4,392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39%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920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656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24, 07 de Junio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252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283</a:t>
            </a:r>
          </a:p>
        </p:txBody>
      </p:sp>
      <p:pic>
        <p:nvPicPr>
          <p:cNvPr id="134" name="Picture 133" descr="foto_1_17270102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fachada_17270102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7270102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17270102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