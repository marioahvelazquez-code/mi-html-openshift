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5 ZACATEPEC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MORELOS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51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(1975)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66,934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86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61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Geriatría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Otorrinolaringología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 especialidades</a:t>
            </a:r>
          </a:p>
        </p:txBody>
      </p:sp>
      <p:pic>
        <p:nvPicPr>
          <p:cNvPr id="89" name="Picture 88" descr="foto_fachada_181501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210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703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19,801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3,537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1,305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676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800" u="none" strike="noStrike" cap="none" dirty="0">
                          <a:solidFill>
                            <a:srgbClr val="BC96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65,905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91,224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5 ZACATEPEC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MORELOS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49,730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-4,281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19,801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74,460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2,722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327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1,305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3,450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38%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1,035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701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199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