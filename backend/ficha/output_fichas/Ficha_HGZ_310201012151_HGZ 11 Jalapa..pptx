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65C"/>
    <a:srgbClr val="434343"/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F3AB1-671D-BD48-B4C9-60748C9A3E7F}" v="3" dt="2026-05-25T19:40:12.793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820"/>
  </p:normalViewPr>
  <p:slideViewPr>
    <p:cSldViewPr snapToGrid="0">
      <p:cViewPr varScale="1">
        <p:scale>
          <a:sx n="78" d="100"/>
          <a:sy n="78" d="100"/>
        </p:scale>
        <p:origin x="3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5-25T19:41:25.067" v="2941" actId="20577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5-25T19:41:25.067" v="2941" actId="20577"/>
        <pc:sldMkLst>
          <pc:docMk/>
          <pc:sldMk cId="0" sldId="257"/>
        </pc:sldMkLst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graphicFrameChg chg="add mod modGraphic">
          <ac:chgData name="Carlos Esponda Rosales" userId="08a2b2cc-6d12-4dea-90fe-c484bece8186" providerId="ADAL" clId="{6846A1DD-3EC1-5A12-B3C5-9C410579EE4F}" dt="2026-05-25T19:40:06.198" v="2919" actId="108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5-25T19:41:25.067" v="2941" actId="20577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 11 JALAPA.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VERACRUZ DE IGNACIO DE LA LLAVE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62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(1964)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404,291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257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188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camas en cuidados intensivos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69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27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Mastógrafo digital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Salas de endoscopia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Tomógrafo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Trauma y Ortopedia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Medicina Física y Rehabilitación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Infectología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Psiquiatría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Otorrinolaringología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9. Pediatría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10. Neurología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34 especialidades</a:t>
            </a:r>
          </a:p>
        </p:txBody>
      </p:sp>
      <p:pic>
        <p:nvPicPr>
          <p:cNvPr id="89" name="Picture 88" descr="foto_fachada_31020101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759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193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25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Partos Atendidos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30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71989219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72,673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5,963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3,636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1,413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BC96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endParaRPr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83,685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 11 JALAPA.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VERACRUZ DE IGNACIO DE LA LLAVE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954367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145,176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26,861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72,673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170,820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43%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8,259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974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3,636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10,715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34%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1,011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1,379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21, 17 de Mayo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279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461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639</a:t>
            </a:r>
          </a:p>
        </p:txBody>
      </p:sp>
      <p:pic>
        <p:nvPicPr>
          <p:cNvPr id="134" name="Picture 133" descr="foto_1_31020101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2_31020101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31020101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4_3102010121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12776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Noto Sans</vt:lpstr>
      <vt:lpstr>Montserrat</vt:lpstr>
      <vt:lpstr>Noto Sans Black</vt:lpstr>
      <vt:lpstr>Arial</vt:lpstr>
      <vt:lpstr>Calibri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2026-05-25T19:41:31Z</dcterms:modified>
</cp:coreProperties>
</file>