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10 NUEVO NECAXA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PUEBLA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58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(1968)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36,664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12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Obstetricia</a:t>
            </a:r>
          </a:p>
        </p:txBody>
      </p:sp>
      <p:sp>
        <p:nvSpPr>
          <p:cNvPr id="4" name="FOTO_FACHADA">
            <a:extLst>
              <a:ext uri="{FF2B5EF4-FFF2-40B4-BE49-F238E27FC236}">
                <a16:creationId xmlns:a16="http://schemas.microsoft.com/office/drawing/2014/main" id="{BC5E7C12-E434-99A7-D983-D08E99CFECC5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especialidades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2,762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154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3,628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10 NUEVO NECAXA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PUEBLA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5,174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3,227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2,762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11,680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24%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343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122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154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783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56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80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24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26</a:t>
            </a:r>
          </a:p>
        </p:txBody>
      </p:sp>
      <p:pic>
        <p:nvPicPr>
          <p:cNvPr id="134" name="Picture 133" descr="foto_1_2230010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22300108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22300108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2_22300108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