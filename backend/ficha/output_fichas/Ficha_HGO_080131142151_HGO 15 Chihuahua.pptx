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F93D1-3400-FF44-AD89-9D66006C3027}" v="119" dt="2026-04-29T18:38:18.705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787"/>
  </p:normalViewPr>
  <p:slideViewPr>
    <p:cSldViewPr snapToGrid="0">
      <p:cViewPr varScale="1">
        <p:scale>
          <a:sx n="79" d="100"/>
          <a:sy n="79" d="100"/>
        </p:scale>
        <p:origin x="33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S::carlos.esponda@imss.gob.mx::08a2b2cc-6d12-4dea-90fe-c484bece8186" providerId="AD" clId="Web-{212F1903-BB81-9138-E8FF-6B5DC24A2C13}"/>
    <pc:docChg chg="modSld">
      <pc:chgData name="Carlos Esponda Rosales" userId="S::carlos.esponda@imss.gob.mx::08a2b2cc-6d12-4dea-90fe-c484bece8186" providerId="AD" clId="Web-{212F1903-BB81-9138-E8FF-6B5DC24A2C13}" dt="2026-04-17T22:59:48.185" v="0"/>
      <pc:docMkLst>
        <pc:docMk/>
      </pc:docMkLst>
      <pc:sldChg chg="delSp">
        <pc:chgData name="Carlos Esponda Rosales" userId="S::carlos.esponda@imss.gob.mx::08a2b2cc-6d12-4dea-90fe-c484bece8186" providerId="AD" clId="Web-{212F1903-BB81-9138-E8FF-6B5DC24A2C13}" dt="2026-04-17T22:59:48.185" v="0"/>
        <pc:sldMkLst>
          <pc:docMk/>
          <pc:sldMk cId="0" sldId="256"/>
        </pc:sldMkLst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4-17T23:05:09.246" v="4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4-17T23:05:09.246" v="4" actId="20577"/>
        <pc:sldMkLst>
          <pc:docMk/>
          <pc:sldMk cId="0" sldId="256"/>
        </pc:sldMkLst>
      </pc:sldChg>
    </pc:docChg>
  </pc:docChgLst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4-29T18:38:21.254" v="2916" actId="108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mod modVis">
          <ac:chgData name="Carlos Esponda Rosales" userId="08a2b2cc-6d12-4dea-90fe-c484bece8186" providerId="ADAL" clId="{6846A1DD-3EC1-5A12-B3C5-9C410579EE4F}" dt="2026-04-17T23:36:41.710" v="227"/>
          <ac:spMkLst>
            <pc:docMk/>
            <pc:sldMk cId="0" sldId="256"/>
            <ac:spMk id="2" creationId="{BE671E34-D071-8694-8F3D-4E5D0FABA69F}"/>
          </ac:spMkLst>
        </pc:spChg>
        <pc:spChg chg="mod modVis">
          <ac:chgData name="Carlos Esponda Rosales" userId="08a2b2cc-6d12-4dea-90fe-c484bece8186" providerId="ADAL" clId="{6846A1DD-3EC1-5A12-B3C5-9C410579EE4F}" dt="2026-04-18T00:01:41.982" v="424" actId="403"/>
          <ac:spMkLst>
            <pc:docMk/>
            <pc:sldMk cId="0" sldId="256"/>
            <ac:spMk id="3" creationId="{D931000F-8650-E28D-E00D-8F3617A75B5A}"/>
          </ac:spMkLst>
        </pc:spChg>
        <pc:spChg chg="add mod">
          <ac:chgData name="Carlos Esponda Rosales" userId="08a2b2cc-6d12-4dea-90fe-c484bece8186" providerId="ADAL" clId="{6846A1DD-3EC1-5A12-B3C5-9C410579EE4F}" dt="2026-04-21T17:34:14.050" v="2660" actId="962"/>
          <ac:spMkLst>
            <pc:docMk/>
            <pc:sldMk cId="0" sldId="256"/>
            <ac:spMk id="4" creationId="{BC5E7C12-E434-99A7-D983-D08E99CFECC5}"/>
          </ac:spMkLst>
        </pc:spChg>
        <pc:spChg chg="add del mod">
          <ac:chgData name="Carlos Esponda Rosales" userId="08a2b2cc-6d12-4dea-90fe-c484bece8186" providerId="ADAL" clId="{6846A1DD-3EC1-5A12-B3C5-9C410579EE4F}" dt="2026-04-29T17:59:24.816" v="2885" actId="478"/>
          <ac:spMkLst>
            <pc:docMk/>
            <pc:sldMk cId="0" sldId="256"/>
            <ac:spMk id="5" creationId="{57BBED0C-B69A-6BE4-7277-2673519779AD}"/>
          </ac:spMkLst>
        </pc:spChg>
        <pc:spChg chg="add del mod">
          <ac:chgData name="Carlos Esponda Rosales" userId="08a2b2cc-6d12-4dea-90fe-c484bece8186" providerId="ADAL" clId="{6846A1DD-3EC1-5A12-B3C5-9C410579EE4F}" dt="2026-04-29T17:59:49.853" v="2890"/>
          <ac:spMkLst>
            <pc:docMk/>
            <pc:sldMk cId="0" sldId="256"/>
            <ac:spMk id="6" creationId="{DA00EE3B-A7CD-569E-944E-2A2C1A162727}"/>
          </ac:spMkLst>
        </pc:spChg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add mod">
          <ac:chgData name="Carlos Esponda Rosales" userId="08a2b2cc-6d12-4dea-90fe-c484bece8186" providerId="ADAL" clId="{6846A1DD-3EC1-5A12-B3C5-9C410579EE4F}" dt="2026-04-17T23:26:11.927" v="80" actId="962"/>
          <ac:spMkLst>
            <pc:docMk/>
            <pc:sldMk cId="0" sldId="256"/>
            <ac:spMk id="9" creationId="{8D068D38-E1B7-305B-C705-2A85BBBD890F}"/>
          </ac:spMkLst>
        </pc:spChg>
        <pc:spChg chg="add mod">
          <ac:chgData name="Carlos Esponda Rosales" userId="08a2b2cc-6d12-4dea-90fe-c484bece8186" providerId="ADAL" clId="{6846A1DD-3EC1-5A12-B3C5-9C410579EE4F}" dt="2026-04-17T23:26:02.849" v="79" actId="962"/>
          <ac:spMkLst>
            <pc:docMk/>
            <pc:sldMk cId="0" sldId="256"/>
            <ac:spMk id="10" creationId="{C9BDE419-E489-9B33-CD68-467BA74EDCF1}"/>
          </ac:spMkLst>
        </pc:spChg>
        <pc:spChg chg="add mod">
          <ac:chgData name="Carlos Esponda Rosales" userId="08a2b2cc-6d12-4dea-90fe-c484bece8186" providerId="ADAL" clId="{6846A1DD-3EC1-5A12-B3C5-9C410579EE4F}" dt="2026-04-18T00:20:19.133" v="719" actId="962"/>
          <ac:spMkLst>
            <pc:docMk/>
            <pc:sldMk cId="0" sldId="256"/>
            <ac:spMk id="11" creationId="{1055E3C1-E9AA-4BDB-342A-3906B202EB28}"/>
          </ac:spMkLst>
        </pc:spChg>
        <pc:spChg chg="add mod">
          <ac:chgData name="Carlos Esponda Rosales" userId="08a2b2cc-6d12-4dea-90fe-c484bece8186" providerId="ADAL" clId="{6846A1DD-3EC1-5A12-B3C5-9C410579EE4F}" dt="2026-04-17T23:36:08.034" v="218" actId="1035"/>
          <ac:spMkLst>
            <pc:docMk/>
            <pc:sldMk cId="0" sldId="256"/>
            <ac:spMk id="13" creationId="{097D2D0F-FE0B-649A-826D-431531E1F27D}"/>
          </ac:spMkLst>
        </pc:spChg>
        <pc:spChg chg="add mod">
          <ac:chgData name="Carlos Esponda Rosales" userId="08a2b2cc-6d12-4dea-90fe-c484bece8186" providerId="ADAL" clId="{6846A1DD-3EC1-5A12-B3C5-9C410579EE4F}" dt="2026-04-17T23:32:43.345" v="141"/>
          <ac:spMkLst>
            <pc:docMk/>
            <pc:sldMk cId="0" sldId="256"/>
            <ac:spMk id="15" creationId="{BDFC7736-6BFB-6F02-E084-3E456E3B103C}"/>
          </ac:spMkLst>
        </pc:spChg>
        <pc:spChg chg="add mod">
          <ac:chgData name="Carlos Esponda Rosales" userId="08a2b2cc-6d12-4dea-90fe-c484bece8186" providerId="ADAL" clId="{6846A1DD-3EC1-5A12-B3C5-9C410579EE4F}" dt="2026-04-17T23:36:24.295" v="223"/>
          <ac:spMkLst>
            <pc:docMk/>
            <pc:sldMk cId="0" sldId="256"/>
            <ac:spMk id="17" creationId="{14498EC2-2A1A-DA91-DA10-C7637385E11F}"/>
          </ac:spMkLst>
        </pc:spChg>
        <pc:spChg chg="add mod">
          <ac:chgData name="Carlos Esponda Rosales" userId="08a2b2cc-6d12-4dea-90fe-c484bece8186" providerId="ADAL" clId="{6846A1DD-3EC1-5A12-B3C5-9C410579EE4F}" dt="2026-04-21T16:07:55.051" v="2647" actId="962"/>
          <ac:spMkLst>
            <pc:docMk/>
            <pc:sldMk cId="0" sldId="256"/>
            <ac:spMk id="18" creationId="{F0F8C7E6-3008-3C2A-62C1-A2C881EF96C0}"/>
          </ac:spMkLst>
        </pc:spChg>
        <pc:spChg chg="add mod">
          <ac:chgData name="Carlos Esponda Rosales" userId="08a2b2cc-6d12-4dea-90fe-c484bece8186" providerId="ADAL" clId="{6846A1DD-3EC1-5A12-B3C5-9C410579EE4F}" dt="2026-04-17T23:37:57.382" v="238"/>
          <ac:spMkLst>
            <pc:docMk/>
            <pc:sldMk cId="0" sldId="256"/>
            <ac:spMk id="20" creationId="{F265DD2B-5EBB-1028-6767-3514BB073CBE}"/>
          </ac:spMkLst>
        </pc:spChg>
        <pc:spChg chg="add mod">
          <ac:chgData name="Carlos Esponda Rosales" userId="08a2b2cc-6d12-4dea-90fe-c484bece8186" providerId="ADAL" clId="{6846A1DD-3EC1-5A12-B3C5-9C410579EE4F}" dt="2026-04-17T23:40:11.843" v="276" actId="1038"/>
          <ac:spMkLst>
            <pc:docMk/>
            <pc:sldMk cId="0" sldId="256"/>
            <ac:spMk id="21" creationId="{A7BF9397-8CD6-F0BE-8E0A-C6169C666354}"/>
          </ac:spMkLst>
        </pc:spChg>
        <pc:spChg chg="add mod">
          <ac:chgData name="Carlos Esponda Rosales" userId="08a2b2cc-6d12-4dea-90fe-c484bece8186" providerId="ADAL" clId="{6846A1DD-3EC1-5A12-B3C5-9C410579EE4F}" dt="2026-04-17T23:40:15.278" v="277"/>
          <ac:spMkLst>
            <pc:docMk/>
            <pc:sldMk cId="0" sldId="256"/>
            <ac:spMk id="22" creationId="{741870DD-3134-1754-C4AB-49EC4CA8C6BE}"/>
          </ac:spMkLst>
        </pc:spChg>
        <pc:spChg chg="add mod">
          <ac:chgData name="Carlos Esponda Rosales" userId="08a2b2cc-6d12-4dea-90fe-c484bece8186" providerId="ADAL" clId="{6846A1DD-3EC1-5A12-B3C5-9C410579EE4F}" dt="2026-04-21T18:44:25.344" v="2749" actId="5793"/>
          <ac:spMkLst>
            <pc:docMk/>
            <pc:sldMk cId="0" sldId="256"/>
            <ac:spMk id="24" creationId="{5C622D39-C4DB-E544-6733-94CE173A91E6}"/>
          </ac:spMkLst>
        </pc:spChg>
        <pc:spChg chg="add mod">
          <ac:chgData name="Carlos Esponda Rosales" userId="08a2b2cc-6d12-4dea-90fe-c484bece8186" providerId="ADAL" clId="{6846A1DD-3EC1-5A12-B3C5-9C410579EE4F}" dt="2026-04-21T18:44:28.425" v="2750" actId="5793"/>
          <ac:spMkLst>
            <pc:docMk/>
            <pc:sldMk cId="0" sldId="256"/>
            <ac:spMk id="25" creationId="{431D8ADF-4031-A328-FE69-9D7A6EBE3F17}"/>
          </ac:spMkLst>
        </pc:spChg>
        <pc:spChg chg="add mod">
          <ac:chgData name="Carlos Esponda Rosales" userId="08a2b2cc-6d12-4dea-90fe-c484bece8186" providerId="ADAL" clId="{6846A1DD-3EC1-5A12-B3C5-9C410579EE4F}" dt="2026-04-21T18:44:32.577" v="2751" actId="5793"/>
          <ac:spMkLst>
            <pc:docMk/>
            <pc:sldMk cId="0" sldId="256"/>
            <ac:spMk id="26" creationId="{C60C26AE-A048-BF9D-CA09-75160EF0CEBF}"/>
          </ac:spMkLst>
        </pc:spChg>
        <pc:spChg chg="mod modVis">
          <ac:chgData name="Carlos Esponda Rosales" userId="08a2b2cc-6d12-4dea-90fe-c484bece8186" providerId="ADAL" clId="{6846A1DD-3EC1-5A12-B3C5-9C410579EE4F}" dt="2026-04-17T23:59:58.639" v="389"/>
          <ac:spMkLst>
            <pc:docMk/>
            <pc:sldMk cId="0" sldId="256"/>
            <ac:spMk id="6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59:50.458" v="387"/>
          <ac:spMkLst>
            <pc:docMk/>
            <pc:sldMk cId="0" sldId="256"/>
            <ac:spMk id="84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36:33.643" v="225"/>
          <ac:spMkLst>
            <pc:docMk/>
            <pc:sldMk cId="0" sldId="256"/>
            <ac:spMk id="8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4-29T18:38:21.254" v="2916" actId="108"/>
        <pc:sldMkLst>
          <pc:docMk/>
          <pc:sldMk cId="0" sldId="257"/>
        </pc:sldMkLst>
        <pc:spChg chg="mod">
          <ac:chgData name="Carlos Esponda Rosales" userId="08a2b2cc-6d12-4dea-90fe-c484bece8186" providerId="ADAL" clId="{6846A1DD-3EC1-5A12-B3C5-9C410579EE4F}" dt="2026-04-18T00:31:18.857" v="1741"/>
          <ac:spMkLst>
            <pc:docMk/>
            <pc:sldMk cId="0" sldId="257"/>
            <ac:spMk id="2" creationId="{8DCCAE25-8870-E672-C40F-9EEAF295A910}"/>
          </ac:spMkLst>
        </pc:spChg>
        <pc:spChg chg="add mod">
          <ac:chgData name="Carlos Esponda Rosales" userId="08a2b2cc-6d12-4dea-90fe-c484bece8186" providerId="ADAL" clId="{6846A1DD-3EC1-5A12-B3C5-9C410579EE4F}" dt="2026-04-18T00:05:33.954" v="426"/>
          <ac:spMkLst>
            <pc:docMk/>
            <pc:sldMk cId="0" sldId="257"/>
            <ac:spMk id="3" creationId="{33E5E0C7-6811-AF27-F630-A1F3A6BEA4CE}"/>
          </ac:spMkLst>
        </pc:spChg>
        <pc:spChg chg="add mod">
          <ac:chgData name="Carlos Esponda Rosales" userId="08a2b2cc-6d12-4dea-90fe-c484bece8186" providerId="ADAL" clId="{6846A1DD-3EC1-5A12-B3C5-9C410579EE4F}" dt="2026-04-21T17:36:38.399" v="2675" actId="1076"/>
          <ac:spMkLst>
            <pc:docMk/>
            <pc:sldMk cId="0" sldId="257"/>
            <ac:spMk id="4" creationId="{6CAFE8D9-6E72-3188-8E53-87131194DE40}"/>
          </ac:spMkLst>
        </pc:spChg>
        <pc:spChg chg="add mod">
          <ac:chgData name="Carlos Esponda Rosales" userId="08a2b2cc-6d12-4dea-90fe-c484bece8186" providerId="ADAL" clId="{6846A1DD-3EC1-5A12-B3C5-9C410579EE4F}" dt="2026-04-21T17:37:49.070" v="2712" actId="20577"/>
          <ac:spMkLst>
            <pc:docMk/>
            <pc:sldMk cId="0" sldId="257"/>
            <ac:spMk id="5" creationId="{7FFFA809-32EF-9EC3-522C-4FF5905A95DF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6" creationId="{7B641A79-3EFF-07AB-6E05-4A107375AD38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7" creationId="{16AF340C-3FEB-6DD8-8A62-F1EFC53F60A1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8" creationId="{976E528D-0334-9836-615C-B31720F957A5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9" creationId="{7010DE2E-A1ED-CAC2-41A6-0C01BF013EB7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10" creationId="{8F59168D-B493-8F90-95C2-D4DE0DA91CCF}"/>
          </ac:spMkLst>
        </pc:spChg>
        <pc:spChg chg="add mod">
          <ac:chgData name="Carlos Esponda Rosales" userId="08a2b2cc-6d12-4dea-90fe-c484bece8186" providerId="ADAL" clId="{6846A1DD-3EC1-5A12-B3C5-9C410579EE4F}" dt="2026-04-21T17:37:54.488" v="2722" actId="20577"/>
          <ac:spMkLst>
            <pc:docMk/>
            <pc:sldMk cId="0" sldId="257"/>
            <ac:spMk id="12" creationId="{26A098A1-1CAD-8CAE-34C1-3EE5B5C500EB}"/>
          </ac:spMkLst>
        </pc:spChg>
        <pc:spChg chg="add mod">
          <ac:chgData name="Carlos Esponda Rosales" userId="08a2b2cc-6d12-4dea-90fe-c484bece8186" providerId="ADAL" clId="{6846A1DD-3EC1-5A12-B3C5-9C410579EE4F}" dt="2026-04-21T17:38:03.696" v="2736" actId="20577"/>
          <ac:spMkLst>
            <pc:docMk/>
            <pc:sldMk cId="0" sldId="257"/>
            <ac:spMk id="13" creationId="{EE722C2C-2EF0-19C3-8F87-A84570D86C77}"/>
          </ac:spMkLst>
        </pc:spChg>
        <pc:spChg chg="add mod">
          <ac:chgData name="Carlos Esponda Rosales" userId="08a2b2cc-6d12-4dea-90fe-c484bece8186" providerId="ADAL" clId="{6846A1DD-3EC1-5A12-B3C5-9C410579EE4F}" dt="2026-04-18T00:31:00.415" v="1739" actId="962"/>
          <ac:spMkLst>
            <pc:docMk/>
            <pc:sldMk cId="0" sldId="257"/>
            <ac:spMk id="14" creationId="{CA4B6794-644B-0A92-FF91-CCE4F129DA3B}"/>
          </ac:spMkLst>
        </pc:spChg>
        <pc:spChg chg="add mod">
          <ac:chgData name="Carlos Esponda Rosales" userId="08a2b2cc-6d12-4dea-90fe-c484bece8186" providerId="ADAL" clId="{6846A1DD-3EC1-5A12-B3C5-9C410579EE4F}" dt="2026-04-21T17:38:08.599" v="2748" actId="20577"/>
          <ac:spMkLst>
            <pc:docMk/>
            <pc:sldMk cId="0" sldId="257"/>
            <ac:spMk id="15" creationId="{F003C12A-C700-1DA4-5E7F-00B95F99A260}"/>
          </ac:spMkLst>
        </pc:spChg>
        <pc:spChg chg="add mod">
          <ac:chgData name="Carlos Esponda Rosales" userId="08a2b2cc-6d12-4dea-90fe-c484bece8186" providerId="ADAL" clId="{6846A1DD-3EC1-5A12-B3C5-9C410579EE4F}" dt="2026-04-21T18:53:14.750" v="2863" actId="962"/>
          <ac:spMkLst>
            <pc:docMk/>
            <pc:sldMk cId="0" sldId="257"/>
            <ac:spMk id="16" creationId="{3FDB16D1-F5D3-5D2D-4A97-FF17BA3C3CA8}"/>
          </ac:spMkLst>
        </pc:spChg>
        <pc:spChg chg="add mod">
          <ac:chgData name="Carlos Esponda Rosales" userId="08a2b2cc-6d12-4dea-90fe-c484bece8186" providerId="ADAL" clId="{6846A1DD-3EC1-5A12-B3C5-9C410579EE4F}" dt="2026-04-21T18:52:00.293" v="2840"/>
          <ac:spMkLst>
            <pc:docMk/>
            <pc:sldMk cId="0" sldId="257"/>
            <ac:spMk id="18" creationId="{C46AC0BB-4FE6-2E65-06AB-507074EDBADE}"/>
          </ac:spMkLst>
        </pc:spChg>
        <pc:spChg chg="add mod">
          <ac:chgData name="Carlos Esponda Rosales" userId="08a2b2cc-6d12-4dea-90fe-c484bece8186" providerId="ADAL" clId="{6846A1DD-3EC1-5A12-B3C5-9C410579EE4F}" dt="2026-04-21T18:52:02.901" v="2841"/>
          <ac:spMkLst>
            <pc:docMk/>
            <pc:sldMk cId="0" sldId="257"/>
            <ac:spMk id="19" creationId="{627129AF-8007-DD59-F087-A910B23105FD}"/>
          </ac:spMkLst>
        </pc:spChg>
        <pc:spChg chg="add mod">
          <ac:chgData name="Carlos Esponda Rosales" userId="08a2b2cc-6d12-4dea-90fe-c484bece8186" providerId="ADAL" clId="{6846A1DD-3EC1-5A12-B3C5-9C410579EE4F}" dt="2026-04-21T18:51:58.326" v="2839"/>
          <ac:spMkLst>
            <pc:docMk/>
            <pc:sldMk cId="0" sldId="257"/>
            <ac:spMk id="20" creationId="{53557C9B-1C84-F595-970B-529046EC529E}"/>
          </ac:spMkLst>
        </pc:spChg>
        <pc:spChg chg="add mod">
          <ac:chgData name="Carlos Esponda Rosales" userId="08a2b2cc-6d12-4dea-90fe-c484bece8186" providerId="ADAL" clId="{6846A1DD-3EC1-5A12-B3C5-9C410579EE4F}" dt="2026-04-21T18:53:26.338" v="2864" actId="962"/>
          <ac:spMkLst>
            <pc:docMk/>
            <pc:sldMk cId="0" sldId="257"/>
            <ac:spMk id="21" creationId="{98A3898A-D98C-169E-D54A-664FEFFBC095}"/>
          </ac:spMkLst>
        </pc:spChg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spChg chg="mod">
          <ac:chgData name="Carlos Esponda Rosales" userId="08a2b2cc-6d12-4dea-90fe-c484bece8186" providerId="ADAL" clId="{6846A1DD-3EC1-5A12-B3C5-9C410579EE4F}" dt="2026-04-18T00:14:57.260" v="517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14:49.053" v="515"/>
          <ac:spMkLst>
            <pc:docMk/>
            <pc:sldMk cId="0" sldId="257"/>
            <ac:spMk id="10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30:01.592" v="1712" actId="2085"/>
          <ac:spMkLst>
            <pc:docMk/>
            <pc:sldMk cId="0" sldId="257"/>
            <ac:spMk id="11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4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5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48.767" v="446" actId="962"/>
          <ac:spMkLst>
            <pc:docMk/>
            <pc:sldMk cId="0" sldId="257"/>
            <ac:spMk id="12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7.412" v="443" actId="962"/>
          <ac:spMkLst>
            <pc:docMk/>
            <pc:sldMk cId="0" sldId="257"/>
            <ac:spMk id="12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1.588" v="442" actId="962"/>
          <ac:spMkLst>
            <pc:docMk/>
            <pc:sldMk cId="0" sldId="257"/>
            <ac:spMk id="12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25.144" v="441" actId="962"/>
          <ac:spMkLst>
            <pc:docMk/>
            <pc:sldMk cId="0" sldId="257"/>
            <ac:spMk id="130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9.475" v="440" actId="962"/>
          <ac:spMkLst>
            <pc:docMk/>
            <pc:sldMk cId="0" sldId="257"/>
            <ac:spMk id="131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1.114" v="439"/>
          <ac:spMkLst>
            <pc:docMk/>
            <pc:sldMk cId="0" sldId="257"/>
            <ac:spMk id="13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8:16.943" v="448" actId="962"/>
          <ac:spMkLst>
            <pc:docMk/>
            <pc:sldMk cId="0" sldId="257"/>
            <ac:spMk id="133" creationId="{00000000-0000-0000-0000-000000000000}"/>
          </ac:spMkLst>
        </pc:spChg>
        <pc:grpChg chg="mod">
          <ac:chgData name="Carlos Esponda Rosales" userId="08a2b2cc-6d12-4dea-90fe-c484bece8186" providerId="ADAL" clId="{6846A1DD-3EC1-5A12-B3C5-9C410579EE4F}" dt="2026-04-18T00:09:05.659" v="457"/>
          <ac:grpSpMkLst>
            <pc:docMk/>
            <pc:sldMk cId="0" sldId="257"/>
            <ac:grpSpMk id="117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6.746" v="458"/>
          <ac:grpSpMkLst>
            <pc:docMk/>
            <pc:sldMk cId="0" sldId="257"/>
            <ac:grpSpMk id="120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7.595" v="459"/>
          <ac:grpSpMkLst>
            <pc:docMk/>
            <pc:sldMk cId="0" sldId="257"/>
            <ac:grpSpMk id="123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7:11.114" v="439"/>
          <ac:grpSpMkLst>
            <pc:docMk/>
            <pc:sldMk cId="0" sldId="257"/>
            <ac:grpSpMk id="127" creationId="{00000000-0000-0000-0000-000000000000}"/>
          </ac:grpSpMkLst>
        </pc:grpChg>
        <pc:graphicFrameChg chg="add mod modGraphic">
          <ac:chgData name="Carlos Esponda Rosales" userId="08a2b2cc-6d12-4dea-90fe-c484bece8186" providerId="ADAL" clId="{6846A1DD-3EC1-5A12-B3C5-9C410579EE4F}" dt="2026-04-18T00:46:39.482" v="2282" actId="962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7:43:39.765" v="2881" actId="404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  <pc:docChgLst>
    <pc:chgData name="Carlos Esponda Rosales" userId="S::carlos.esponda@imss.gob.mx::08a2b2cc-6d12-4dea-90fe-c484bece8186" providerId="AD" clId="Web-{9C191068-8073-4D62-1F6D-1F0A5DA352DF}"/>
    <pc:docChg chg="modSld">
      <pc:chgData name="Carlos Esponda Rosales" userId="S::carlos.esponda@imss.gob.mx::08a2b2cc-6d12-4dea-90fe-c484bece8186" providerId="AD" clId="Web-{9C191068-8073-4D62-1F6D-1F0A5DA352DF}" dt="2026-04-17T23:05:33.786" v="11"/>
      <pc:docMkLst>
        <pc:docMk/>
      </pc:docMkLst>
      <pc:sldChg chg="addSp delSp modSp">
        <pc:chgData name="Carlos Esponda Rosales" userId="S::carlos.esponda@imss.gob.mx::08a2b2cc-6d12-4dea-90fe-c484bece8186" providerId="AD" clId="Web-{9C191068-8073-4D62-1F6D-1F0A5DA352DF}" dt="2026-04-17T23:05:33.786" v="11"/>
        <pc:sldMkLst>
          <pc:docMk/>
          <pc:sldMk cId="0" sldId="256"/>
        </pc:sldMkLst>
        <pc:spChg chg="mod">
          <ac:chgData name="Carlos Esponda Rosales" userId="S::carlos.esponda@imss.gob.mx::08a2b2cc-6d12-4dea-90fe-c484bece8186" providerId="AD" clId="Web-{9C191068-8073-4D62-1F6D-1F0A5DA352DF}" dt="2026-04-17T23:03:53.192" v="3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  <pc:docChgLst>
    <pc:chgData name="Carlos Esponda Rosales" userId="S::carlos.esponda@imss.gob.mx::08a2b2cc-6d12-4dea-90fe-c484bece8186" providerId="AD" clId="Web-{4893775B-8B52-7A15-6059-3CB0E4CB18AA}"/>
    <pc:docChg chg="modSld">
      <pc:chgData name="Carlos Esponda Rosales" userId="S::carlos.esponda@imss.gob.mx::08a2b2cc-6d12-4dea-90fe-c484bece8186" providerId="AD" clId="Web-{4893775B-8B52-7A15-6059-3CB0E4CB18AA}" dt="2026-04-17T23:00:02.921" v="1"/>
      <pc:docMkLst>
        <pc:docMk/>
      </pc:docMkLst>
      <pc:sldChg chg="addSp delSp">
        <pc:chgData name="Carlos Esponda Rosales" userId="S::carlos.esponda@imss.gob.mx::08a2b2cc-6d12-4dea-90fe-c484bece8186" providerId="AD" clId="Web-{4893775B-8B52-7A15-6059-3CB0E4CB18AA}" dt="2026-04-17T23:00:02.921" v="1"/>
        <pc:sldMkLst>
          <pc:docMk/>
          <pc:sldMk cId="0" sldId="256"/>
        </pc:sldMkLst>
      </pc:sldChg>
    </pc:docChg>
  </pc:docChgLst>
  <pc:docChgLst>
    <pc:chgData name="asesores.dg" userId="9234a6e6-864c-49e9-8fd1-6d0df70c34f2" providerId="ADAL" clId="{6846A1DD-3EC1-5A12-B3C5-9C410579EE4F}"/>
    <pc:docChg chg="custSel modSld">
      <pc:chgData name="asesores.dg" userId="9234a6e6-864c-49e9-8fd1-6d0df70c34f2" providerId="ADAL" clId="{6846A1DD-3EC1-5A12-B3C5-9C410579EE4F}" dt="2026-04-17T23:06:51.040" v="39"/>
      <pc:docMkLst>
        <pc:docMk/>
      </pc:docMkLst>
      <pc:sldChg chg="addSp delSp modSp mod">
        <pc:chgData name="asesores.dg" userId="9234a6e6-864c-49e9-8fd1-6d0df70c34f2" providerId="ADAL" clId="{6846A1DD-3EC1-5A12-B3C5-9C410579EE4F}" dt="2026-04-17T23:06:51.040" v="39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HGO 15 CHIHUAHUA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CHIHUAHUA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38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(1988)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0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146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116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12 camas en cuidados intensivos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30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Mastógrafo digital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Ginecología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Obstetricia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Oncología Quirúrgica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Epidemiología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 especialidades</a:t>
            </a:r>
          </a:p>
        </p:txBody>
      </p:sp>
      <p:pic>
        <p:nvPicPr>
          <p:cNvPr id="89" name="Picture 88" descr="foto_fachada_08013114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165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53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13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8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Partos Atendidos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26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3193720547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13,747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1,973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1,565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1,014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18,299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HGO 15 CHIHUAHUA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CHIHUAHUA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633305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32,953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7,397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13,747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45,990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30%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4,165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576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1,565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5,175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30%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265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533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18, 26 de Abril 2026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84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188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261</a:t>
            </a:r>
          </a:p>
        </p:txBody>
      </p:sp>
      <p:pic>
        <p:nvPicPr>
          <p:cNvPr id="134" name="Picture 133" descr="foto_1_08013114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913" y="338510"/>
            <a:ext cx="2571751" cy="1915944"/>
          </a:xfrm>
          <a:prstGeom prst="rect">
            <a:avLst/>
          </a:prstGeom>
        </p:spPr>
      </p:pic>
      <p:pic>
        <p:nvPicPr>
          <p:cNvPr id="135" name="Picture 134" descr="foto_2_0801311421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913" y="2586555"/>
            <a:ext cx="2571751" cy="1915944"/>
          </a:xfrm>
          <a:prstGeom prst="rect">
            <a:avLst/>
          </a:prstGeom>
        </p:spPr>
      </p:pic>
      <p:pic>
        <p:nvPicPr>
          <p:cNvPr id="136" name="Picture 135" descr="foto_3_0801311421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913" y="4834600"/>
            <a:ext cx="2571751" cy="1915944"/>
          </a:xfrm>
          <a:prstGeom prst="rect">
            <a:avLst/>
          </a:prstGeom>
        </p:spPr>
      </p:pic>
      <p:pic>
        <p:nvPicPr>
          <p:cNvPr id="137" name="Picture 136" descr="foto_fachada_0801311421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3913" y="7082644"/>
            <a:ext cx="2571751" cy="1915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12775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Noto Sans Black</vt:lpstr>
      <vt:lpstr>Montserrat</vt:lpstr>
      <vt:lpstr>Noto Sans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2026-04-29T18:38:23Z</dcterms:modified>
</cp:coreProperties>
</file>