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7775575" cy="10044113"/>
  <p:notesSz cx="6858000" cy="9144000"/>
  <p:embeddedFontLst>
    <p:embeddedFont>
      <p:font typeface="Montserrat" pitchFamily="2" charset="77"/>
      <p:regular r:id="rId5"/>
      <p:bold r:id="rId6"/>
      <p:italic r:id="rId7"/>
      <p:boldItalic r:id="rId8"/>
    </p:embeddedFont>
    <p:embeddedFont>
      <p:font typeface="Noto Sans" panose="020B0502040504020204" pitchFamily="34" charset="0"/>
      <p:regular r:id="rId9"/>
      <p:bold r:id="rId10"/>
      <p:italic r:id="rId11"/>
      <p:boldItalic r:id="rId12"/>
    </p:embeddedFont>
    <p:embeddedFont>
      <p:font typeface="Noto Sans Black" panose="020B0502040504020204" pitchFamily="34" charset="0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jXAe8jpKyEEj30HLuAanwbITJN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965C"/>
    <a:srgbClr val="434343"/>
    <a:srgbClr val="D9D9D9"/>
    <a:srgbClr val="DDBEC6"/>
    <a:srgbClr val="9F22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EF3AB1-671D-BD48-B4C9-60748C9A3E7F}" v="3" dt="2026-05-25T19:40:12.793"/>
  </p1510:revLst>
</p1510:revInfo>
</file>

<file path=ppt/tableStyles.xml><?xml version="1.0" encoding="utf-8"?>
<a:tblStyleLst xmlns:a="http://schemas.openxmlformats.org/drawingml/2006/main" def="{C120A325-C73C-4DCA-B9AC-A14718749D8C}">
  <a:tblStyle styleId="{C120A325-C73C-4DCA-B9AC-A14718749D8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EB64655-A208-4F89-80DE-BB9983E352B3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69"/>
    <p:restoredTop sz="94820"/>
  </p:normalViewPr>
  <p:slideViewPr>
    <p:cSldViewPr snapToGrid="0">
      <p:cViewPr varScale="1">
        <p:scale>
          <a:sx n="78" d="100"/>
          <a:sy n="78" d="100"/>
        </p:scale>
        <p:origin x="33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font" Target="fonts/font5.fntdata"/><Relationship Id="rId10" Type="http://schemas.openxmlformats.org/officeDocument/2006/relationships/font" Target="fonts/font6.fntdata"/><Relationship Id="rId11" Type="http://schemas.openxmlformats.org/officeDocument/2006/relationships/font" Target="fonts/font7.fntdata"/><Relationship Id="rId12" Type="http://schemas.openxmlformats.org/officeDocument/2006/relationships/font" Target="fonts/font8.fntdata"/><Relationship Id="rId13" Type="http://schemas.openxmlformats.org/officeDocument/2006/relationships/font" Target="fonts/font9.fntdata"/><Relationship Id="rId14" Type="http://schemas.openxmlformats.org/officeDocument/2006/relationships/font" Target="fonts/font10.fntdata"/><Relationship Id="rId15" Type="http://schemas.openxmlformats.org/officeDocument/2006/relationships/font" Target="fonts/font11.fntdata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Relationship Id="rId2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undo custSel modSld">
      <pc:chgData name="Carlos Esponda Rosales" userId="08a2b2cc-6d12-4dea-90fe-c484bece8186" providerId="ADAL" clId="{6846A1DD-3EC1-5A12-B3C5-9C410579EE4F}" dt="2026-05-25T19:41:25.067" v="2941" actId="20577"/>
      <pc:docMkLst>
        <pc:docMk/>
      </pc:docMkLst>
      <pc:sldChg chg="addSp delSp modSp mod">
        <pc:chgData name="Carlos Esponda Rosales" userId="08a2b2cc-6d12-4dea-90fe-c484bece8186" providerId="ADAL" clId="{6846A1DD-3EC1-5A12-B3C5-9C410579EE4F}" dt="2026-04-29T18:00:43.392" v="2908" actId="962"/>
        <pc:sldMkLst>
          <pc:docMk/>
          <pc:sldMk cId="0" sldId="256"/>
        </pc:sldMkLst>
        <pc:spChg chg="add mod">
          <ac:chgData name="Carlos Esponda Rosales" userId="08a2b2cc-6d12-4dea-90fe-c484bece8186" providerId="ADAL" clId="{6846A1DD-3EC1-5A12-B3C5-9C410579EE4F}" dt="2026-04-29T18:00:43.392" v="2908" actId="962"/>
          <ac:spMkLst>
            <pc:docMk/>
            <pc:sldMk cId="0" sldId="256"/>
            <ac:spMk id="7" creationId="{094C482A-B3F3-858F-9CC8-619D5388C898}"/>
          </ac:spMkLst>
        </pc:spChg>
        <pc:spChg chg="mod modVis">
          <ac:chgData name="Carlos Esponda Rosales" userId="08a2b2cc-6d12-4dea-90fe-c484bece8186" providerId="ADAL" clId="{6846A1DD-3EC1-5A12-B3C5-9C410579EE4F}" dt="2026-04-29T17:59:45.838" v="2888" actId="962"/>
          <ac:spMkLst>
            <pc:docMk/>
            <pc:sldMk cId="0" sldId="256"/>
            <ac:spMk id="88" creationId="{00000000-0000-0000-0000-000000000000}"/>
          </ac:spMkLst>
        </pc:spChg>
      </pc:sldChg>
      <pc:sldChg chg="addSp delSp modSp mod">
        <pc:chgData name="Carlos Esponda Rosales" userId="08a2b2cc-6d12-4dea-90fe-c484bece8186" providerId="ADAL" clId="{6846A1DD-3EC1-5A12-B3C5-9C410579EE4F}" dt="2026-05-25T19:41:25.067" v="2941" actId="20577"/>
        <pc:sldMkLst>
          <pc:docMk/>
          <pc:sldMk cId="0" sldId="257"/>
        </pc:sldMkLst>
        <pc:spChg chg="add mod">
          <ac:chgData name="Carlos Esponda Rosales" userId="08a2b2cc-6d12-4dea-90fe-c484bece8186" providerId="ADAL" clId="{6846A1DD-3EC1-5A12-B3C5-9C410579EE4F}" dt="2026-04-29T17:43:49.276" v="2883" actId="14100"/>
          <ac:spMkLst>
            <pc:docMk/>
            <pc:sldMk cId="0" sldId="257"/>
            <ac:spMk id="22" creationId="{4D2BC763-95D8-907D-CD29-DAF835CDAB59}"/>
          </ac:spMkLst>
        </pc:spChg>
        <pc:graphicFrameChg chg="add mod modGraphic">
          <ac:chgData name="Carlos Esponda Rosales" userId="08a2b2cc-6d12-4dea-90fe-c484bece8186" providerId="ADAL" clId="{6846A1DD-3EC1-5A12-B3C5-9C410579EE4F}" dt="2026-05-25T19:40:06.198" v="2919" actId="108"/>
          <ac:graphicFrameMkLst>
            <pc:docMk/>
            <pc:sldMk cId="0" sldId="257"/>
            <ac:graphicFrameMk id="11" creationId="{A656EA5D-DFF6-1CDC-C16D-47F49A6BF37D}"/>
          </ac:graphicFrameMkLst>
        </pc:graphicFrameChg>
        <pc:graphicFrameChg chg="mod modGraphic">
          <ac:chgData name="Carlos Esponda Rosales" userId="08a2b2cc-6d12-4dea-90fe-c484bece8186" providerId="ADAL" clId="{6846A1DD-3EC1-5A12-B3C5-9C410579EE4F}" dt="2026-04-29T18:38:21.254" v="2916" actId="108"/>
          <ac:graphicFrameMkLst>
            <pc:docMk/>
            <pc:sldMk cId="0" sldId="257"/>
            <ac:graphicFrameMk id="110" creationId="{00000000-0000-0000-0000-000000000000}"/>
          </ac:graphicFrameMkLst>
        </pc:graphicFrameChg>
        <pc:graphicFrameChg chg="mod modGraphic">
          <ac:chgData name="Carlos Esponda Rosales" userId="08a2b2cc-6d12-4dea-90fe-c484bece8186" providerId="ADAL" clId="{6846A1DD-3EC1-5A12-B3C5-9C410579EE4F}" dt="2026-05-25T19:41:25.067" v="2941" actId="20577"/>
          <ac:graphicFrameMkLst>
            <pc:docMk/>
            <pc:sldMk cId="0" sldId="257"/>
            <ac:graphicFrameMk id="111" creationId="{00000000-0000-0000-0000-000000000000}"/>
          </ac:graphicFrameMkLst>
        </pc:graphicFrame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78cd40e3e_6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g3b78cd40e3e_6_3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" name="Google Shape;63;g3b78cd40e3e_6_3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78cd40e3e_6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3b78cd40e3e_6_3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9" name="Google Shape;99;g3b78cd40e3e_6_3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b78cd40e3e_6_299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b78cd40e3e_6_260"/>
          <p:cNvSpPr txBox="1">
            <a:spLocks noGrp="1"/>
          </p:cNvSpPr>
          <p:nvPr>
            <p:ph type="ctrTitle"/>
          </p:nvPr>
        </p:nvSpPr>
        <p:spPr>
          <a:xfrm>
            <a:off x="265060" y="1453988"/>
            <a:ext cx="7245600" cy="40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g3b78cd40e3e_6_260"/>
          <p:cNvSpPr txBox="1">
            <a:spLocks noGrp="1"/>
          </p:cNvSpPr>
          <p:nvPr>
            <p:ph type="subTitle" idx="1"/>
          </p:nvPr>
        </p:nvSpPr>
        <p:spPr>
          <a:xfrm>
            <a:off x="265053" y="5534409"/>
            <a:ext cx="7245600" cy="15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g3b78cd40e3e_6_260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b78cd40e3e_6_264"/>
          <p:cNvSpPr txBox="1">
            <a:spLocks noGrp="1"/>
          </p:cNvSpPr>
          <p:nvPr>
            <p:ph type="title"/>
          </p:nvPr>
        </p:nvSpPr>
        <p:spPr>
          <a:xfrm>
            <a:off x="265053" y="4200127"/>
            <a:ext cx="7245600" cy="16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g3b78cd40e3e_6_264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b78cd40e3e_6_267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g3b78cd40e3e_6_267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72456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g3b78cd40e3e_6_267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b78cd40e3e_6_271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g3b78cd40e3e_6_271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34014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g3b78cd40e3e_6_271"/>
          <p:cNvSpPr txBox="1">
            <a:spLocks noGrp="1"/>
          </p:cNvSpPr>
          <p:nvPr>
            <p:ph type="body" idx="2"/>
          </p:nvPr>
        </p:nvSpPr>
        <p:spPr>
          <a:xfrm>
            <a:off x="4109218" y="2250525"/>
            <a:ext cx="34014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g3b78cd40e3e_6_271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b78cd40e3e_6_276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g3b78cd40e3e_6_27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b78cd40e3e_6_279"/>
          <p:cNvSpPr txBox="1">
            <a:spLocks noGrp="1"/>
          </p:cNvSpPr>
          <p:nvPr>
            <p:ph type="title"/>
          </p:nvPr>
        </p:nvSpPr>
        <p:spPr>
          <a:xfrm>
            <a:off x="265053" y="1084962"/>
            <a:ext cx="2387700" cy="14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g3b78cd40e3e_6_279"/>
          <p:cNvSpPr txBox="1">
            <a:spLocks noGrp="1"/>
          </p:cNvSpPr>
          <p:nvPr>
            <p:ph type="body" idx="1"/>
          </p:nvPr>
        </p:nvSpPr>
        <p:spPr>
          <a:xfrm>
            <a:off x="265053" y="2713577"/>
            <a:ext cx="2387700" cy="6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g3b78cd40e3e_6_279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b78cd40e3e_6_283"/>
          <p:cNvSpPr txBox="1">
            <a:spLocks noGrp="1"/>
          </p:cNvSpPr>
          <p:nvPr>
            <p:ph type="title"/>
          </p:nvPr>
        </p:nvSpPr>
        <p:spPr>
          <a:xfrm>
            <a:off x="416883" y="879042"/>
            <a:ext cx="5414700" cy="79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g3b78cd40e3e_6_283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b78cd40e3e_6_286"/>
          <p:cNvSpPr/>
          <p:nvPr/>
        </p:nvSpPr>
        <p:spPr>
          <a:xfrm>
            <a:off x="3887788" y="-244"/>
            <a:ext cx="3887700" cy="1004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b78cd40e3e_6_286"/>
          <p:cNvSpPr txBox="1">
            <a:spLocks noGrp="1"/>
          </p:cNvSpPr>
          <p:nvPr>
            <p:ph type="title"/>
          </p:nvPr>
        </p:nvSpPr>
        <p:spPr>
          <a:xfrm>
            <a:off x="225767" y="2408114"/>
            <a:ext cx="3439800" cy="28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" name="Google Shape;44;g3b78cd40e3e_6_286"/>
          <p:cNvSpPr txBox="1">
            <a:spLocks noGrp="1"/>
          </p:cNvSpPr>
          <p:nvPr>
            <p:ph type="subTitle" idx="1"/>
          </p:nvPr>
        </p:nvSpPr>
        <p:spPr>
          <a:xfrm>
            <a:off x="225767" y="5473776"/>
            <a:ext cx="3439800" cy="24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5" name="Google Shape;45;g3b78cd40e3e_6_286"/>
          <p:cNvSpPr txBox="1">
            <a:spLocks noGrp="1"/>
          </p:cNvSpPr>
          <p:nvPr>
            <p:ph type="body" idx="2"/>
          </p:nvPr>
        </p:nvSpPr>
        <p:spPr>
          <a:xfrm>
            <a:off x="4200290" y="1413956"/>
            <a:ext cx="3262800" cy="72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g3b78cd40e3e_6_28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b78cd40e3e_6_292"/>
          <p:cNvSpPr txBox="1">
            <a:spLocks noGrp="1"/>
          </p:cNvSpPr>
          <p:nvPr>
            <p:ph type="body" idx="1"/>
          </p:nvPr>
        </p:nvSpPr>
        <p:spPr>
          <a:xfrm>
            <a:off x="265053" y="8261363"/>
            <a:ext cx="5101200" cy="11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9" name="Google Shape;49;g3b78cd40e3e_6_292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78cd40e3e_6_295"/>
          <p:cNvSpPr txBox="1">
            <a:spLocks noGrp="1"/>
          </p:cNvSpPr>
          <p:nvPr>
            <p:ph type="title" hasCustomPrompt="1"/>
          </p:nvPr>
        </p:nvSpPr>
        <p:spPr>
          <a:xfrm>
            <a:off x="265053" y="2160014"/>
            <a:ext cx="7245600" cy="38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g3b78cd40e3e_6_295"/>
          <p:cNvSpPr txBox="1">
            <a:spLocks noGrp="1"/>
          </p:cNvSpPr>
          <p:nvPr>
            <p:ph type="body" idx="1"/>
          </p:nvPr>
        </p:nvSpPr>
        <p:spPr>
          <a:xfrm>
            <a:off x="265053" y="6155587"/>
            <a:ext cx="7245600" cy="25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g3b78cd40e3e_6_295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b78cd40e3e_6_301"/>
          <p:cNvSpPr txBox="1">
            <a:spLocks noGrp="1"/>
          </p:cNvSpPr>
          <p:nvPr>
            <p:ph type="title"/>
          </p:nvPr>
        </p:nvSpPr>
        <p:spPr>
          <a:xfrm>
            <a:off x="534571" y="534758"/>
            <a:ext cx="6706500" cy="19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41"/>
              <a:buFont typeface="Calibri"/>
              <a:buNone/>
              <a:defRPr sz="37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g3b78cd40e3e_6_301"/>
          <p:cNvSpPr txBox="1">
            <a:spLocks noGrp="1"/>
          </p:cNvSpPr>
          <p:nvPr>
            <p:ph type="body" idx="1"/>
          </p:nvPr>
        </p:nvSpPr>
        <p:spPr>
          <a:xfrm>
            <a:off x="534571" y="2673780"/>
            <a:ext cx="6706500" cy="63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9793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2381"/>
              <a:buFont typeface="Arial"/>
              <a:buChar char="•"/>
              <a:defRPr sz="23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820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041"/>
              <a:buFont typeface="Arial"/>
              <a:buChar char="•"/>
              <a:defRPr sz="20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661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1"/>
              <a:buFont typeface="Arial"/>
              <a:buChar char="•"/>
              <a:defRPr sz="17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g3b78cd40e3e_6_301"/>
          <p:cNvSpPr txBox="1">
            <a:spLocks noGrp="1"/>
          </p:cNvSpPr>
          <p:nvPr>
            <p:ph type="dt" idx="10"/>
          </p:nvPr>
        </p:nvSpPr>
        <p:spPr>
          <a:xfrm>
            <a:off x="534571" y="9309407"/>
            <a:ext cx="1749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g3b78cd40e3e_6_301"/>
          <p:cNvSpPr txBox="1">
            <a:spLocks noGrp="1"/>
          </p:cNvSpPr>
          <p:nvPr>
            <p:ph type="ftr" idx="11"/>
          </p:nvPr>
        </p:nvSpPr>
        <p:spPr>
          <a:xfrm>
            <a:off x="2575659" y="9309407"/>
            <a:ext cx="26244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g3b78cd40e3e_6_301"/>
          <p:cNvSpPr txBox="1">
            <a:spLocks noGrp="1"/>
          </p:cNvSpPr>
          <p:nvPr>
            <p:ph type="sldNum" idx="12"/>
          </p:nvPr>
        </p:nvSpPr>
        <p:spPr>
          <a:xfrm>
            <a:off x="5491500" y="9309407"/>
            <a:ext cx="1749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b78cd40e3e_6_256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3b78cd40e3e_6_256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72456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3b78cd40e3e_6_25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oblacion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1725" y="466412"/>
            <a:ext cx="1248900" cy="368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200" b="1" i="0" u="none" strike="noStrike" cap="none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Población </a:t>
            </a:r>
            <a:endParaRPr lang="es-ES" sz="1200" b="1" i="0" u="none" strike="noStrike" cap="none" dirty="0">
              <a:solidFill>
                <a:srgbClr val="434343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84" name="Antiguedad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48250" y="485855"/>
            <a:ext cx="12489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200" b="1" i="0" u="none" strike="noStrike" cap="none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Antigüedad</a:t>
            </a:r>
            <a:endParaRPr lang="en-US" dirty="0"/>
          </a:p>
        </p:txBody>
      </p:sp>
      <p:sp>
        <p:nvSpPr>
          <p:cNvPr id="86" name="CARTERA DE SERVICIOS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09375" y="1752484"/>
            <a:ext cx="26475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5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Cartera de servicios</a:t>
            </a:r>
            <a:endParaRPr sz="1500" b="1" i="0" u="none" strike="noStrike" cap="none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" name="ESPECIALIDADES"/>
          <p:cNvSpPr/>
          <p:nvPr/>
        </p:nvSpPr>
        <p:spPr>
          <a:xfrm>
            <a:off x="4792900" y="5813813"/>
            <a:ext cx="2647500" cy="280299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endParaRPr lang="es-ES" sz="1500" b="1" u="sng" dirty="0">
              <a:solidFill>
                <a:schemeClr val="lt1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2" name="EQUIPO RELEVANTE">
            <a:extLst>
              <a:ext uri="{FF2B5EF4-FFF2-40B4-BE49-F238E27FC236}">
                <a16:creationId xmlns:a16="http://schemas.microsoft.com/office/drawing/2014/main" id="{BE671E34-D071-8694-8F3D-4E5D0FABA6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13271" y="4114894"/>
            <a:ext cx="2647500" cy="267868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ES" sz="1500" b="1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Equipo relevante</a:t>
            </a:r>
            <a:endParaRPr lang="en-US" sz="1500" b="1" dirty="0">
              <a:solidFill>
                <a:schemeClr val="lt1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3" name="ESPECIALES CON MAYOR PRODUCTIVIDAD">
            <a:extLst>
              <a:ext uri="{FF2B5EF4-FFF2-40B4-BE49-F238E27FC236}">
                <a16:creationId xmlns:a16="http://schemas.microsoft.com/office/drawing/2014/main" id="{D931000F-8650-E28D-E00D-8F3617A75B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91808" y="6090552"/>
            <a:ext cx="2638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Especialidades con mayor productividad</a:t>
            </a:r>
          </a:p>
        </p:txBody>
      </p:sp>
      <p:sp>
        <p:nvSpPr>
          <p:cNvPr id="9" name="TXT_NOMBRE_UNIDAD">
            <a:extLst>
              <a:ext uri="{FF2B5EF4-FFF2-40B4-BE49-F238E27FC236}">
                <a16:creationId xmlns:a16="http://schemas.microsoft.com/office/drawing/2014/main" id="{8D068D38-E1B7-305B-C705-2A85BBBD890F}"/>
              </a:ext>
            </a:extLst>
          </p:cNvPr>
          <p:cNvSpPr txBox="1"/>
          <p:nvPr/>
        </p:nvSpPr>
        <p:spPr>
          <a:xfrm>
            <a:off x="0" y="5789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"/>
              </a:defRPr>
            </a:pPr>
            <a:r>
              <a:rPr lang="es-419" dirty="0"/>
              <a:t>HES 1 CMN DEL BAJÍO</a:t>
            </a:r>
          </a:p>
        </p:txBody>
      </p:sp>
      <p:sp>
        <p:nvSpPr>
          <p:cNvPr id="10" name="TXT_ESTADO">
            <a:extLst>
              <a:ext uri="{FF2B5EF4-FFF2-40B4-BE49-F238E27FC236}">
                <a16:creationId xmlns:a16="http://schemas.microsoft.com/office/drawing/2014/main" id="{C9BDE419-E489-9B33-CD68-467BA74EDCF1}"/>
              </a:ext>
            </a:extLst>
          </p:cNvPr>
          <p:cNvSpPr txBox="1"/>
          <p:nvPr/>
        </p:nvSpPr>
        <p:spPr>
          <a:xfrm>
            <a:off x="0" y="910418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lang="es-419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GUANAJUATO</a:t>
            </a:r>
          </a:p>
        </p:txBody>
      </p:sp>
      <p:sp>
        <p:nvSpPr>
          <p:cNvPr id="11" name="TXT_ANTIGUEDAD">
            <a:extLst>
              <a:ext uri="{FF2B5EF4-FFF2-40B4-BE49-F238E27FC236}">
                <a16:creationId xmlns:a16="http://schemas.microsoft.com/office/drawing/2014/main" id="{1055E3C1-E9AA-4BDB-342A-3906B202EB28}"/>
              </a:ext>
            </a:extLst>
          </p:cNvPr>
          <p:cNvSpPr txBox="1"/>
          <p:nvPr/>
        </p:nvSpPr>
        <p:spPr>
          <a:xfrm>
            <a:off x="4878258" y="725529"/>
            <a:ext cx="8530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400" b="1" dirty="0">
                <a:solidFill>
                  <a:srgbClr val="006455"/>
                </a:solidFill>
                <a:latin typeface="Noto Sans Black"/>
              </a:rPr>
              <a:t>62</a:t>
            </a:r>
          </a:p>
        </p:txBody>
      </p:sp>
      <p:sp>
        <p:nvSpPr>
          <p:cNvPr id="13" name="TXT_ANIO_INICIO">
            <a:extLst>
              <a:ext uri="{FF2B5EF4-FFF2-40B4-BE49-F238E27FC236}">
                <a16:creationId xmlns:a16="http://schemas.microsoft.com/office/drawing/2014/main" id="{097D2D0F-FE0B-649A-826D-431531E1F27D}"/>
              </a:ext>
            </a:extLst>
          </p:cNvPr>
          <p:cNvSpPr txBox="1"/>
          <p:nvPr/>
        </p:nvSpPr>
        <p:spPr>
          <a:xfrm>
            <a:off x="4853355" y="1100570"/>
            <a:ext cx="12573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006455"/>
                </a:solidFill>
                <a:latin typeface="Noto Sans"/>
              </a:rPr>
              <a:t>(1964)</a:t>
            </a:r>
          </a:p>
        </p:txBody>
      </p:sp>
      <p:sp>
        <p:nvSpPr>
          <p:cNvPr id="15" name="años">
            <a:extLst>
              <a:ext uri="{FF2B5EF4-FFF2-40B4-BE49-F238E27FC236}">
                <a16:creationId xmlns:a16="http://schemas.microsoft.com/office/drawing/2014/main" id="{BDFC7736-6BFB-6F02-E084-3E456E3B103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00704" y="882997"/>
            <a:ext cx="6029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 err="1">
                <a:solidFill>
                  <a:srgbClr val="006455"/>
                </a:solidFill>
                <a:latin typeface="Noto Sans"/>
              </a:rPr>
              <a:t>años</a:t>
            </a:r>
            <a:endParaRPr lang="en-MX" sz="1100" dirty="0"/>
          </a:p>
        </p:txBody>
      </p:sp>
      <p:sp>
        <p:nvSpPr>
          <p:cNvPr id="17" name="inicio de operación">
            <a:extLst>
              <a:ext uri="{FF2B5EF4-FFF2-40B4-BE49-F238E27FC236}">
                <a16:creationId xmlns:a16="http://schemas.microsoft.com/office/drawing/2014/main" id="{14498EC2-2A1A-DA91-DA10-C7637385E11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826978" y="1266069"/>
            <a:ext cx="13100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 err="1">
                <a:solidFill>
                  <a:srgbClr val="006455"/>
                </a:solidFill>
                <a:latin typeface="Noto Sans"/>
              </a:rPr>
              <a:t>Inicio</a:t>
            </a:r>
            <a:r>
              <a:rPr lang="en-US" sz="1000" dirty="0">
                <a:solidFill>
                  <a:srgbClr val="006455"/>
                </a:solidFill>
                <a:latin typeface="Noto Sans"/>
              </a:rPr>
              <a:t> de </a:t>
            </a:r>
            <a:r>
              <a:rPr lang="en-US" sz="1000" dirty="0" err="1">
                <a:solidFill>
                  <a:srgbClr val="006455"/>
                </a:solidFill>
                <a:latin typeface="Noto Sans"/>
              </a:rPr>
              <a:t>Operación</a:t>
            </a:r>
            <a:endParaRPr lang="en-MX" sz="1000" dirty="0"/>
          </a:p>
        </p:txBody>
      </p:sp>
      <p:sp>
        <p:nvSpPr>
          <p:cNvPr id="18" name="TXT_POBLACION">
            <a:extLst>
              <a:ext uri="{FF2B5EF4-FFF2-40B4-BE49-F238E27FC236}">
                <a16:creationId xmlns:a16="http://schemas.microsoft.com/office/drawing/2014/main" id="{F0F8C7E6-3008-3C2A-62C1-A2C881EF96C0}"/>
              </a:ext>
            </a:extLst>
          </p:cNvPr>
          <p:cNvSpPr txBox="1"/>
          <p:nvPr/>
        </p:nvSpPr>
        <p:spPr>
          <a:xfrm>
            <a:off x="6154615" y="782448"/>
            <a:ext cx="12836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000" b="1" dirty="0">
                <a:solidFill>
                  <a:srgbClr val="006455"/>
                </a:solidFill>
                <a:latin typeface="Noto Sans Black"/>
                <a:ea typeface="Noto Sans" panose="020B0502040504020204" pitchFamily="34" charset="0"/>
                <a:cs typeface="Noto Sans" panose="020B0502040504020204" pitchFamily="34" charset="0"/>
              </a:rPr>
              <a:t>552,463</a:t>
            </a:r>
          </a:p>
        </p:txBody>
      </p:sp>
      <p:sp>
        <p:nvSpPr>
          <p:cNvPr id="20" name="personas">
            <a:extLst>
              <a:ext uri="{FF2B5EF4-FFF2-40B4-BE49-F238E27FC236}">
                <a16:creationId xmlns:a16="http://schemas.microsoft.com/office/drawing/2014/main" id="{F265DD2B-5EBB-1028-6767-3514BB073C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159011" y="1090229"/>
            <a:ext cx="12660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0645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personas</a:t>
            </a:r>
            <a:endParaRPr lang="en-MX" dirty="0"/>
          </a:p>
        </p:txBody>
      </p:sp>
      <p:sp>
        <p:nvSpPr>
          <p:cNvPr id="21" name="TXT_CAMAS">
            <a:extLst>
              <a:ext uri="{FF2B5EF4-FFF2-40B4-BE49-F238E27FC236}">
                <a16:creationId xmlns:a16="http://schemas.microsoft.com/office/drawing/2014/main" id="{A7BF9397-8CD6-F0BE-8E0A-C6169C666354}"/>
              </a:ext>
            </a:extLst>
          </p:cNvPr>
          <p:cNvSpPr txBox="1"/>
          <p:nvPr/>
        </p:nvSpPr>
        <p:spPr>
          <a:xfrm>
            <a:off x="4985855" y="1954824"/>
            <a:ext cx="1036869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400">
                <a:solidFill>
                  <a:srgbClr val="BC955C"/>
                </a:solidFill>
                <a:latin typeface="Noto Sans Black"/>
              </a:defRPr>
            </a:pPr>
            <a:r>
              <a:rPr lang="es-419" dirty="0"/>
              <a:t>340</a:t>
            </a:r>
          </a:p>
        </p:txBody>
      </p:sp>
      <p:sp>
        <p:nvSpPr>
          <p:cNvPr id="22" name="camas totales">
            <a:extLst>
              <a:ext uri="{FF2B5EF4-FFF2-40B4-BE49-F238E27FC236}">
                <a16:creationId xmlns:a16="http://schemas.microsoft.com/office/drawing/2014/main" id="{741870DD-3134-1754-C4AB-49EC4CA8C6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878656" y="2143176"/>
            <a:ext cx="1461599" cy="29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BC955C"/>
                </a:solidFill>
                <a:latin typeface="Noto Sans"/>
              </a:defRPr>
            </a:pPr>
            <a:r>
              <a:rPr dirty="0"/>
              <a:t>Camas Totales</a:t>
            </a:r>
          </a:p>
        </p:txBody>
      </p:sp>
      <p:sp>
        <p:nvSpPr>
          <p:cNvPr id="24" name="TXT_LISTA_CAP_INSTALADA">
            <a:extLst>
              <a:ext uri="{FF2B5EF4-FFF2-40B4-BE49-F238E27FC236}">
                <a16:creationId xmlns:a16="http://schemas.microsoft.com/office/drawing/2014/main" id="{5C622D39-C4DB-E544-6733-94CE173A91E6}"/>
              </a:ext>
            </a:extLst>
          </p:cNvPr>
          <p:cNvSpPr txBox="1"/>
          <p:nvPr/>
        </p:nvSpPr>
        <p:spPr>
          <a:xfrm>
            <a:off x="4829912" y="2514600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208 camas censables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12 camas en cuidados intensivos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132 camas no censables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59 consultorios de especialidad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10 peines de laboratorio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11 quirófanos</a:t>
            </a:r>
          </a:p>
        </p:txBody>
      </p:sp>
      <p:sp>
        <p:nvSpPr>
          <p:cNvPr id="25" name="TXT_LISTA_EQUIPO">
            <a:extLst>
              <a:ext uri="{FF2B5EF4-FFF2-40B4-BE49-F238E27FC236}">
                <a16:creationId xmlns:a16="http://schemas.microsoft.com/office/drawing/2014/main" id="{431D8ADF-4031-A328-FE69-9D7A6EBE3F17}"/>
              </a:ext>
            </a:extLst>
          </p:cNvPr>
          <p:cNvSpPr txBox="1"/>
          <p:nvPr/>
        </p:nvSpPr>
        <p:spPr>
          <a:xfrm>
            <a:off x="4829912" y="4469424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 Acelerador lineal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Mastógrafo digital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 Rayos x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 Salas de endoscopia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Tomógrafo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 Ultrasonido</a:t>
            </a:r>
          </a:p>
        </p:txBody>
      </p:sp>
      <p:sp>
        <p:nvSpPr>
          <p:cNvPr id="26" name="TXT_LISTA_PERSONAL">
            <a:extLst>
              <a:ext uri="{FF2B5EF4-FFF2-40B4-BE49-F238E27FC236}">
                <a16:creationId xmlns:a16="http://schemas.microsoft.com/office/drawing/2014/main" id="{C60C26AE-A048-BF9D-CA09-75160EF0CEBF}"/>
              </a:ext>
            </a:extLst>
          </p:cNvPr>
          <p:cNvSpPr txBox="1"/>
          <p:nvPr/>
        </p:nvSpPr>
        <p:spPr>
          <a:xfrm>
            <a:off x="4829912" y="6591301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 Cirugía Maxilo Facial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2. Oftalmología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3. Medicina Física y Rehabilitación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4. Oncología Médica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5. Ortopedia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6. Medicina Interna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7. Urología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8. Oncología Quirúrgica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9. Reumatología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10. Cardiología</a:t>
            </a:r>
          </a:p>
        </p:txBody>
      </p:sp>
      <p:sp>
        <p:nvSpPr>
          <p:cNvPr id="7" name="TXT_ESPECIALIDADES">
            <a:extLst>
              <a:ext uri="{FF2B5EF4-FFF2-40B4-BE49-F238E27FC236}">
                <a16:creationId xmlns:a16="http://schemas.microsoft.com/office/drawing/2014/main" id="{094C482A-B3F3-858F-9CC8-619D5388C898}"/>
              </a:ext>
            </a:extLst>
          </p:cNvPr>
          <p:cNvSpPr txBox="1"/>
          <p:nvPr/>
        </p:nvSpPr>
        <p:spPr>
          <a:xfrm>
            <a:off x="4800602" y="5796642"/>
            <a:ext cx="26289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5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35 especialidades</a:t>
            </a:r>
          </a:p>
        </p:txBody>
      </p:sp>
      <p:pic>
        <p:nvPicPr>
          <p:cNvPr id="89" name="Picture 88" descr="foto_fachada_11A1201C215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67543"/>
            <a:ext cx="4816929" cy="28046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ntilla de personal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773125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Plantilla de personal</a:t>
            </a:r>
            <a:endParaRPr sz="1500" b="1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" name="Día típico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328662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s-ES" sz="15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Día típico</a:t>
            </a:r>
            <a:endParaRPr sz="1500" b="1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110" name="TABLA_DIA_TIPICO"/>
          <p:cNvGraphicFramePr/>
          <p:nvPr>
            <p:extLst>
              <p:ext uri="{D42A27DB-BD31-4B8C-83A1-F6EECF244321}">
                <p14:modId xmlns:p14="http://schemas.microsoft.com/office/powerpoint/2010/main" val="2779606076"/>
              </p:ext>
            </p:extLst>
          </p:nvPr>
        </p:nvGraphicFramePr>
        <p:xfrm>
          <a:off x="229972" y="3874455"/>
          <a:ext cx="4570800" cy="1590525"/>
        </p:xfrm>
        <a:graphic>
          <a:graphicData uri="http://schemas.openxmlformats.org/drawingml/2006/table">
            <a:tbl>
              <a:tblPr>
                <a:noFill/>
                <a:tableStyleId>{C120A325-C73C-4DCA-B9AC-A14718749D8C}</a:tableStyleId>
              </a:tblPr>
              <a:tblGrid>
                <a:gridCol w="98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932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Consultas Especialidades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43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Urgencias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47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Cirugías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1800" b="0" i="0" u="none" strike="noStrike" cap="none" dirty="0" err="1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1100" b="1" i="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32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Egresos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1800" b="0" i="0" u="none" strike="noStrike" cap="none" dirty="0" err="1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1100" b="1" i="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1" name="TABLA_PRODUCTIVIDAD"/>
          <p:cNvGraphicFramePr/>
          <p:nvPr>
            <p:extLst>
              <p:ext uri="{D42A27DB-BD31-4B8C-83A1-F6EECF244321}">
                <p14:modId xmlns:p14="http://schemas.microsoft.com/office/powerpoint/2010/main" val="71989219"/>
              </p:ext>
            </p:extLst>
          </p:nvPr>
        </p:nvGraphicFramePr>
        <p:xfrm>
          <a:off x="229972" y="6132087"/>
          <a:ext cx="4570800" cy="1590525"/>
        </p:xfrm>
        <a:graphic>
          <a:graphicData uri="http://schemas.openxmlformats.org/drawingml/2006/table">
            <a:tbl>
              <a:tblPr>
                <a:noFill/>
                <a:tableStyleId>{C120A325-C73C-4DCA-B9AC-A14718749D8C}</a:tableStyleId>
              </a:tblPr>
              <a:tblGrid>
                <a:gridCol w="98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90,162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Consultas Especialidades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1,406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Urgencias</a:t>
                      </a:r>
                      <a:endParaRPr sz="1600" u="none" strike="noStrike" cap="none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6,845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Cirugías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1,865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Egresos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lang="es-ES" sz="2000" dirty="0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lang="es-ES" sz="1100" b="1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800" u="none" strike="noStrike" cap="none" dirty="0">
                        <a:solidFill>
                          <a:srgbClr val="BC965C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endParaRPr sz="1100" b="1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17" name="med1"/>
          <p:cNvGrpSpPr>
            <a:grpSpLocks noGrp="1" noUngrp="1" noRot="1" noMove="1" noResize="1"/>
          </p:cNvGrpSpPr>
          <p:nvPr/>
        </p:nvGrpSpPr>
        <p:grpSpPr>
          <a:xfrm>
            <a:off x="171450" y="2367575"/>
            <a:ext cx="1418359" cy="569400"/>
            <a:chOff x="371475" y="2586650"/>
            <a:chExt cx="1418359" cy="569400"/>
          </a:xfrm>
        </p:grpSpPr>
        <p:sp>
          <p:nvSpPr>
            <p:cNvPr id="118" name="med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med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" name="TXT_PROD_TOTAL"/>
          <p:cNvSpPr/>
          <p:nvPr/>
        </p:nvSpPr>
        <p:spPr>
          <a:xfrm>
            <a:off x="3544929" y="5480704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100,278</a:t>
            </a:r>
          </a:p>
        </p:txBody>
      </p:sp>
      <p:grpSp>
        <p:nvGrpSpPr>
          <p:cNvPr id="120" name="enf1"/>
          <p:cNvGrpSpPr>
            <a:grpSpLocks noGrp="1" noUngrp="1" noRot="1" noMove="1" noResize="1"/>
          </p:cNvGrpSpPr>
          <p:nvPr/>
        </p:nvGrpSpPr>
        <p:grpSpPr>
          <a:xfrm>
            <a:off x="1724025" y="2367575"/>
            <a:ext cx="1418359" cy="569400"/>
            <a:chOff x="371475" y="2586650"/>
            <a:chExt cx="1418359" cy="569400"/>
          </a:xfrm>
        </p:grpSpPr>
        <p:sp>
          <p:nvSpPr>
            <p:cNvPr id="121" name="enf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enf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personal1"/>
          <p:cNvGrpSpPr>
            <a:grpSpLocks noGrp="1" noUngrp="1" noRot="1" noMove="1" noResize="1"/>
          </p:cNvGrpSpPr>
          <p:nvPr/>
        </p:nvGrpSpPr>
        <p:grpSpPr>
          <a:xfrm>
            <a:off x="3276600" y="2367575"/>
            <a:ext cx="1418359" cy="569400"/>
            <a:chOff x="371475" y="2586650"/>
            <a:chExt cx="1418359" cy="569400"/>
          </a:xfrm>
        </p:grpSpPr>
        <p:sp>
          <p:nvSpPr>
            <p:cNvPr id="124" name="per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per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" name="med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34510" y="2442398"/>
            <a:ext cx="334725" cy="419755"/>
          </a:xfrm>
          <a:custGeom>
            <a:avLst/>
            <a:gdLst/>
            <a:ahLst/>
            <a:cxnLst/>
            <a:rect l="l" t="t" r="r" b="b"/>
            <a:pathLst>
              <a:path w="847404" h="1062670" extrusionOk="0">
                <a:moveTo>
                  <a:pt x="660561" y="686560"/>
                </a:moveTo>
                <a:lnTo>
                  <a:pt x="660561" y="686560"/>
                </a:lnTo>
                <a:cubicBezTo>
                  <a:pt x="652849" y="685899"/>
                  <a:pt x="645578" y="685459"/>
                  <a:pt x="638748" y="685459"/>
                </a:cubicBezTo>
                <a:lnTo>
                  <a:pt x="536072" y="685459"/>
                </a:lnTo>
                <a:cubicBezTo>
                  <a:pt x="530344" y="681713"/>
                  <a:pt x="525056" y="678628"/>
                  <a:pt x="519768" y="675764"/>
                </a:cubicBezTo>
                <a:cubicBezTo>
                  <a:pt x="595562" y="640290"/>
                  <a:pt x="646239" y="564716"/>
                  <a:pt x="649544" y="481209"/>
                </a:cubicBezTo>
                <a:cubicBezTo>
                  <a:pt x="676645" y="466006"/>
                  <a:pt x="693391" y="427227"/>
                  <a:pt x="693391" y="399465"/>
                </a:cubicBezTo>
                <a:cubicBezTo>
                  <a:pt x="693391" y="391533"/>
                  <a:pt x="691848" y="383381"/>
                  <a:pt x="688764" y="375449"/>
                </a:cubicBezTo>
                <a:lnTo>
                  <a:pt x="688764" y="188826"/>
                </a:lnTo>
                <a:cubicBezTo>
                  <a:pt x="688764" y="113031"/>
                  <a:pt x="618257" y="0"/>
                  <a:pt x="424143" y="0"/>
                </a:cubicBezTo>
                <a:cubicBezTo>
                  <a:pt x="324772" y="0"/>
                  <a:pt x="262638" y="37236"/>
                  <a:pt x="227385" y="69405"/>
                </a:cubicBezTo>
                <a:cubicBezTo>
                  <a:pt x="223859" y="65659"/>
                  <a:pt x="220554" y="61914"/>
                  <a:pt x="217690" y="58168"/>
                </a:cubicBezTo>
                <a:cubicBezTo>
                  <a:pt x="215486" y="55304"/>
                  <a:pt x="212182" y="53321"/>
                  <a:pt x="208436" y="52880"/>
                </a:cubicBezTo>
                <a:cubicBezTo>
                  <a:pt x="204690" y="52439"/>
                  <a:pt x="201165" y="53541"/>
                  <a:pt x="198300" y="55744"/>
                </a:cubicBezTo>
                <a:cubicBezTo>
                  <a:pt x="195436" y="57948"/>
                  <a:pt x="193453" y="61253"/>
                  <a:pt x="193012" y="64998"/>
                </a:cubicBezTo>
                <a:cubicBezTo>
                  <a:pt x="192572" y="68744"/>
                  <a:pt x="193453" y="72269"/>
                  <a:pt x="195877" y="75134"/>
                </a:cubicBezTo>
                <a:cubicBezTo>
                  <a:pt x="199623" y="79761"/>
                  <a:pt x="203368" y="84388"/>
                  <a:pt x="207995" y="89235"/>
                </a:cubicBezTo>
                <a:cubicBezTo>
                  <a:pt x="201165" y="97167"/>
                  <a:pt x="195216" y="105320"/>
                  <a:pt x="189928" y="113472"/>
                </a:cubicBezTo>
                <a:cubicBezTo>
                  <a:pt x="185741" y="113472"/>
                  <a:pt x="182436" y="114574"/>
                  <a:pt x="179792" y="117218"/>
                </a:cubicBezTo>
                <a:cubicBezTo>
                  <a:pt x="175166" y="121845"/>
                  <a:pt x="174505" y="129116"/>
                  <a:pt x="178030" y="134624"/>
                </a:cubicBezTo>
                <a:cubicBezTo>
                  <a:pt x="168996" y="153573"/>
                  <a:pt x="164149" y="172742"/>
                  <a:pt x="164149" y="188606"/>
                </a:cubicBezTo>
                <a:lnTo>
                  <a:pt x="164149" y="369280"/>
                </a:lnTo>
                <a:cubicBezTo>
                  <a:pt x="159301" y="378974"/>
                  <a:pt x="156878" y="389110"/>
                  <a:pt x="156878" y="399465"/>
                </a:cubicBezTo>
                <a:cubicBezTo>
                  <a:pt x="156878" y="427227"/>
                  <a:pt x="173623" y="465786"/>
                  <a:pt x="200724" y="481209"/>
                </a:cubicBezTo>
                <a:cubicBezTo>
                  <a:pt x="204029" y="564275"/>
                  <a:pt x="254265" y="639849"/>
                  <a:pt x="329399" y="675323"/>
                </a:cubicBezTo>
                <a:cubicBezTo>
                  <a:pt x="323670" y="678188"/>
                  <a:pt x="317942" y="681713"/>
                  <a:pt x="311993" y="685459"/>
                </a:cubicBezTo>
                <a:lnTo>
                  <a:pt x="209317" y="685459"/>
                </a:lnTo>
                <a:cubicBezTo>
                  <a:pt x="202487" y="685459"/>
                  <a:pt x="194996" y="685899"/>
                  <a:pt x="187504" y="686560"/>
                </a:cubicBezTo>
                <a:cubicBezTo>
                  <a:pt x="186623" y="686560"/>
                  <a:pt x="185741" y="686781"/>
                  <a:pt x="184860" y="687221"/>
                </a:cubicBezTo>
                <a:lnTo>
                  <a:pt x="183759" y="687442"/>
                </a:lnTo>
                <a:cubicBezTo>
                  <a:pt x="183318" y="687442"/>
                  <a:pt x="182877" y="687442"/>
                  <a:pt x="182216" y="687662"/>
                </a:cubicBezTo>
                <a:lnTo>
                  <a:pt x="181335" y="687882"/>
                </a:lnTo>
                <a:lnTo>
                  <a:pt x="182436" y="690526"/>
                </a:lnTo>
                <a:cubicBezTo>
                  <a:pt x="182436" y="690526"/>
                  <a:pt x="182436" y="690526"/>
                  <a:pt x="182436" y="690526"/>
                </a:cubicBezTo>
                <a:lnTo>
                  <a:pt x="180674" y="688323"/>
                </a:lnTo>
                <a:cubicBezTo>
                  <a:pt x="180453" y="688323"/>
                  <a:pt x="180013" y="688543"/>
                  <a:pt x="179792" y="688543"/>
                </a:cubicBezTo>
                <a:cubicBezTo>
                  <a:pt x="77337" y="702424"/>
                  <a:pt x="0" y="788795"/>
                  <a:pt x="0" y="889708"/>
                </a:cubicBezTo>
                <a:lnTo>
                  <a:pt x="0" y="1037772"/>
                </a:lnTo>
                <a:cubicBezTo>
                  <a:pt x="0" y="1051433"/>
                  <a:pt x="11237" y="1062670"/>
                  <a:pt x="24898" y="1062670"/>
                </a:cubicBezTo>
                <a:lnTo>
                  <a:pt x="423702" y="1062670"/>
                </a:lnTo>
                <a:cubicBezTo>
                  <a:pt x="425905" y="1062670"/>
                  <a:pt x="428329" y="1062229"/>
                  <a:pt x="430753" y="1061568"/>
                </a:cubicBezTo>
                <a:lnTo>
                  <a:pt x="822506" y="1061568"/>
                </a:lnTo>
                <a:cubicBezTo>
                  <a:pt x="836167" y="1061568"/>
                  <a:pt x="847404" y="1050331"/>
                  <a:pt x="847404" y="1036671"/>
                </a:cubicBezTo>
                <a:lnTo>
                  <a:pt x="847404" y="888606"/>
                </a:lnTo>
                <a:cubicBezTo>
                  <a:pt x="847624" y="784388"/>
                  <a:pt x="767202" y="697357"/>
                  <a:pt x="660561" y="686560"/>
                </a:cubicBezTo>
                <a:close/>
                <a:moveTo>
                  <a:pt x="625969" y="713221"/>
                </a:moveTo>
                <a:lnTo>
                  <a:pt x="601071" y="747813"/>
                </a:lnTo>
                <a:cubicBezTo>
                  <a:pt x="591817" y="735034"/>
                  <a:pt x="581902" y="723576"/>
                  <a:pt x="571105" y="713221"/>
                </a:cubicBezTo>
                <a:lnTo>
                  <a:pt x="625969" y="713221"/>
                </a:lnTo>
                <a:close/>
                <a:moveTo>
                  <a:pt x="528140" y="713882"/>
                </a:moveTo>
                <a:cubicBezTo>
                  <a:pt x="550174" y="729525"/>
                  <a:pt x="569122" y="749355"/>
                  <a:pt x="584766" y="773372"/>
                </a:cubicBezTo>
                <a:cubicBezTo>
                  <a:pt x="588952" y="779761"/>
                  <a:pt x="592918" y="786592"/>
                  <a:pt x="596884" y="794083"/>
                </a:cubicBezTo>
                <a:cubicBezTo>
                  <a:pt x="613630" y="825811"/>
                  <a:pt x="623985" y="861946"/>
                  <a:pt x="626850" y="898742"/>
                </a:cubicBezTo>
                <a:cubicBezTo>
                  <a:pt x="621782" y="898081"/>
                  <a:pt x="616274" y="898521"/>
                  <a:pt x="610325" y="899623"/>
                </a:cubicBezTo>
                <a:cubicBezTo>
                  <a:pt x="607681" y="869217"/>
                  <a:pt x="599969" y="840133"/>
                  <a:pt x="586969" y="813032"/>
                </a:cubicBezTo>
                <a:lnTo>
                  <a:pt x="586749" y="812371"/>
                </a:lnTo>
                <a:cubicBezTo>
                  <a:pt x="583224" y="805100"/>
                  <a:pt x="579258" y="797829"/>
                  <a:pt x="574851" y="790558"/>
                </a:cubicBezTo>
                <a:cubicBezTo>
                  <a:pt x="551936" y="753762"/>
                  <a:pt x="520649" y="726661"/>
                  <a:pt x="484294" y="711899"/>
                </a:cubicBezTo>
                <a:lnTo>
                  <a:pt x="484294" y="690306"/>
                </a:lnTo>
                <a:cubicBezTo>
                  <a:pt x="492666" y="693391"/>
                  <a:pt x="500819" y="697136"/>
                  <a:pt x="508751" y="701543"/>
                </a:cubicBezTo>
                <a:cubicBezTo>
                  <a:pt x="515581" y="705509"/>
                  <a:pt x="522191" y="709695"/>
                  <a:pt x="528140" y="713882"/>
                </a:cubicBezTo>
                <a:close/>
                <a:moveTo>
                  <a:pt x="629494" y="926944"/>
                </a:moveTo>
                <a:lnTo>
                  <a:pt x="630375" y="927165"/>
                </a:lnTo>
                <a:cubicBezTo>
                  <a:pt x="632578" y="927605"/>
                  <a:pt x="634562" y="928266"/>
                  <a:pt x="636324" y="929148"/>
                </a:cubicBezTo>
                <a:cubicBezTo>
                  <a:pt x="640510" y="930910"/>
                  <a:pt x="644256" y="933554"/>
                  <a:pt x="647341" y="936860"/>
                </a:cubicBezTo>
                <a:cubicBezTo>
                  <a:pt x="653731" y="943470"/>
                  <a:pt x="657256" y="952063"/>
                  <a:pt x="657256" y="961096"/>
                </a:cubicBezTo>
                <a:cubicBezTo>
                  <a:pt x="657256" y="980265"/>
                  <a:pt x="641612" y="995909"/>
                  <a:pt x="622443" y="995909"/>
                </a:cubicBezTo>
                <a:cubicBezTo>
                  <a:pt x="603274" y="995909"/>
                  <a:pt x="587630" y="980265"/>
                  <a:pt x="587630" y="961096"/>
                </a:cubicBezTo>
                <a:cubicBezTo>
                  <a:pt x="587630" y="953605"/>
                  <a:pt x="590054" y="946113"/>
                  <a:pt x="594901" y="939944"/>
                </a:cubicBezTo>
                <a:cubicBezTo>
                  <a:pt x="596444" y="937961"/>
                  <a:pt x="597986" y="936198"/>
                  <a:pt x="599969" y="934436"/>
                </a:cubicBezTo>
                <a:lnTo>
                  <a:pt x="600630" y="933995"/>
                </a:lnTo>
                <a:cubicBezTo>
                  <a:pt x="602172" y="932673"/>
                  <a:pt x="603935" y="931571"/>
                  <a:pt x="605918" y="930470"/>
                </a:cubicBezTo>
                <a:lnTo>
                  <a:pt x="607240" y="929809"/>
                </a:lnTo>
                <a:cubicBezTo>
                  <a:pt x="608783" y="929148"/>
                  <a:pt x="610545" y="928487"/>
                  <a:pt x="612969" y="927826"/>
                </a:cubicBezTo>
                <a:lnTo>
                  <a:pt x="613850" y="927605"/>
                </a:lnTo>
                <a:cubicBezTo>
                  <a:pt x="614070" y="927605"/>
                  <a:pt x="614511" y="927385"/>
                  <a:pt x="614731" y="927385"/>
                </a:cubicBezTo>
                <a:cubicBezTo>
                  <a:pt x="617376" y="926724"/>
                  <a:pt x="620019" y="926504"/>
                  <a:pt x="622443" y="926504"/>
                </a:cubicBezTo>
                <a:cubicBezTo>
                  <a:pt x="624647" y="926063"/>
                  <a:pt x="626850" y="926283"/>
                  <a:pt x="629494" y="926944"/>
                </a:cubicBezTo>
                <a:close/>
                <a:moveTo>
                  <a:pt x="627511" y="460057"/>
                </a:moveTo>
                <a:lnTo>
                  <a:pt x="627511" y="358703"/>
                </a:lnTo>
                <a:cubicBezTo>
                  <a:pt x="648663" y="360025"/>
                  <a:pt x="665629" y="377873"/>
                  <a:pt x="665629" y="399465"/>
                </a:cubicBezTo>
                <a:cubicBezTo>
                  <a:pt x="665629" y="421499"/>
                  <a:pt x="648002" y="457193"/>
                  <a:pt x="627511" y="460057"/>
                </a:cubicBezTo>
                <a:close/>
                <a:moveTo>
                  <a:pt x="222537" y="460057"/>
                </a:moveTo>
                <a:cubicBezTo>
                  <a:pt x="202046" y="456972"/>
                  <a:pt x="184419" y="421499"/>
                  <a:pt x="184419" y="399465"/>
                </a:cubicBezTo>
                <a:cubicBezTo>
                  <a:pt x="184419" y="377873"/>
                  <a:pt x="201165" y="360246"/>
                  <a:pt x="222537" y="358703"/>
                </a:cubicBezTo>
                <a:lnTo>
                  <a:pt x="222537" y="460057"/>
                </a:lnTo>
                <a:close/>
                <a:moveTo>
                  <a:pt x="222537" y="202707"/>
                </a:moveTo>
                <a:lnTo>
                  <a:pt x="222537" y="331162"/>
                </a:lnTo>
                <a:cubicBezTo>
                  <a:pt x="211741" y="331602"/>
                  <a:pt x="201165" y="334687"/>
                  <a:pt x="191911" y="339975"/>
                </a:cubicBezTo>
                <a:lnTo>
                  <a:pt x="191911" y="188826"/>
                </a:lnTo>
                <a:cubicBezTo>
                  <a:pt x="191911" y="179352"/>
                  <a:pt x="194775" y="167233"/>
                  <a:pt x="199843" y="154674"/>
                </a:cubicBezTo>
                <a:cubicBezTo>
                  <a:pt x="238401" y="183979"/>
                  <a:pt x="277841" y="190368"/>
                  <a:pt x="304501" y="190368"/>
                </a:cubicBezTo>
                <a:cubicBezTo>
                  <a:pt x="326315" y="190368"/>
                  <a:pt x="340636" y="186182"/>
                  <a:pt x="341077" y="186182"/>
                </a:cubicBezTo>
                <a:cubicBezTo>
                  <a:pt x="348348" y="184199"/>
                  <a:pt x="352755" y="176487"/>
                  <a:pt x="350551" y="169216"/>
                </a:cubicBezTo>
                <a:cubicBezTo>
                  <a:pt x="348568" y="161945"/>
                  <a:pt x="341077" y="157539"/>
                  <a:pt x="333585" y="159522"/>
                </a:cubicBezTo>
                <a:cubicBezTo>
                  <a:pt x="330942" y="160183"/>
                  <a:pt x="270350" y="176708"/>
                  <a:pt x="212622" y="129777"/>
                </a:cubicBezTo>
                <a:cubicBezTo>
                  <a:pt x="217029" y="122726"/>
                  <a:pt x="222317" y="115675"/>
                  <a:pt x="228486" y="108625"/>
                </a:cubicBezTo>
                <a:cubicBezTo>
                  <a:pt x="271011" y="142556"/>
                  <a:pt x="318162" y="149827"/>
                  <a:pt x="350331" y="149827"/>
                </a:cubicBezTo>
                <a:cubicBezTo>
                  <a:pt x="372805" y="149827"/>
                  <a:pt x="388449" y="146302"/>
                  <a:pt x="391313" y="145641"/>
                </a:cubicBezTo>
                <a:cubicBezTo>
                  <a:pt x="398804" y="143878"/>
                  <a:pt x="403211" y="136387"/>
                  <a:pt x="401448" y="128895"/>
                </a:cubicBezTo>
                <a:cubicBezTo>
                  <a:pt x="399686" y="121624"/>
                  <a:pt x="392194" y="116777"/>
                  <a:pt x="384703" y="118760"/>
                </a:cubicBezTo>
                <a:cubicBezTo>
                  <a:pt x="384042" y="118980"/>
                  <a:pt x="310450" y="136607"/>
                  <a:pt x="248096" y="88574"/>
                </a:cubicBezTo>
                <a:cubicBezTo>
                  <a:pt x="279604" y="60371"/>
                  <a:pt x="335348" y="27982"/>
                  <a:pt x="424143" y="27982"/>
                </a:cubicBezTo>
                <a:cubicBezTo>
                  <a:pt x="618697" y="27982"/>
                  <a:pt x="661222" y="144319"/>
                  <a:pt x="661222" y="189046"/>
                </a:cubicBezTo>
                <a:lnTo>
                  <a:pt x="661222" y="341958"/>
                </a:lnTo>
                <a:cubicBezTo>
                  <a:pt x="651087" y="335568"/>
                  <a:pt x="639629" y="331823"/>
                  <a:pt x="627731" y="331382"/>
                </a:cubicBezTo>
                <a:lnTo>
                  <a:pt x="627731" y="202927"/>
                </a:lnTo>
                <a:lnTo>
                  <a:pt x="623545" y="205351"/>
                </a:lnTo>
                <a:cubicBezTo>
                  <a:pt x="586969" y="227385"/>
                  <a:pt x="524395" y="237520"/>
                  <a:pt x="426566" y="237520"/>
                </a:cubicBezTo>
                <a:cubicBezTo>
                  <a:pt x="326976" y="237520"/>
                  <a:pt x="263519" y="227385"/>
                  <a:pt x="226944" y="205351"/>
                </a:cubicBezTo>
                <a:lnTo>
                  <a:pt x="222537" y="202707"/>
                </a:lnTo>
                <a:close/>
                <a:moveTo>
                  <a:pt x="228707" y="487599"/>
                </a:moveTo>
                <a:cubicBezTo>
                  <a:pt x="240825" y="485836"/>
                  <a:pt x="250079" y="475701"/>
                  <a:pt x="250079" y="462921"/>
                </a:cubicBezTo>
                <a:lnTo>
                  <a:pt x="250079" y="245232"/>
                </a:lnTo>
                <a:cubicBezTo>
                  <a:pt x="291061" y="258452"/>
                  <a:pt x="348789" y="264841"/>
                  <a:pt x="426346" y="264841"/>
                </a:cubicBezTo>
                <a:cubicBezTo>
                  <a:pt x="504124" y="264841"/>
                  <a:pt x="559428" y="258672"/>
                  <a:pt x="599749" y="245452"/>
                </a:cubicBezTo>
                <a:lnTo>
                  <a:pt x="599749" y="462921"/>
                </a:lnTo>
                <a:cubicBezTo>
                  <a:pt x="599749" y="475480"/>
                  <a:pt x="609003" y="485836"/>
                  <a:pt x="621121" y="487599"/>
                </a:cubicBezTo>
                <a:cubicBezTo>
                  <a:pt x="614952" y="567139"/>
                  <a:pt x="562072" y="634341"/>
                  <a:pt x="485616" y="659239"/>
                </a:cubicBezTo>
                <a:lnTo>
                  <a:pt x="484073" y="659680"/>
                </a:lnTo>
                <a:lnTo>
                  <a:pt x="484073" y="659680"/>
                </a:lnTo>
                <a:lnTo>
                  <a:pt x="480768" y="660340"/>
                </a:lnTo>
                <a:cubicBezTo>
                  <a:pt x="477023" y="661002"/>
                  <a:pt x="469311" y="662103"/>
                  <a:pt x="458735" y="663425"/>
                </a:cubicBezTo>
                <a:lnTo>
                  <a:pt x="456311" y="663646"/>
                </a:lnTo>
                <a:lnTo>
                  <a:pt x="456311" y="780202"/>
                </a:lnTo>
                <a:cubicBezTo>
                  <a:pt x="456311" y="787914"/>
                  <a:pt x="462481" y="794083"/>
                  <a:pt x="470193" y="794083"/>
                </a:cubicBezTo>
                <a:cubicBezTo>
                  <a:pt x="477904" y="794083"/>
                  <a:pt x="484073" y="787914"/>
                  <a:pt x="484073" y="780202"/>
                </a:cubicBezTo>
                <a:lnTo>
                  <a:pt x="484073" y="742745"/>
                </a:lnTo>
                <a:cubicBezTo>
                  <a:pt x="487819" y="744728"/>
                  <a:pt x="491565" y="746711"/>
                  <a:pt x="495531" y="749135"/>
                </a:cubicBezTo>
                <a:lnTo>
                  <a:pt x="483633" y="802015"/>
                </a:lnTo>
                <a:lnTo>
                  <a:pt x="365534" y="802015"/>
                </a:lnTo>
                <a:lnTo>
                  <a:pt x="353416" y="747813"/>
                </a:lnTo>
                <a:cubicBezTo>
                  <a:pt x="356500" y="745830"/>
                  <a:pt x="359805" y="744067"/>
                  <a:pt x="363110" y="742525"/>
                </a:cubicBezTo>
                <a:lnTo>
                  <a:pt x="363110" y="779982"/>
                </a:lnTo>
                <a:cubicBezTo>
                  <a:pt x="363110" y="787693"/>
                  <a:pt x="369280" y="793863"/>
                  <a:pt x="376991" y="793863"/>
                </a:cubicBezTo>
                <a:cubicBezTo>
                  <a:pt x="384703" y="793863"/>
                  <a:pt x="390872" y="787693"/>
                  <a:pt x="390872" y="779982"/>
                </a:cubicBezTo>
                <a:lnTo>
                  <a:pt x="390872" y="663866"/>
                </a:lnTo>
                <a:lnTo>
                  <a:pt x="388449" y="663646"/>
                </a:lnTo>
                <a:cubicBezTo>
                  <a:pt x="380737" y="662764"/>
                  <a:pt x="373466" y="661442"/>
                  <a:pt x="366635" y="659900"/>
                </a:cubicBezTo>
                <a:lnTo>
                  <a:pt x="363771" y="659239"/>
                </a:lnTo>
                <a:cubicBezTo>
                  <a:pt x="363551" y="659239"/>
                  <a:pt x="363331" y="659239"/>
                  <a:pt x="363331" y="659019"/>
                </a:cubicBezTo>
                <a:lnTo>
                  <a:pt x="361568" y="658137"/>
                </a:lnTo>
                <a:cubicBezTo>
                  <a:pt x="286875" y="633019"/>
                  <a:pt x="234876" y="566038"/>
                  <a:pt x="228707" y="487599"/>
                </a:cubicBezTo>
                <a:close/>
                <a:moveTo>
                  <a:pt x="321467" y="712780"/>
                </a:moveTo>
                <a:cubicBezTo>
                  <a:pt x="327636" y="708594"/>
                  <a:pt x="334026" y="704628"/>
                  <a:pt x="340636" y="701102"/>
                </a:cubicBezTo>
                <a:cubicBezTo>
                  <a:pt x="348128" y="697136"/>
                  <a:pt x="355839" y="693611"/>
                  <a:pt x="363551" y="690747"/>
                </a:cubicBezTo>
                <a:lnTo>
                  <a:pt x="363551" y="712339"/>
                </a:lnTo>
                <a:cubicBezTo>
                  <a:pt x="327196" y="726881"/>
                  <a:pt x="295908" y="753982"/>
                  <a:pt x="272994" y="790998"/>
                </a:cubicBezTo>
                <a:cubicBezTo>
                  <a:pt x="268587" y="798270"/>
                  <a:pt x="264401" y="805540"/>
                  <a:pt x="261096" y="812812"/>
                </a:cubicBezTo>
                <a:cubicBezTo>
                  <a:pt x="248316" y="839252"/>
                  <a:pt x="240384" y="868115"/>
                  <a:pt x="237740" y="898301"/>
                </a:cubicBezTo>
                <a:lnTo>
                  <a:pt x="236639" y="898301"/>
                </a:lnTo>
                <a:cubicBezTo>
                  <a:pt x="233113" y="897860"/>
                  <a:pt x="229368" y="897640"/>
                  <a:pt x="225622" y="897640"/>
                </a:cubicBezTo>
                <a:cubicBezTo>
                  <a:pt x="224080" y="897640"/>
                  <a:pt x="222537" y="897860"/>
                  <a:pt x="221215" y="897860"/>
                </a:cubicBezTo>
                <a:cubicBezTo>
                  <a:pt x="224300" y="861065"/>
                  <a:pt x="234435" y="826252"/>
                  <a:pt x="251181" y="794303"/>
                </a:cubicBezTo>
                <a:cubicBezTo>
                  <a:pt x="255147" y="786592"/>
                  <a:pt x="259113" y="779982"/>
                  <a:pt x="263299" y="773592"/>
                </a:cubicBezTo>
                <a:cubicBezTo>
                  <a:pt x="279163" y="748915"/>
                  <a:pt x="298773" y="728424"/>
                  <a:pt x="321467" y="712780"/>
                </a:cubicBezTo>
                <a:close/>
                <a:moveTo>
                  <a:pt x="276739" y="713221"/>
                </a:moveTo>
                <a:cubicBezTo>
                  <a:pt x="265943" y="723576"/>
                  <a:pt x="256028" y="735034"/>
                  <a:pt x="246774" y="747813"/>
                </a:cubicBezTo>
                <a:lnTo>
                  <a:pt x="221876" y="713221"/>
                </a:lnTo>
                <a:lnTo>
                  <a:pt x="276739" y="713221"/>
                </a:lnTo>
                <a:close/>
                <a:moveTo>
                  <a:pt x="110167" y="1035128"/>
                </a:moveTo>
                <a:lnTo>
                  <a:pt x="27982" y="1035128"/>
                </a:lnTo>
                <a:lnTo>
                  <a:pt x="27982" y="889708"/>
                </a:lnTo>
                <a:cubicBezTo>
                  <a:pt x="27982" y="807303"/>
                  <a:pt x="85930" y="737017"/>
                  <a:pt x="169216" y="718729"/>
                </a:cubicBezTo>
                <a:cubicBezTo>
                  <a:pt x="176928" y="716966"/>
                  <a:pt x="183318" y="715865"/>
                  <a:pt x="189487" y="715204"/>
                </a:cubicBezTo>
                <a:lnTo>
                  <a:pt x="230690" y="772490"/>
                </a:lnTo>
                <a:cubicBezTo>
                  <a:pt x="209097" y="810388"/>
                  <a:pt x="196318" y="854675"/>
                  <a:pt x="193233" y="900504"/>
                </a:cubicBezTo>
                <a:cubicBezTo>
                  <a:pt x="140573" y="911741"/>
                  <a:pt x="110387" y="951622"/>
                  <a:pt x="110387" y="1010231"/>
                </a:cubicBezTo>
                <a:lnTo>
                  <a:pt x="110387" y="1035128"/>
                </a:lnTo>
                <a:close/>
                <a:moveTo>
                  <a:pt x="269909" y="1035128"/>
                </a:moveTo>
                <a:lnTo>
                  <a:pt x="181114" y="1035128"/>
                </a:lnTo>
                <a:lnTo>
                  <a:pt x="181114" y="1010451"/>
                </a:lnTo>
                <a:cubicBezTo>
                  <a:pt x="181114" y="989960"/>
                  <a:pt x="186182" y="966384"/>
                  <a:pt x="225622" y="966384"/>
                </a:cubicBezTo>
                <a:cubicBezTo>
                  <a:pt x="265062" y="966384"/>
                  <a:pt x="270129" y="989960"/>
                  <a:pt x="270129" y="1010451"/>
                </a:cubicBezTo>
                <a:lnTo>
                  <a:pt x="270129" y="1035128"/>
                </a:lnTo>
                <a:close/>
                <a:moveTo>
                  <a:pt x="313094" y="1034027"/>
                </a:moveTo>
                <a:lnTo>
                  <a:pt x="297451" y="1034027"/>
                </a:lnTo>
                <a:lnTo>
                  <a:pt x="297451" y="1010451"/>
                </a:lnTo>
                <a:cubicBezTo>
                  <a:pt x="297451" y="960876"/>
                  <a:pt x="268367" y="945012"/>
                  <a:pt x="243689" y="940605"/>
                </a:cubicBezTo>
                <a:cubicBezTo>
                  <a:pt x="241266" y="940164"/>
                  <a:pt x="238622" y="939724"/>
                  <a:pt x="235978" y="939503"/>
                </a:cubicBezTo>
                <a:cubicBezTo>
                  <a:pt x="231791" y="939063"/>
                  <a:pt x="228486" y="938843"/>
                  <a:pt x="225181" y="938843"/>
                </a:cubicBezTo>
                <a:cubicBezTo>
                  <a:pt x="179352" y="938843"/>
                  <a:pt x="153132" y="964842"/>
                  <a:pt x="153132" y="1010451"/>
                </a:cubicBezTo>
                <a:lnTo>
                  <a:pt x="153132" y="1034027"/>
                </a:lnTo>
                <a:lnTo>
                  <a:pt x="137488" y="1034027"/>
                </a:lnTo>
                <a:lnTo>
                  <a:pt x="137488" y="1010451"/>
                </a:lnTo>
                <a:cubicBezTo>
                  <a:pt x="137488" y="965062"/>
                  <a:pt x="157098" y="937520"/>
                  <a:pt x="195877" y="928266"/>
                </a:cubicBezTo>
                <a:cubicBezTo>
                  <a:pt x="203809" y="926283"/>
                  <a:pt x="212402" y="925182"/>
                  <a:pt x="221436" y="924961"/>
                </a:cubicBezTo>
                <a:cubicBezTo>
                  <a:pt x="222097" y="924961"/>
                  <a:pt x="222758" y="924961"/>
                  <a:pt x="223198" y="924741"/>
                </a:cubicBezTo>
                <a:cubicBezTo>
                  <a:pt x="224741" y="924741"/>
                  <a:pt x="226063" y="924741"/>
                  <a:pt x="227605" y="924741"/>
                </a:cubicBezTo>
                <a:cubicBezTo>
                  <a:pt x="228266" y="924741"/>
                  <a:pt x="229147" y="924961"/>
                  <a:pt x="229808" y="924961"/>
                </a:cubicBezTo>
                <a:cubicBezTo>
                  <a:pt x="235096" y="925182"/>
                  <a:pt x="240384" y="925622"/>
                  <a:pt x="245011" y="926283"/>
                </a:cubicBezTo>
                <a:cubicBezTo>
                  <a:pt x="246554" y="926504"/>
                  <a:pt x="248096" y="926944"/>
                  <a:pt x="249859" y="927165"/>
                </a:cubicBezTo>
                <a:lnTo>
                  <a:pt x="254265" y="928046"/>
                </a:lnTo>
                <a:cubicBezTo>
                  <a:pt x="256248" y="928487"/>
                  <a:pt x="258011" y="928707"/>
                  <a:pt x="259774" y="929368"/>
                </a:cubicBezTo>
                <a:cubicBezTo>
                  <a:pt x="295027" y="939724"/>
                  <a:pt x="312874" y="967045"/>
                  <a:pt x="312874" y="1010451"/>
                </a:cubicBezTo>
                <a:lnTo>
                  <a:pt x="312874" y="1034027"/>
                </a:lnTo>
                <a:close/>
                <a:moveTo>
                  <a:pt x="403652" y="1022349"/>
                </a:moveTo>
                <a:cubicBezTo>
                  <a:pt x="401008" y="1026095"/>
                  <a:pt x="399465" y="1030501"/>
                  <a:pt x="399245" y="1035128"/>
                </a:cubicBezTo>
                <a:lnTo>
                  <a:pt x="340636" y="1035128"/>
                </a:lnTo>
                <a:lnTo>
                  <a:pt x="340636" y="1010451"/>
                </a:lnTo>
                <a:cubicBezTo>
                  <a:pt x="340636" y="955147"/>
                  <a:pt x="313094" y="915928"/>
                  <a:pt x="264841" y="902708"/>
                </a:cubicBezTo>
                <a:cubicBezTo>
                  <a:pt x="266604" y="881115"/>
                  <a:pt x="271451" y="860183"/>
                  <a:pt x="278943" y="840353"/>
                </a:cubicBezTo>
                <a:lnTo>
                  <a:pt x="406516" y="1017942"/>
                </a:lnTo>
                <a:lnTo>
                  <a:pt x="403652" y="1022349"/>
                </a:lnTo>
                <a:close/>
                <a:moveTo>
                  <a:pt x="423922" y="994146"/>
                </a:moveTo>
                <a:lnTo>
                  <a:pt x="292824" y="811710"/>
                </a:lnTo>
                <a:cubicBezTo>
                  <a:pt x="302959" y="793863"/>
                  <a:pt x="315298" y="778439"/>
                  <a:pt x="329619" y="765660"/>
                </a:cubicBezTo>
                <a:lnTo>
                  <a:pt x="343941" y="829557"/>
                </a:lnTo>
                <a:lnTo>
                  <a:pt x="506327" y="829557"/>
                </a:lnTo>
                <a:lnTo>
                  <a:pt x="520208" y="767202"/>
                </a:lnTo>
                <a:cubicBezTo>
                  <a:pt x="533649" y="779541"/>
                  <a:pt x="545326" y="794524"/>
                  <a:pt x="555241" y="811490"/>
                </a:cubicBezTo>
                <a:lnTo>
                  <a:pt x="423922" y="994146"/>
                </a:lnTo>
                <a:close/>
                <a:moveTo>
                  <a:pt x="820083" y="1034027"/>
                </a:moveTo>
                <a:lnTo>
                  <a:pt x="448600" y="1034027"/>
                </a:lnTo>
                <a:cubicBezTo>
                  <a:pt x="448159" y="1029620"/>
                  <a:pt x="446617" y="1025654"/>
                  <a:pt x="444193" y="1022129"/>
                </a:cubicBezTo>
                <a:lnTo>
                  <a:pt x="440888" y="1017722"/>
                </a:lnTo>
                <a:lnTo>
                  <a:pt x="568682" y="840133"/>
                </a:lnTo>
                <a:cubicBezTo>
                  <a:pt x="577275" y="862827"/>
                  <a:pt x="582342" y="886844"/>
                  <a:pt x="583444" y="911962"/>
                </a:cubicBezTo>
                <a:cubicBezTo>
                  <a:pt x="568241" y="924080"/>
                  <a:pt x="559648" y="941707"/>
                  <a:pt x="559648" y="960656"/>
                </a:cubicBezTo>
                <a:cubicBezTo>
                  <a:pt x="559648" y="995248"/>
                  <a:pt x="587630" y="1023230"/>
                  <a:pt x="622223" y="1023230"/>
                </a:cubicBezTo>
                <a:cubicBezTo>
                  <a:pt x="656815" y="1023230"/>
                  <a:pt x="684798" y="995248"/>
                  <a:pt x="684798" y="960656"/>
                </a:cubicBezTo>
                <a:cubicBezTo>
                  <a:pt x="684798" y="939063"/>
                  <a:pt x="673781" y="919233"/>
                  <a:pt x="655273" y="907775"/>
                </a:cubicBezTo>
                <a:cubicBezTo>
                  <a:pt x="653069" y="859082"/>
                  <a:pt x="640070" y="812371"/>
                  <a:pt x="617376" y="772270"/>
                </a:cubicBezTo>
                <a:lnTo>
                  <a:pt x="659459" y="713882"/>
                </a:lnTo>
                <a:cubicBezTo>
                  <a:pt x="665408" y="714543"/>
                  <a:pt x="671798" y="715644"/>
                  <a:pt x="679289" y="717407"/>
                </a:cubicBezTo>
                <a:cubicBezTo>
                  <a:pt x="762355" y="735695"/>
                  <a:pt x="820083" y="805981"/>
                  <a:pt x="820083" y="888386"/>
                </a:cubicBezTo>
                <a:lnTo>
                  <a:pt x="820083" y="103402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36075" tIns="18025" rIns="36075" bIns="180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endParaRPr sz="71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" name="enf2"/>
          <p:cNvGrpSpPr>
            <a:grpSpLocks noGrp="1" noUngrp="1" noRot="1" noMove="1" noResize="1"/>
          </p:cNvGrpSpPr>
          <p:nvPr/>
        </p:nvGrpSpPr>
        <p:grpSpPr>
          <a:xfrm>
            <a:off x="2796560" y="2457130"/>
            <a:ext cx="300937" cy="390290"/>
            <a:chOff x="1912993" y="3039836"/>
            <a:chExt cx="762635" cy="989077"/>
          </a:xfrm>
        </p:grpSpPr>
        <p:sp>
          <p:nvSpPr>
            <p:cNvPr id="128" name="enf0005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91618" y="3301326"/>
              <a:ext cx="465503" cy="382521"/>
            </a:xfrm>
            <a:custGeom>
              <a:avLst/>
              <a:gdLst/>
              <a:ahLst/>
              <a:cxnLst/>
              <a:rect l="l" t="t" r="r" b="b"/>
              <a:pathLst>
                <a:path w="465503" h="382521" extrusionOk="0">
                  <a:moveTo>
                    <a:pt x="139600" y="154500"/>
                  </a:moveTo>
                  <a:cubicBezTo>
                    <a:pt x="139600" y="160449"/>
                    <a:pt x="139380" y="165957"/>
                    <a:pt x="139820" y="171466"/>
                  </a:cubicBezTo>
                  <a:cubicBezTo>
                    <a:pt x="143125" y="230956"/>
                    <a:pt x="158548" y="278989"/>
                    <a:pt x="187412" y="318649"/>
                  </a:cubicBezTo>
                  <a:cubicBezTo>
                    <a:pt x="216937" y="358970"/>
                    <a:pt x="258580" y="382325"/>
                    <a:pt x="302206" y="382325"/>
                  </a:cubicBezTo>
                  <a:cubicBezTo>
                    <a:pt x="302427" y="382325"/>
                    <a:pt x="302427" y="382325"/>
                    <a:pt x="302647" y="382325"/>
                  </a:cubicBezTo>
                  <a:cubicBezTo>
                    <a:pt x="346053" y="382325"/>
                    <a:pt x="386374" y="360292"/>
                    <a:pt x="415898" y="320191"/>
                  </a:cubicBezTo>
                  <a:cubicBezTo>
                    <a:pt x="459084" y="261582"/>
                    <a:pt x="473846" y="192838"/>
                    <a:pt x="461067" y="110433"/>
                  </a:cubicBezTo>
                  <a:cubicBezTo>
                    <a:pt x="460186" y="105366"/>
                    <a:pt x="457982" y="101179"/>
                    <a:pt x="454237" y="98535"/>
                  </a:cubicBezTo>
                  <a:cubicBezTo>
                    <a:pt x="451152" y="96332"/>
                    <a:pt x="447406" y="95451"/>
                    <a:pt x="443440" y="96112"/>
                  </a:cubicBezTo>
                  <a:cubicBezTo>
                    <a:pt x="434627" y="97654"/>
                    <a:pt x="429339" y="105366"/>
                    <a:pt x="429780" y="116382"/>
                  </a:cubicBezTo>
                  <a:cubicBezTo>
                    <a:pt x="430000" y="122111"/>
                    <a:pt x="430441" y="127840"/>
                    <a:pt x="430661" y="133568"/>
                  </a:cubicBezTo>
                  <a:cubicBezTo>
                    <a:pt x="431762" y="151636"/>
                    <a:pt x="432864" y="170364"/>
                    <a:pt x="431542" y="188872"/>
                  </a:cubicBezTo>
                  <a:cubicBezTo>
                    <a:pt x="428017" y="236244"/>
                    <a:pt x="412153" y="276785"/>
                    <a:pt x="384391" y="309174"/>
                  </a:cubicBezTo>
                  <a:cubicBezTo>
                    <a:pt x="361476" y="335835"/>
                    <a:pt x="332392" y="350597"/>
                    <a:pt x="302206" y="350597"/>
                  </a:cubicBezTo>
                  <a:cubicBezTo>
                    <a:pt x="301986" y="350597"/>
                    <a:pt x="301765" y="350597"/>
                    <a:pt x="301325" y="350597"/>
                  </a:cubicBezTo>
                  <a:cubicBezTo>
                    <a:pt x="270698" y="350377"/>
                    <a:pt x="241394" y="334953"/>
                    <a:pt x="218700" y="307412"/>
                  </a:cubicBezTo>
                  <a:cubicBezTo>
                    <a:pt x="193361" y="276565"/>
                    <a:pt x="178379" y="237786"/>
                    <a:pt x="173091" y="188652"/>
                  </a:cubicBezTo>
                  <a:cubicBezTo>
                    <a:pt x="171989" y="178076"/>
                    <a:pt x="171548" y="167059"/>
                    <a:pt x="171328" y="156703"/>
                  </a:cubicBezTo>
                  <a:cubicBezTo>
                    <a:pt x="171108" y="151856"/>
                    <a:pt x="171108" y="146789"/>
                    <a:pt x="170667" y="141941"/>
                  </a:cubicBezTo>
                  <a:lnTo>
                    <a:pt x="170447" y="139517"/>
                  </a:lnTo>
                  <a:lnTo>
                    <a:pt x="172870" y="139077"/>
                  </a:lnTo>
                  <a:cubicBezTo>
                    <a:pt x="236767" y="130484"/>
                    <a:pt x="292071" y="115060"/>
                    <a:pt x="342087" y="92145"/>
                  </a:cubicBezTo>
                  <a:cubicBezTo>
                    <a:pt x="363679" y="82231"/>
                    <a:pt x="385052" y="70553"/>
                    <a:pt x="405543" y="59316"/>
                  </a:cubicBezTo>
                  <a:cubicBezTo>
                    <a:pt x="412153" y="55791"/>
                    <a:pt x="418763" y="52045"/>
                    <a:pt x="425153" y="48519"/>
                  </a:cubicBezTo>
                  <a:cubicBezTo>
                    <a:pt x="428237" y="46757"/>
                    <a:pt x="437932" y="40587"/>
                    <a:pt x="433525" y="31333"/>
                  </a:cubicBezTo>
                  <a:cubicBezTo>
                    <a:pt x="430881" y="25825"/>
                    <a:pt x="424712" y="20537"/>
                    <a:pt x="419424" y="18995"/>
                  </a:cubicBezTo>
                  <a:cubicBezTo>
                    <a:pt x="415458" y="18113"/>
                    <a:pt x="407305" y="22740"/>
                    <a:pt x="404001" y="24723"/>
                  </a:cubicBezTo>
                  <a:cubicBezTo>
                    <a:pt x="315206" y="78485"/>
                    <a:pt x="219801" y="107569"/>
                    <a:pt x="120210" y="110874"/>
                  </a:cubicBezTo>
                  <a:cubicBezTo>
                    <a:pt x="112058" y="111094"/>
                    <a:pt x="103906" y="111094"/>
                    <a:pt x="95313" y="111094"/>
                  </a:cubicBezTo>
                  <a:cubicBezTo>
                    <a:pt x="90906" y="111094"/>
                    <a:pt x="86279" y="111094"/>
                    <a:pt x="81432" y="111094"/>
                  </a:cubicBezTo>
                  <a:lnTo>
                    <a:pt x="77906" y="111094"/>
                  </a:lnTo>
                  <a:lnTo>
                    <a:pt x="84737" y="80468"/>
                  </a:lnTo>
                  <a:cubicBezTo>
                    <a:pt x="89143" y="60858"/>
                    <a:pt x="93330" y="42350"/>
                    <a:pt x="97736" y="23842"/>
                  </a:cubicBezTo>
                  <a:cubicBezTo>
                    <a:pt x="100601" y="11724"/>
                    <a:pt x="97516" y="4012"/>
                    <a:pt x="88262" y="927"/>
                  </a:cubicBezTo>
                  <a:cubicBezTo>
                    <a:pt x="83635" y="-615"/>
                    <a:pt x="79228" y="-174"/>
                    <a:pt x="75703" y="1809"/>
                  </a:cubicBezTo>
                  <a:cubicBezTo>
                    <a:pt x="71737" y="4012"/>
                    <a:pt x="69093" y="8198"/>
                    <a:pt x="67991" y="13927"/>
                  </a:cubicBezTo>
                  <a:cubicBezTo>
                    <a:pt x="60280" y="50723"/>
                    <a:pt x="53009" y="86858"/>
                    <a:pt x="47500" y="122992"/>
                  </a:cubicBezTo>
                  <a:cubicBezTo>
                    <a:pt x="44856" y="140839"/>
                    <a:pt x="42873" y="159127"/>
                    <a:pt x="40890" y="176754"/>
                  </a:cubicBezTo>
                  <a:cubicBezTo>
                    <a:pt x="38246" y="201651"/>
                    <a:pt x="35382" y="227651"/>
                    <a:pt x="30535" y="252769"/>
                  </a:cubicBezTo>
                  <a:cubicBezTo>
                    <a:pt x="26128" y="275023"/>
                    <a:pt x="19297" y="297277"/>
                    <a:pt x="12688" y="318649"/>
                  </a:cubicBezTo>
                  <a:cubicBezTo>
                    <a:pt x="8501" y="331649"/>
                    <a:pt x="4315" y="345309"/>
                    <a:pt x="790" y="358750"/>
                  </a:cubicBezTo>
                  <a:cubicBezTo>
                    <a:pt x="-973" y="365139"/>
                    <a:pt x="349" y="373953"/>
                    <a:pt x="3434" y="378359"/>
                  </a:cubicBezTo>
                  <a:cubicBezTo>
                    <a:pt x="5637" y="381444"/>
                    <a:pt x="14450" y="383427"/>
                    <a:pt x="19518" y="382105"/>
                  </a:cubicBezTo>
                  <a:cubicBezTo>
                    <a:pt x="47721" y="374834"/>
                    <a:pt x="76364" y="366461"/>
                    <a:pt x="104126" y="358529"/>
                  </a:cubicBezTo>
                  <a:lnTo>
                    <a:pt x="129905" y="351258"/>
                  </a:lnTo>
                  <a:cubicBezTo>
                    <a:pt x="140922" y="348174"/>
                    <a:pt x="146210" y="340903"/>
                    <a:pt x="144007" y="332089"/>
                  </a:cubicBezTo>
                  <a:cubicBezTo>
                    <a:pt x="141583" y="322174"/>
                    <a:pt x="133651" y="317988"/>
                    <a:pt x="122414" y="320632"/>
                  </a:cubicBezTo>
                  <a:cubicBezTo>
                    <a:pt x="105007" y="324818"/>
                    <a:pt x="87601" y="329004"/>
                    <a:pt x="69754" y="333411"/>
                  </a:cubicBezTo>
                  <a:lnTo>
                    <a:pt x="40450" y="340682"/>
                  </a:lnTo>
                  <a:lnTo>
                    <a:pt x="41992" y="335835"/>
                  </a:lnTo>
                  <a:cubicBezTo>
                    <a:pt x="61161" y="279429"/>
                    <a:pt x="72178" y="218837"/>
                    <a:pt x="76805" y="145466"/>
                  </a:cubicBezTo>
                  <a:lnTo>
                    <a:pt x="77025" y="142822"/>
                  </a:lnTo>
                  <a:lnTo>
                    <a:pt x="139600" y="142822"/>
                  </a:lnTo>
                  <a:lnTo>
                    <a:pt x="139600" y="145466"/>
                  </a:lnTo>
                  <a:cubicBezTo>
                    <a:pt x="139600" y="148771"/>
                    <a:pt x="139600" y="151636"/>
                    <a:pt x="139600" y="1545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enf0004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56513" y="3039836"/>
              <a:ext cx="474555" cy="274829"/>
            </a:xfrm>
            <a:custGeom>
              <a:avLst/>
              <a:gdLst/>
              <a:ahLst/>
              <a:cxnLst/>
              <a:rect l="l" t="t" r="r" b="b"/>
              <a:pathLst>
                <a:path w="474555" h="274829" extrusionOk="0">
                  <a:moveTo>
                    <a:pt x="389782" y="272994"/>
                  </a:moveTo>
                  <a:cubicBezTo>
                    <a:pt x="395511" y="275197"/>
                    <a:pt x="400578" y="275417"/>
                    <a:pt x="404544" y="273434"/>
                  </a:cubicBezTo>
                  <a:cubicBezTo>
                    <a:pt x="408731" y="271451"/>
                    <a:pt x="412036" y="267485"/>
                    <a:pt x="414239" y="261536"/>
                  </a:cubicBezTo>
                  <a:lnTo>
                    <a:pt x="431866" y="213063"/>
                  </a:lnTo>
                  <a:cubicBezTo>
                    <a:pt x="443984" y="180013"/>
                    <a:pt x="455882" y="146963"/>
                    <a:pt x="468001" y="113692"/>
                  </a:cubicBezTo>
                  <a:cubicBezTo>
                    <a:pt x="478356" y="85269"/>
                    <a:pt x="478356" y="85269"/>
                    <a:pt x="453899" y="69185"/>
                  </a:cubicBezTo>
                  <a:cubicBezTo>
                    <a:pt x="384715" y="23135"/>
                    <a:pt x="312225" y="1322"/>
                    <a:pt x="225854" y="0"/>
                  </a:cubicBezTo>
                  <a:cubicBezTo>
                    <a:pt x="223210" y="220"/>
                    <a:pt x="219464" y="661"/>
                    <a:pt x="215057" y="1101"/>
                  </a:cubicBezTo>
                  <a:cubicBezTo>
                    <a:pt x="203380" y="2203"/>
                    <a:pt x="187295" y="3746"/>
                    <a:pt x="171652" y="6610"/>
                  </a:cubicBezTo>
                  <a:cubicBezTo>
                    <a:pt x="117890" y="16304"/>
                    <a:pt x="65891" y="38779"/>
                    <a:pt x="8605" y="77557"/>
                  </a:cubicBezTo>
                  <a:cubicBezTo>
                    <a:pt x="-429" y="83727"/>
                    <a:pt x="-1971" y="89455"/>
                    <a:pt x="2215" y="101133"/>
                  </a:cubicBezTo>
                  <a:cubicBezTo>
                    <a:pt x="21825" y="154674"/>
                    <a:pt x="41214" y="208215"/>
                    <a:pt x="60824" y="261756"/>
                  </a:cubicBezTo>
                  <a:cubicBezTo>
                    <a:pt x="63027" y="267926"/>
                    <a:pt x="66332" y="271892"/>
                    <a:pt x="70518" y="273655"/>
                  </a:cubicBezTo>
                  <a:cubicBezTo>
                    <a:pt x="74705" y="275417"/>
                    <a:pt x="79552" y="275197"/>
                    <a:pt x="85281" y="272994"/>
                  </a:cubicBezTo>
                  <a:cubicBezTo>
                    <a:pt x="186414" y="233774"/>
                    <a:pt x="288869" y="233774"/>
                    <a:pt x="389782" y="272994"/>
                  </a:cubicBezTo>
                  <a:close/>
                  <a:moveTo>
                    <a:pt x="89026" y="237299"/>
                  </a:moveTo>
                  <a:lnTo>
                    <a:pt x="86383" y="238181"/>
                  </a:lnTo>
                  <a:lnTo>
                    <a:pt x="74264" y="204690"/>
                  </a:lnTo>
                  <a:cubicBezTo>
                    <a:pt x="62146" y="171420"/>
                    <a:pt x="50248" y="138810"/>
                    <a:pt x="37909" y="106201"/>
                  </a:cubicBezTo>
                  <a:cubicBezTo>
                    <a:pt x="34824" y="97828"/>
                    <a:pt x="40112" y="94523"/>
                    <a:pt x="43858" y="92320"/>
                  </a:cubicBezTo>
                  <a:lnTo>
                    <a:pt x="45180" y="91438"/>
                  </a:lnTo>
                  <a:cubicBezTo>
                    <a:pt x="160415" y="18728"/>
                    <a:pt x="279395" y="12559"/>
                    <a:pt x="399036" y="73151"/>
                  </a:cubicBezTo>
                  <a:cubicBezTo>
                    <a:pt x="411375" y="79541"/>
                    <a:pt x="423053" y="86811"/>
                    <a:pt x="431866" y="92540"/>
                  </a:cubicBezTo>
                  <a:cubicBezTo>
                    <a:pt x="434951" y="94523"/>
                    <a:pt x="438696" y="100692"/>
                    <a:pt x="437374" y="104438"/>
                  </a:cubicBezTo>
                  <a:cubicBezTo>
                    <a:pt x="424595" y="140132"/>
                    <a:pt x="411155" y="176707"/>
                    <a:pt x="398155" y="211961"/>
                  </a:cubicBezTo>
                  <a:lnTo>
                    <a:pt x="388681" y="237740"/>
                  </a:lnTo>
                  <a:lnTo>
                    <a:pt x="386037" y="236859"/>
                  </a:lnTo>
                  <a:cubicBezTo>
                    <a:pt x="286005" y="203368"/>
                    <a:pt x="188838" y="203368"/>
                    <a:pt x="89026" y="2372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enf000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12993" y="3688671"/>
              <a:ext cx="372735" cy="340022"/>
            </a:xfrm>
            <a:custGeom>
              <a:avLst/>
              <a:gdLst/>
              <a:ahLst/>
              <a:cxnLst/>
              <a:rect l="l" t="t" r="r" b="b"/>
              <a:pathLst>
                <a:path w="372735" h="340022" extrusionOk="0">
                  <a:moveTo>
                    <a:pt x="294239" y="117265"/>
                  </a:moveTo>
                  <a:cubicBezTo>
                    <a:pt x="309883" y="149874"/>
                    <a:pt x="325747" y="182484"/>
                    <a:pt x="341611" y="215093"/>
                  </a:cubicBezTo>
                  <a:cubicBezTo>
                    <a:pt x="344476" y="220822"/>
                    <a:pt x="348221" y="224788"/>
                    <a:pt x="352628" y="226110"/>
                  </a:cubicBezTo>
                  <a:cubicBezTo>
                    <a:pt x="356153" y="227211"/>
                    <a:pt x="360119" y="226991"/>
                    <a:pt x="364085" y="225008"/>
                  </a:cubicBezTo>
                  <a:cubicBezTo>
                    <a:pt x="372458" y="220822"/>
                    <a:pt x="375102" y="211788"/>
                    <a:pt x="370475" y="202093"/>
                  </a:cubicBezTo>
                  <a:cubicBezTo>
                    <a:pt x="343154" y="145027"/>
                    <a:pt x="310765" y="77605"/>
                    <a:pt x="277935" y="9742"/>
                  </a:cubicBezTo>
                  <a:cubicBezTo>
                    <a:pt x="275291" y="4013"/>
                    <a:pt x="270664" y="488"/>
                    <a:pt x="265376" y="47"/>
                  </a:cubicBezTo>
                  <a:cubicBezTo>
                    <a:pt x="259867" y="-393"/>
                    <a:pt x="254139" y="2250"/>
                    <a:pt x="249952" y="7759"/>
                  </a:cubicBezTo>
                  <a:cubicBezTo>
                    <a:pt x="244885" y="14369"/>
                    <a:pt x="241580" y="19657"/>
                    <a:pt x="238715" y="24504"/>
                  </a:cubicBezTo>
                  <a:cubicBezTo>
                    <a:pt x="233868" y="33538"/>
                    <a:pt x="226156" y="35741"/>
                    <a:pt x="219326" y="36843"/>
                  </a:cubicBezTo>
                  <a:cubicBezTo>
                    <a:pt x="202360" y="39707"/>
                    <a:pt x="184954" y="42792"/>
                    <a:pt x="168429" y="45877"/>
                  </a:cubicBezTo>
                  <a:lnTo>
                    <a:pt x="152785" y="48741"/>
                  </a:lnTo>
                  <a:cubicBezTo>
                    <a:pt x="104091" y="57775"/>
                    <a:pt x="67736" y="78927"/>
                    <a:pt x="41517" y="113960"/>
                  </a:cubicBezTo>
                  <a:cubicBezTo>
                    <a:pt x="21466" y="140841"/>
                    <a:pt x="10670" y="171246"/>
                    <a:pt x="8466" y="207382"/>
                  </a:cubicBezTo>
                  <a:cubicBezTo>
                    <a:pt x="7145" y="227211"/>
                    <a:pt x="5602" y="247262"/>
                    <a:pt x="4060" y="266651"/>
                  </a:cubicBezTo>
                  <a:cubicBezTo>
                    <a:pt x="2738" y="284278"/>
                    <a:pt x="1195" y="302125"/>
                    <a:pt x="94" y="319752"/>
                  </a:cubicBezTo>
                  <a:cubicBezTo>
                    <a:pt x="-347" y="327243"/>
                    <a:pt x="755" y="332311"/>
                    <a:pt x="3619" y="335395"/>
                  </a:cubicBezTo>
                  <a:cubicBezTo>
                    <a:pt x="6484" y="338480"/>
                    <a:pt x="11551" y="340022"/>
                    <a:pt x="19483" y="340022"/>
                  </a:cubicBezTo>
                  <a:cubicBezTo>
                    <a:pt x="31822" y="340022"/>
                    <a:pt x="43940" y="340022"/>
                    <a:pt x="56279" y="340022"/>
                  </a:cubicBezTo>
                  <a:lnTo>
                    <a:pt x="74787" y="340022"/>
                  </a:lnTo>
                  <a:cubicBezTo>
                    <a:pt x="75448" y="340022"/>
                    <a:pt x="76109" y="340022"/>
                    <a:pt x="76550" y="340022"/>
                  </a:cubicBezTo>
                  <a:cubicBezTo>
                    <a:pt x="85363" y="340022"/>
                    <a:pt x="94176" y="340022"/>
                    <a:pt x="103210" y="340022"/>
                  </a:cubicBezTo>
                  <a:cubicBezTo>
                    <a:pt x="110922" y="340022"/>
                    <a:pt x="118633" y="340022"/>
                    <a:pt x="126345" y="339802"/>
                  </a:cubicBezTo>
                  <a:cubicBezTo>
                    <a:pt x="135379" y="339582"/>
                    <a:pt x="141548" y="333192"/>
                    <a:pt x="141548" y="324158"/>
                  </a:cubicBezTo>
                  <a:cubicBezTo>
                    <a:pt x="141548" y="315125"/>
                    <a:pt x="135379" y="309176"/>
                    <a:pt x="125904" y="308735"/>
                  </a:cubicBezTo>
                  <a:cubicBezTo>
                    <a:pt x="119735" y="308515"/>
                    <a:pt x="113566" y="308515"/>
                    <a:pt x="107396" y="308515"/>
                  </a:cubicBezTo>
                  <a:lnTo>
                    <a:pt x="32483" y="308515"/>
                  </a:lnTo>
                  <a:lnTo>
                    <a:pt x="32703" y="305650"/>
                  </a:lnTo>
                  <a:cubicBezTo>
                    <a:pt x="32924" y="300583"/>
                    <a:pt x="33364" y="295515"/>
                    <a:pt x="33584" y="290888"/>
                  </a:cubicBezTo>
                  <a:cubicBezTo>
                    <a:pt x="34245" y="280532"/>
                    <a:pt x="34686" y="270617"/>
                    <a:pt x="35568" y="260702"/>
                  </a:cubicBezTo>
                  <a:cubicBezTo>
                    <a:pt x="36229" y="254312"/>
                    <a:pt x="36669" y="248143"/>
                    <a:pt x="37330" y="241754"/>
                  </a:cubicBezTo>
                  <a:cubicBezTo>
                    <a:pt x="38872" y="222364"/>
                    <a:pt x="40635" y="202314"/>
                    <a:pt x="44161" y="182924"/>
                  </a:cubicBezTo>
                  <a:cubicBezTo>
                    <a:pt x="49449" y="153620"/>
                    <a:pt x="65753" y="128281"/>
                    <a:pt x="92414" y="107570"/>
                  </a:cubicBezTo>
                  <a:cubicBezTo>
                    <a:pt x="117532" y="87960"/>
                    <a:pt x="146836" y="82452"/>
                    <a:pt x="177903" y="76503"/>
                  </a:cubicBezTo>
                  <a:cubicBezTo>
                    <a:pt x="185395" y="74961"/>
                    <a:pt x="192886" y="73639"/>
                    <a:pt x="200598" y="71876"/>
                  </a:cubicBezTo>
                  <a:lnTo>
                    <a:pt x="207428" y="70334"/>
                  </a:lnTo>
                  <a:lnTo>
                    <a:pt x="199055" y="82452"/>
                  </a:lnTo>
                  <a:cubicBezTo>
                    <a:pt x="190242" y="95231"/>
                    <a:pt x="182530" y="106248"/>
                    <a:pt x="174819" y="117485"/>
                  </a:cubicBezTo>
                  <a:cubicBezTo>
                    <a:pt x="171073" y="122994"/>
                    <a:pt x="169751" y="129603"/>
                    <a:pt x="171734" y="135112"/>
                  </a:cubicBezTo>
                  <a:cubicBezTo>
                    <a:pt x="173276" y="139519"/>
                    <a:pt x="176801" y="142824"/>
                    <a:pt x="181649" y="144146"/>
                  </a:cubicBezTo>
                  <a:cubicBezTo>
                    <a:pt x="197954" y="148773"/>
                    <a:pt x="216021" y="153179"/>
                    <a:pt x="238275" y="158027"/>
                  </a:cubicBezTo>
                  <a:cubicBezTo>
                    <a:pt x="247969" y="160230"/>
                    <a:pt x="256342" y="155603"/>
                    <a:pt x="258545" y="147010"/>
                  </a:cubicBezTo>
                  <a:cubicBezTo>
                    <a:pt x="260749" y="137756"/>
                    <a:pt x="255681" y="130265"/>
                    <a:pt x="245105" y="127180"/>
                  </a:cubicBezTo>
                  <a:cubicBezTo>
                    <a:pt x="238936" y="125417"/>
                    <a:pt x="232766" y="123875"/>
                    <a:pt x="226377" y="122112"/>
                  </a:cubicBezTo>
                  <a:lnTo>
                    <a:pt x="212716" y="118587"/>
                  </a:lnTo>
                  <a:lnTo>
                    <a:pt x="260528" y="48741"/>
                  </a:lnTo>
                  <a:lnTo>
                    <a:pt x="264715" y="56233"/>
                  </a:lnTo>
                  <a:cubicBezTo>
                    <a:pt x="266037" y="58436"/>
                    <a:pt x="266918" y="60198"/>
                    <a:pt x="267799" y="62181"/>
                  </a:cubicBezTo>
                  <a:lnTo>
                    <a:pt x="294239" y="1172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enf00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02871" y="3688708"/>
              <a:ext cx="372757" cy="340205"/>
            </a:xfrm>
            <a:custGeom>
              <a:avLst/>
              <a:gdLst/>
              <a:ahLst/>
              <a:cxnLst/>
              <a:rect l="l" t="t" r="r" b="b"/>
              <a:pathLst>
                <a:path w="372757" h="340205" extrusionOk="0">
                  <a:moveTo>
                    <a:pt x="255354" y="340206"/>
                  </a:moveTo>
                  <a:lnTo>
                    <a:pt x="349657" y="340206"/>
                  </a:lnTo>
                  <a:cubicBezTo>
                    <a:pt x="360673" y="340206"/>
                    <a:pt x="366402" y="338884"/>
                    <a:pt x="369266" y="335579"/>
                  </a:cubicBezTo>
                  <a:cubicBezTo>
                    <a:pt x="372131" y="332494"/>
                    <a:pt x="373232" y="326766"/>
                    <a:pt x="372571" y="316850"/>
                  </a:cubicBezTo>
                  <a:cubicBezTo>
                    <a:pt x="371249" y="298563"/>
                    <a:pt x="369927" y="280275"/>
                    <a:pt x="368385" y="261987"/>
                  </a:cubicBezTo>
                  <a:cubicBezTo>
                    <a:pt x="366843" y="242818"/>
                    <a:pt x="365080" y="222988"/>
                    <a:pt x="363758" y="203378"/>
                  </a:cubicBezTo>
                  <a:cubicBezTo>
                    <a:pt x="359351" y="135736"/>
                    <a:pt x="314624" y="77347"/>
                    <a:pt x="252710" y="58179"/>
                  </a:cubicBezTo>
                  <a:cubicBezTo>
                    <a:pt x="225388" y="49806"/>
                    <a:pt x="198728" y="43857"/>
                    <a:pt x="173830" y="40772"/>
                  </a:cubicBezTo>
                  <a:cubicBezTo>
                    <a:pt x="154661" y="38348"/>
                    <a:pt x="135051" y="32840"/>
                    <a:pt x="122713" y="8824"/>
                  </a:cubicBezTo>
                  <a:cubicBezTo>
                    <a:pt x="119848" y="3095"/>
                    <a:pt x="115001" y="-210"/>
                    <a:pt x="109272" y="10"/>
                  </a:cubicBezTo>
                  <a:cubicBezTo>
                    <a:pt x="103103" y="10"/>
                    <a:pt x="97154" y="4197"/>
                    <a:pt x="94069" y="11027"/>
                  </a:cubicBezTo>
                  <a:cubicBezTo>
                    <a:pt x="63663" y="74043"/>
                    <a:pt x="33257" y="137278"/>
                    <a:pt x="3071" y="200294"/>
                  </a:cubicBezTo>
                  <a:cubicBezTo>
                    <a:pt x="-2437" y="211751"/>
                    <a:pt x="-454" y="220785"/>
                    <a:pt x="8359" y="225192"/>
                  </a:cubicBezTo>
                  <a:cubicBezTo>
                    <a:pt x="12325" y="227175"/>
                    <a:pt x="16071" y="227615"/>
                    <a:pt x="19596" y="226293"/>
                  </a:cubicBezTo>
                  <a:cubicBezTo>
                    <a:pt x="24224" y="224751"/>
                    <a:pt x="28630" y="220124"/>
                    <a:pt x="31935" y="213293"/>
                  </a:cubicBezTo>
                  <a:cubicBezTo>
                    <a:pt x="37223" y="202277"/>
                    <a:pt x="42511" y="191260"/>
                    <a:pt x="47799" y="180243"/>
                  </a:cubicBezTo>
                  <a:cubicBezTo>
                    <a:pt x="51985" y="171650"/>
                    <a:pt x="56172" y="162837"/>
                    <a:pt x="60138" y="154244"/>
                  </a:cubicBezTo>
                  <a:cubicBezTo>
                    <a:pt x="73578" y="126482"/>
                    <a:pt x="87019" y="98940"/>
                    <a:pt x="100679" y="70297"/>
                  </a:cubicBezTo>
                  <a:lnTo>
                    <a:pt x="111255" y="48264"/>
                  </a:lnTo>
                  <a:lnTo>
                    <a:pt x="159508" y="118550"/>
                  </a:lnTo>
                  <a:lnTo>
                    <a:pt x="145187" y="122296"/>
                  </a:lnTo>
                  <a:cubicBezTo>
                    <a:pt x="139678" y="123838"/>
                    <a:pt x="134390" y="125160"/>
                    <a:pt x="129323" y="126482"/>
                  </a:cubicBezTo>
                  <a:cubicBezTo>
                    <a:pt x="120509" y="128905"/>
                    <a:pt x="110815" y="134414"/>
                    <a:pt x="113679" y="146753"/>
                  </a:cubicBezTo>
                  <a:cubicBezTo>
                    <a:pt x="114560" y="150719"/>
                    <a:pt x="116764" y="153803"/>
                    <a:pt x="119848" y="155566"/>
                  </a:cubicBezTo>
                  <a:cubicBezTo>
                    <a:pt x="124035" y="158210"/>
                    <a:pt x="129984" y="158651"/>
                    <a:pt x="137034" y="156888"/>
                  </a:cubicBezTo>
                  <a:cubicBezTo>
                    <a:pt x="146288" y="154684"/>
                    <a:pt x="155542" y="152261"/>
                    <a:pt x="164796" y="149837"/>
                  </a:cubicBezTo>
                  <a:cubicBezTo>
                    <a:pt x="171847" y="148075"/>
                    <a:pt x="178898" y="146312"/>
                    <a:pt x="185948" y="144549"/>
                  </a:cubicBezTo>
                  <a:cubicBezTo>
                    <a:pt x="193881" y="142566"/>
                    <a:pt x="199168" y="139041"/>
                    <a:pt x="200931" y="133973"/>
                  </a:cubicBezTo>
                  <a:cubicBezTo>
                    <a:pt x="202694" y="129126"/>
                    <a:pt x="201372" y="122957"/>
                    <a:pt x="196525" y="116126"/>
                  </a:cubicBezTo>
                  <a:cubicBezTo>
                    <a:pt x="190796" y="107974"/>
                    <a:pt x="185288" y="99822"/>
                    <a:pt x="179118" y="91008"/>
                  </a:cubicBezTo>
                  <a:lnTo>
                    <a:pt x="164796" y="70076"/>
                  </a:lnTo>
                  <a:lnTo>
                    <a:pt x="171627" y="71398"/>
                  </a:lnTo>
                  <a:cubicBezTo>
                    <a:pt x="177576" y="72721"/>
                    <a:pt x="183304" y="73822"/>
                    <a:pt x="188813" y="74924"/>
                  </a:cubicBezTo>
                  <a:cubicBezTo>
                    <a:pt x="201152" y="77347"/>
                    <a:pt x="212388" y="79771"/>
                    <a:pt x="223626" y="82195"/>
                  </a:cubicBezTo>
                  <a:cubicBezTo>
                    <a:pt x="279370" y="94974"/>
                    <a:pt x="314624" y="128685"/>
                    <a:pt x="328284" y="182447"/>
                  </a:cubicBezTo>
                  <a:cubicBezTo>
                    <a:pt x="331149" y="193684"/>
                    <a:pt x="332030" y="205582"/>
                    <a:pt x="333132" y="217039"/>
                  </a:cubicBezTo>
                  <a:lnTo>
                    <a:pt x="333572" y="221446"/>
                  </a:lnTo>
                  <a:cubicBezTo>
                    <a:pt x="335335" y="241056"/>
                    <a:pt x="336657" y="260445"/>
                    <a:pt x="338199" y="280275"/>
                  </a:cubicBezTo>
                  <a:lnTo>
                    <a:pt x="340182" y="306495"/>
                  </a:lnTo>
                  <a:lnTo>
                    <a:pt x="337979" y="307156"/>
                  </a:lnTo>
                  <a:cubicBezTo>
                    <a:pt x="336877" y="307376"/>
                    <a:pt x="335996" y="307596"/>
                    <a:pt x="335555" y="307817"/>
                  </a:cubicBezTo>
                  <a:cubicBezTo>
                    <a:pt x="334453" y="308037"/>
                    <a:pt x="333792" y="308257"/>
                    <a:pt x="333132" y="308257"/>
                  </a:cubicBezTo>
                  <a:lnTo>
                    <a:pt x="254913" y="308478"/>
                  </a:lnTo>
                  <a:cubicBezTo>
                    <a:pt x="235524" y="308478"/>
                    <a:pt x="231337" y="314647"/>
                    <a:pt x="231337" y="323901"/>
                  </a:cubicBezTo>
                  <a:cubicBezTo>
                    <a:pt x="231337" y="328528"/>
                    <a:pt x="232439" y="332053"/>
                    <a:pt x="234863" y="334477"/>
                  </a:cubicBezTo>
                  <a:cubicBezTo>
                    <a:pt x="238168" y="338443"/>
                    <a:pt x="244998" y="340206"/>
                    <a:pt x="255354" y="34020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enf00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451585" y="3301315"/>
              <a:ext cx="146189" cy="383160"/>
            </a:xfrm>
            <a:custGeom>
              <a:avLst/>
              <a:gdLst/>
              <a:ahLst/>
              <a:cxnLst/>
              <a:rect l="l" t="t" r="r" b="b"/>
              <a:pathLst>
                <a:path w="146189" h="383160" extrusionOk="0">
                  <a:moveTo>
                    <a:pt x="439" y="332100"/>
                  </a:moveTo>
                  <a:cubicBezTo>
                    <a:pt x="-1544" y="340252"/>
                    <a:pt x="3303" y="347303"/>
                    <a:pt x="12777" y="350388"/>
                  </a:cubicBezTo>
                  <a:cubicBezTo>
                    <a:pt x="14099" y="350828"/>
                    <a:pt x="15642" y="351269"/>
                    <a:pt x="16964" y="351489"/>
                  </a:cubicBezTo>
                  <a:cubicBezTo>
                    <a:pt x="18065" y="351710"/>
                    <a:pt x="19167" y="352150"/>
                    <a:pt x="20489" y="352371"/>
                  </a:cubicBezTo>
                  <a:cubicBezTo>
                    <a:pt x="29302" y="355015"/>
                    <a:pt x="38336" y="357438"/>
                    <a:pt x="47149" y="359862"/>
                  </a:cubicBezTo>
                  <a:cubicBezTo>
                    <a:pt x="71386" y="366692"/>
                    <a:pt x="96284" y="373743"/>
                    <a:pt x="120741" y="381235"/>
                  </a:cubicBezTo>
                  <a:cubicBezTo>
                    <a:pt x="129995" y="383878"/>
                    <a:pt x="136385" y="384539"/>
                    <a:pt x="142113" y="378370"/>
                  </a:cubicBezTo>
                  <a:cubicBezTo>
                    <a:pt x="146961" y="373303"/>
                    <a:pt x="147401" y="367133"/>
                    <a:pt x="143876" y="357659"/>
                  </a:cubicBezTo>
                  <a:cubicBezTo>
                    <a:pt x="119860" y="295965"/>
                    <a:pt x="105318" y="227001"/>
                    <a:pt x="99589" y="146579"/>
                  </a:cubicBezTo>
                  <a:cubicBezTo>
                    <a:pt x="96504" y="103614"/>
                    <a:pt x="91657" y="57784"/>
                    <a:pt x="77115" y="14158"/>
                  </a:cubicBezTo>
                  <a:cubicBezTo>
                    <a:pt x="74912" y="7548"/>
                    <a:pt x="69183" y="-3248"/>
                    <a:pt x="56624" y="938"/>
                  </a:cubicBezTo>
                  <a:lnTo>
                    <a:pt x="56624" y="938"/>
                  </a:lnTo>
                  <a:cubicBezTo>
                    <a:pt x="46929" y="4023"/>
                    <a:pt x="43624" y="12175"/>
                    <a:pt x="47149" y="23412"/>
                  </a:cubicBezTo>
                  <a:cubicBezTo>
                    <a:pt x="59488" y="62191"/>
                    <a:pt x="63454" y="102953"/>
                    <a:pt x="67641" y="142172"/>
                  </a:cubicBezTo>
                  <a:lnTo>
                    <a:pt x="68963" y="156053"/>
                  </a:lnTo>
                  <a:cubicBezTo>
                    <a:pt x="72047" y="186019"/>
                    <a:pt x="76234" y="221493"/>
                    <a:pt x="82403" y="256966"/>
                  </a:cubicBezTo>
                  <a:cubicBezTo>
                    <a:pt x="85488" y="275034"/>
                    <a:pt x="90115" y="292440"/>
                    <a:pt x="94962" y="310948"/>
                  </a:cubicBezTo>
                  <a:cubicBezTo>
                    <a:pt x="97165" y="319100"/>
                    <a:pt x="99148" y="327253"/>
                    <a:pt x="101352" y="335625"/>
                  </a:cubicBezTo>
                  <a:lnTo>
                    <a:pt x="102453" y="340032"/>
                  </a:lnTo>
                  <a:lnTo>
                    <a:pt x="76895" y="333642"/>
                  </a:lnTo>
                  <a:cubicBezTo>
                    <a:pt x="58166" y="329015"/>
                    <a:pt x="39658" y="324388"/>
                    <a:pt x="21150" y="319982"/>
                  </a:cubicBezTo>
                  <a:cubicBezTo>
                    <a:pt x="19388" y="319541"/>
                    <a:pt x="17845" y="319321"/>
                    <a:pt x="16303" y="319321"/>
                  </a:cubicBezTo>
                  <a:cubicBezTo>
                    <a:pt x="13218" y="319321"/>
                    <a:pt x="10354" y="320202"/>
                    <a:pt x="7930" y="321524"/>
                  </a:cubicBezTo>
                  <a:cubicBezTo>
                    <a:pt x="3964" y="323948"/>
                    <a:pt x="1540" y="327473"/>
                    <a:pt x="439" y="3321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per000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99181" y="2457504"/>
            <a:ext cx="388725" cy="389541"/>
          </a:xfrm>
          <a:custGeom>
            <a:avLst/>
            <a:gdLst/>
            <a:ahLst/>
            <a:cxnLst/>
            <a:rect l="l" t="t" r="r" b="b"/>
            <a:pathLst>
              <a:path w="1079792" h="1082059" extrusionOk="0">
                <a:moveTo>
                  <a:pt x="1079636" y="512717"/>
                </a:moveTo>
                <a:cubicBezTo>
                  <a:pt x="1082280" y="447058"/>
                  <a:pt x="1051433" y="386025"/>
                  <a:pt x="996129" y="346585"/>
                </a:cubicBezTo>
                <a:cubicBezTo>
                  <a:pt x="1013095" y="323670"/>
                  <a:pt x="1023010" y="293925"/>
                  <a:pt x="1023010" y="264180"/>
                </a:cubicBezTo>
                <a:cubicBezTo>
                  <a:pt x="1023010" y="188606"/>
                  <a:pt x="960435" y="127353"/>
                  <a:pt x="883538" y="127353"/>
                </a:cubicBezTo>
                <a:cubicBezTo>
                  <a:pt x="808184" y="127353"/>
                  <a:pt x="746932" y="188826"/>
                  <a:pt x="746932" y="264180"/>
                </a:cubicBezTo>
                <a:cubicBezTo>
                  <a:pt x="746932" y="293705"/>
                  <a:pt x="756626" y="323230"/>
                  <a:pt x="773372" y="346144"/>
                </a:cubicBezTo>
                <a:cubicBezTo>
                  <a:pt x="763016" y="352975"/>
                  <a:pt x="753762" y="360025"/>
                  <a:pt x="745610" y="367297"/>
                </a:cubicBezTo>
                <a:cubicBezTo>
                  <a:pt x="736796" y="351873"/>
                  <a:pt x="724237" y="334467"/>
                  <a:pt x="707051" y="314637"/>
                </a:cubicBezTo>
                <a:lnTo>
                  <a:pt x="696475" y="302078"/>
                </a:lnTo>
                <a:lnTo>
                  <a:pt x="685459" y="314196"/>
                </a:lnTo>
                <a:cubicBezTo>
                  <a:pt x="659239" y="343060"/>
                  <a:pt x="622002" y="360686"/>
                  <a:pt x="575292" y="366415"/>
                </a:cubicBezTo>
                <a:lnTo>
                  <a:pt x="562512" y="367958"/>
                </a:lnTo>
                <a:lnTo>
                  <a:pt x="562512" y="537395"/>
                </a:lnTo>
                <a:cubicBezTo>
                  <a:pt x="562512" y="550394"/>
                  <a:pt x="549072" y="553699"/>
                  <a:pt x="542021" y="553699"/>
                </a:cubicBezTo>
                <a:cubicBezTo>
                  <a:pt x="537614" y="553699"/>
                  <a:pt x="523293" y="552597"/>
                  <a:pt x="523293" y="537395"/>
                </a:cubicBezTo>
                <a:lnTo>
                  <a:pt x="523293" y="367958"/>
                </a:lnTo>
                <a:lnTo>
                  <a:pt x="510513" y="366415"/>
                </a:lnTo>
                <a:cubicBezTo>
                  <a:pt x="471514" y="361568"/>
                  <a:pt x="430973" y="342178"/>
                  <a:pt x="399245" y="313094"/>
                </a:cubicBezTo>
                <a:lnTo>
                  <a:pt x="389550" y="304281"/>
                </a:lnTo>
                <a:lnTo>
                  <a:pt x="379855" y="312874"/>
                </a:lnTo>
                <a:cubicBezTo>
                  <a:pt x="361568" y="328958"/>
                  <a:pt x="348568" y="347907"/>
                  <a:pt x="337772" y="367076"/>
                </a:cubicBezTo>
                <a:cubicBezTo>
                  <a:pt x="329840" y="359364"/>
                  <a:pt x="321247" y="352314"/>
                  <a:pt x="311993" y="345924"/>
                </a:cubicBezTo>
                <a:cubicBezTo>
                  <a:pt x="328958" y="323009"/>
                  <a:pt x="338653" y="293485"/>
                  <a:pt x="338653" y="263960"/>
                </a:cubicBezTo>
                <a:cubicBezTo>
                  <a:pt x="338653" y="188385"/>
                  <a:pt x="276078" y="127132"/>
                  <a:pt x="199182" y="127132"/>
                </a:cubicBezTo>
                <a:cubicBezTo>
                  <a:pt x="123828" y="127132"/>
                  <a:pt x="62575" y="188606"/>
                  <a:pt x="62575" y="263960"/>
                </a:cubicBezTo>
                <a:cubicBezTo>
                  <a:pt x="62575" y="293485"/>
                  <a:pt x="72269" y="323009"/>
                  <a:pt x="89015" y="345924"/>
                </a:cubicBezTo>
                <a:cubicBezTo>
                  <a:pt x="34372" y="382940"/>
                  <a:pt x="0" y="446176"/>
                  <a:pt x="0" y="511836"/>
                </a:cubicBezTo>
                <a:lnTo>
                  <a:pt x="0" y="662764"/>
                </a:lnTo>
                <a:cubicBezTo>
                  <a:pt x="0" y="705509"/>
                  <a:pt x="24677" y="744728"/>
                  <a:pt x="62355" y="763457"/>
                </a:cubicBezTo>
                <a:lnTo>
                  <a:pt x="62355" y="913504"/>
                </a:lnTo>
                <a:cubicBezTo>
                  <a:pt x="62355" y="969689"/>
                  <a:pt x="111489" y="1019044"/>
                  <a:pt x="167674" y="1019044"/>
                </a:cubicBezTo>
                <a:lnTo>
                  <a:pt x="227384" y="1019044"/>
                </a:lnTo>
                <a:cubicBezTo>
                  <a:pt x="285993" y="1019044"/>
                  <a:pt x="335568" y="970570"/>
                  <a:pt x="335568" y="913504"/>
                </a:cubicBezTo>
                <a:lnTo>
                  <a:pt x="335568" y="762796"/>
                </a:lnTo>
                <a:cubicBezTo>
                  <a:pt x="341517" y="759270"/>
                  <a:pt x="347467" y="755304"/>
                  <a:pt x="353856" y="749796"/>
                </a:cubicBezTo>
                <a:cubicBezTo>
                  <a:pt x="355178" y="750897"/>
                  <a:pt x="356280" y="751779"/>
                  <a:pt x="357822" y="753101"/>
                </a:cubicBezTo>
                <a:cubicBezTo>
                  <a:pt x="361127" y="755965"/>
                  <a:pt x="364653" y="758830"/>
                  <a:pt x="369059" y="762135"/>
                </a:cubicBezTo>
                <a:lnTo>
                  <a:pt x="369059" y="973435"/>
                </a:lnTo>
                <a:cubicBezTo>
                  <a:pt x="369059" y="1031162"/>
                  <a:pt x="419515" y="1082060"/>
                  <a:pt x="477243" y="1082060"/>
                </a:cubicBezTo>
                <a:lnTo>
                  <a:pt x="602172" y="1082060"/>
                </a:lnTo>
                <a:cubicBezTo>
                  <a:pt x="659900" y="1082060"/>
                  <a:pt x="710356" y="1031383"/>
                  <a:pt x="710356" y="973435"/>
                </a:cubicBezTo>
                <a:lnTo>
                  <a:pt x="710356" y="763016"/>
                </a:lnTo>
                <a:cubicBezTo>
                  <a:pt x="716966" y="759491"/>
                  <a:pt x="723796" y="755525"/>
                  <a:pt x="730627" y="750017"/>
                </a:cubicBezTo>
                <a:cubicBezTo>
                  <a:pt x="730847" y="750017"/>
                  <a:pt x="730847" y="750236"/>
                  <a:pt x="731068" y="750236"/>
                </a:cubicBezTo>
                <a:cubicBezTo>
                  <a:pt x="735474" y="753762"/>
                  <a:pt x="740542" y="757728"/>
                  <a:pt x="746711" y="761914"/>
                </a:cubicBezTo>
                <a:lnTo>
                  <a:pt x="746711" y="913284"/>
                </a:lnTo>
                <a:cubicBezTo>
                  <a:pt x="746711" y="969469"/>
                  <a:pt x="795846" y="1018823"/>
                  <a:pt x="852031" y="1018823"/>
                </a:cubicBezTo>
                <a:lnTo>
                  <a:pt x="914385" y="1018823"/>
                </a:lnTo>
                <a:cubicBezTo>
                  <a:pt x="970571" y="1018823"/>
                  <a:pt x="1019705" y="969469"/>
                  <a:pt x="1019705" y="913284"/>
                </a:cubicBezTo>
                <a:lnTo>
                  <a:pt x="1019705" y="763457"/>
                </a:lnTo>
                <a:cubicBezTo>
                  <a:pt x="1056721" y="745169"/>
                  <a:pt x="1079415" y="707492"/>
                  <a:pt x="1079415" y="662764"/>
                </a:cubicBezTo>
                <a:lnTo>
                  <a:pt x="1079636" y="512717"/>
                </a:lnTo>
                <a:close/>
                <a:moveTo>
                  <a:pt x="1050552" y="663205"/>
                </a:moveTo>
                <a:cubicBezTo>
                  <a:pt x="1050552" y="699560"/>
                  <a:pt x="1031823" y="728644"/>
                  <a:pt x="1000315" y="740762"/>
                </a:cubicBezTo>
                <a:lnTo>
                  <a:pt x="991062" y="744288"/>
                </a:lnTo>
                <a:lnTo>
                  <a:pt x="991062" y="913724"/>
                </a:lnTo>
                <a:cubicBezTo>
                  <a:pt x="991062" y="953825"/>
                  <a:pt x="954707" y="990401"/>
                  <a:pt x="914826" y="990401"/>
                </a:cubicBezTo>
                <a:lnTo>
                  <a:pt x="852472" y="990401"/>
                </a:lnTo>
                <a:cubicBezTo>
                  <a:pt x="812591" y="990401"/>
                  <a:pt x="776236" y="953825"/>
                  <a:pt x="776236" y="913724"/>
                </a:cubicBezTo>
                <a:lnTo>
                  <a:pt x="776236" y="746051"/>
                </a:lnTo>
                <a:lnTo>
                  <a:pt x="769186" y="741864"/>
                </a:lnTo>
                <a:cubicBezTo>
                  <a:pt x="761253" y="737237"/>
                  <a:pt x="755525" y="732389"/>
                  <a:pt x="749796" y="727983"/>
                </a:cubicBezTo>
                <a:cubicBezTo>
                  <a:pt x="745830" y="724898"/>
                  <a:pt x="742084" y="721814"/>
                  <a:pt x="738559" y="719610"/>
                </a:cubicBezTo>
                <a:lnTo>
                  <a:pt x="728644" y="713001"/>
                </a:lnTo>
                <a:lnTo>
                  <a:pt x="720271" y="721373"/>
                </a:lnTo>
                <a:cubicBezTo>
                  <a:pt x="710577" y="731068"/>
                  <a:pt x="701102" y="735915"/>
                  <a:pt x="690085" y="741423"/>
                </a:cubicBezTo>
                <a:lnTo>
                  <a:pt x="682153" y="745389"/>
                </a:lnTo>
                <a:lnTo>
                  <a:pt x="682153" y="973655"/>
                </a:lnTo>
                <a:cubicBezTo>
                  <a:pt x="682153" y="1015298"/>
                  <a:pt x="644476" y="1053196"/>
                  <a:pt x="603054" y="1053196"/>
                </a:cubicBezTo>
                <a:lnTo>
                  <a:pt x="478124" y="1053196"/>
                </a:lnTo>
                <a:cubicBezTo>
                  <a:pt x="436701" y="1053196"/>
                  <a:pt x="399025" y="1015298"/>
                  <a:pt x="399025" y="973655"/>
                </a:cubicBezTo>
                <a:lnTo>
                  <a:pt x="399025" y="746051"/>
                </a:lnTo>
                <a:lnTo>
                  <a:pt x="391974" y="741864"/>
                </a:lnTo>
                <a:cubicBezTo>
                  <a:pt x="386025" y="738339"/>
                  <a:pt x="381839" y="734813"/>
                  <a:pt x="377432" y="731068"/>
                </a:cubicBezTo>
                <a:cubicBezTo>
                  <a:pt x="372364" y="726661"/>
                  <a:pt x="367076" y="722254"/>
                  <a:pt x="359585" y="718509"/>
                </a:cubicBezTo>
                <a:lnTo>
                  <a:pt x="350110" y="713882"/>
                </a:lnTo>
                <a:lnTo>
                  <a:pt x="342619" y="721373"/>
                </a:lnTo>
                <a:cubicBezTo>
                  <a:pt x="332043" y="731949"/>
                  <a:pt x="324772" y="736576"/>
                  <a:pt x="315077" y="741423"/>
                </a:cubicBezTo>
                <a:lnTo>
                  <a:pt x="307145" y="745389"/>
                </a:lnTo>
                <a:lnTo>
                  <a:pt x="307145" y="913724"/>
                </a:lnTo>
                <a:cubicBezTo>
                  <a:pt x="307145" y="954486"/>
                  <a:pt x="270129" y="990401"/>
                  <a:pt x="228045" y="990401"/>
                </a:cubicBezTo>
                <a:lnTo>
                  <a:pt x="168335" y="990401"/>
                </a:lnTo>
                <a:cubicBezTo>
                  <a:pt x="128455" y="990401"/>
                  <a:pt x="92099" y="953825"/>
                  <a:pt x="92099" y="913724"/>
                </a:cubicBezTo>
                <a:lnTo>
                  <a:pt x="92099" y="744288"/>
                </a:lnTo>
                <a:lnTo>
                  <a:pt x="82845" y="740762"/>
                </a:lnTo>
                <a:cubicBezTo>
                  <a:pt x="51558" y="728864"/>
                  <a:pt x="29745" y="696916"/>
                  <a:pt x="29745" y="663205"/>
                </a:cubicBezTo>
                <a:lnTo>
                  <a:pt x="29745" y="512276"/>
                </a:lnTo>
                <a:cubicBezTo>
                  <a:pt x="29745" y="451244"/>
                  <a:pt x="64778" y="392635"/>
                  <a:pt x="118760" y="362669"/>
                </a:cubicBezTo>
                <a:lnTo>
                  <a:pt x="135726" y="353416"/>
                </a:lnTo>
                <a:lnTo>
                  <a:pt x="122065" y="339755"/>
                </a:lnTo>
                <a:cubicBezTo>
                  <a:pt x="103337" y="321027"/>
                  <a:pt x="92320" y="293044"/>
                  <a:pt x="92320" y="264621"/>
                </a:cubicBezTo>
                <a:cubicBezTo>
                  <a:pt x="92320" y="206233"/>
                  <a:pt x="141675" y="156658"/>
                  <a:pt x="199843" y="156658"/>
                </a:cubicBezTo>
                <a:cubicBezTo>
                  <a:pt x="260655" y="156658"/>
                  <a:pt x="310230" y="205131"/>
                  <a:pt x="310230" y="264621"/>
                </a:cubicBezTo>
                <a:cubicBezTo>
                  <a:pt x="310230" y="293044"/>
                  <a:pt x="298993" y="321027"/>
                  <a:pt x="280485" y="339755"/>
                </a:cubicBezTo>
                <a:lnTo>
                  <a:pt x="267045" y="353195"/>
                </a:lnTo>
                <a:lnTo>
                  <a:pt x="283570" y="362669"/>
                </a:lnTo>
                <a:cubicBezTo>
                  <a:pt x="301857" y="373025"/>
                  <a:pt x="317721" y="386466"/>
                  <a:pt x="330721" y="402109"/>
                </a:cubicBezTo>
                <a:lnTo>
                  <a:pt x="345043" y="419295"/>
                </a:lnTo>
                <a:lnTo>
                  <a:pt x="354958" y="399465"/>
                </a:lnTo>
                <a:cubicBezTo>
                  <a:pt x="364432" y="380296"/>
                  <a:pt x="375449" y="360686"/>
                  <a:pt x="390872" y="344382"/>
                </a:cubicBezTo>
                <a:cubicBezTo>
                  <a:pt x="421719" y="369500"/>
                  <a:pt x="458515" y="386906"/>
                  <a:pt x="495090" y="393957"/>
                </a:cubicBezTo>
                <a:lnTo>
                  <a:pt x="495090" y="538275"/>
                </a:lnTo>
                <a:cubicBezTo>
                  <a:pt x="495090" y="568021"/>
                  <a:pt x="519106" y="583664"/>
                  <a:pt x="542682" y="583664"/>
                </a:cubicBezTo>
                <a:cubicBezTo>
                  <a:pt x="566699" y="583664"/>
                  <a:pt x="592257" y="567800"/>
                  <a:pt x="592257" y="538275"/>
                </a:cubicBezTo>
                <a:lnTo>
                  <a:pt x="592257" y="394178"/>
                </a:lnTo>
                <a:cubicBezTo>
                  <a:pt x="633901" y="386906"/>
                  <a:pt x="668713" y="370822"/>
                  <a:pt x="695814" y="346144"/>
                </a:cubicBezTo>
                <a:cubicBezTo>
                  <a:pt x="712560" y="367076"/>
                  <a:pt x="723356" y="384042"/>
                  <a:pt x="728644" y="397923"/>
                </a:cubicBezTo>
                <a:lnTo>
                  <a:pt x="737457" y="421499"/>
                </a:lnTo>
                <a:lnTo>
                  <a:pt x="753542" y="402109"/>
                </a:lnTo>
                <a:cubicBezTo>
                  <a:pt x="764999" y="388449"/>
                  <a:pt x="781744" y="375229"/>
                  <a:pt x="803558" y="362669"/>
                </a:cubicBezTo>
                <a:lnTo>
                  <a:pt x="820083" y="353195"/>
                </a:lnTo>
                <a:lnTo>
                  <a:pt x="806642" y="339755"/>
                </a:lnTo>
                <a:cubicBezTo>
                  <a:pt x="787914" y="321027"/>
                  <a:pt x="776897" y="293044"/>
                  <a:pt x="776897" y="264621"/>
                </a:cubicBezTo>
                <a:cubicBezTo>
                  <a:pt x="776897" y="206233"/>
                  <a:pt x="826031" y="156658"/>
                  <a:pt x="884420" y="156658"/>
                </a:cubicBezTo>
                <a:cubicBezTo>
                  <a:pt x="945232" y="156658"/>
                  <a:pt x="994807" y="205131"/>
                  <a:pt x="994807" y="264621"/>
                </a:cubicBezTo>
                <a:cubicBezTo>
                  <a:pt x="994807" y="293044"/>
                  <a:pt x="983570" y="321027"/>
                  <a:pt x="965062" y="339755"/>
                </a:cubicBezTo>
                <a:lnTo>
                  <a:pt x="952062" y="352975"/>
                </a:lnTo>
                <a:lnTo>
                  <a:pt x="967926" y="362449"/>
                </a:lnTo>
                <a:cubicBezTo>
                  <a:pt x="1022790" y="395500"/>
                  <a:pt x="1054297" y="451244"/>
                  <a:pt x="1051653" y="512276"/>
                </a:cubicBezTo>
                <a:lnTo>
                  <a:pt x="1051653" y="663205"/>
                </a:lnTo>
                <a:close/>
                <a:moveTo>
                  <a:pt x="533208" y="332043"/>
                </a:moveTo>
                <a:cubicBezTo>
                  <a:pt x="624867" y="332043"/>
                  <a:pt x="699339" y="258231"/>
                  <a:pt x="699339" y="167454"/>
                </a:cubicBezTo>
                <a:cubicBezTo>
                  <a:pt x="699339" y="75134"/>
                  <a:pt x="624867" y="0"/>
                  <a:pt x="533208" y="0"/>
                </a:cubicBezTo>
                <a:cubicBezTo>
                  <a:pt x="441549" y="0"/>
                  <a:pt x="367076" y="75134"/>
                  <a:pt x="367076" y="167454"/>
                </a:cubicBezTo>
                <a:cubicBezTo>
                  <a:pt x="367296" y="256469"/>
                  <a:pt x="443312" y="332043"/>
                  <a:pt x="533208" y="332043"/>
                </a:cubicBezTo>
                <a:close/>
                <a:moveTo>
                  <a:pt x="533208" y="28864"/>
                </a:moveTo>
                <a:cubicBezTo>
                  <a:pt x="608783" y="28864"/>
                  <a:pt x="670256" y="90998"/>
                  <a:pt x="670256" y="167454"/>
                </a:cubicBezTo>
                <a:cubicBezTo>
                  <a:pt x="670256" y="242147"/>
                  <a:pt x="608783" y="302959"/>
                  <a:pt x="533208" y="302959"/>
                </a:cubicBezTo>
                <a:cubicBezTo>
                  <a:pt x="458955" y="302959"/>
                  <a:pt x="396160" y="240825"/>
                  <a:pt x="396160" y="167454"/>
                </a:cubicBezTo>
                <a:cubicBezTo>
                  <a:pt x="396160" y="92320"/>
                  <a:pt x="458955" y="28864"/>
                  <a:pt x="533208" y="2886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Productividad">
            <a:extLst>
              <a:ext uri="{FF2B5EF4-FFF2-40B4-BE49-F238E27FC236}">
                <a16:creationId xmlns:a16="http://schemas.microsoft.com/office/drawing/2014/main" id="{8DCCAE25-8870-E672-C40F-9EEAF295A9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443" y="5635558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216000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  <a:buSzPts val="1600"/>
            </a:pPr>
            <a:r>
              <a:rPr lang="es-ES" sz="1500" b="1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Productividad</a:t>
            </a:r>
            <a:endParaRPr sz="1500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" name="TXT_NOMBRE_UNIDAD">
            <a:extLst>
              <a:ext uri="{FF2B5EF4-FFF2-40B4-BE49-F238E27FC236}">
                <a16:creationId xmlns:a16="http://schemas.microsoft.com/office/drawing/2014/main" id="{33E5E0C7-6811-AF27-F630-A1F3A6BEA4CE}"/>
              </a:ext>
            </a:extLst>
          </p:cNvPr>
          <p:cNvSpPr txBox="1"/>
          <p:nvPr/>
        </p:nvSpPr>
        <p:spPr>
          <a:xfrm>
            <a:off x="0" y="5789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"/>
              </a:defRPr>
            </a:pPr>
            <a:r>
              <a:rPr lang="es-419" dirty="0"/>
              <a:t>HES 1 CMN DEL BAJÍO</a:t>
            </a:r>
          </a:p>
        </p:txBody>
      </p:sp>
      <p:sp>
        <p:nvSpPr>
          <p:cNvPr id="4" name="TXT_ESTADO">
            <a:extLst>
              <a:ext uri="{FF2B5EF4-FFF2-40B4-BE49-F238E27FC236}">
                <a16:creationId xmlns:a16="http://schemas.microsoft.com/office/drawing/2014/main" id="{6CAFE8D9-6E72-3188-8E53-87131194DE40}"/>
              </a:ext>
            </a:extLst>
          </p:cNvPr>
          <p:cNvSpPr txBox="1"/>
          <p:nvPr/>
        </p:nvSpPr>
        <p:spPr>
          <a:xfrm>
            <a:off x="0" y="9153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lang="es-419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GUANAJUATO</a:t>
            </a:r>
          </a:p>
        </p:txBody>
      </p:sp>
      <p:graphicFrame>
        <p:nvGraphicFramePr>
          <p:cNvPr id="11" name="TABLA_PRODUCTIVIDAD_AÑOS">
            <a:extLst>
              <a:ext uri="{FF2B5EF4-FFF2-40B4-BE49-F238E27FC236}">
                <a16:creationId xmlns:a16="http://schemas.microsoft.com/office/drawing/2014/main" id="{A656EA5D-DFF6-1CDC-C16D-47F49A6BF3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3954367"/>
              </p:ext>
            </p:extLst>
          </p:nvPr>
        </p:nvGraphicFramePr>
        <p:xfrm>
          <a:off x="14400" y="7693200"/>
          <a:ext cx="4816799" cy="11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3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endParaRPr/>
                    </a:p>
                  </a:txBody>
                  <a:tcPr marL="14400" marR="14400" marT="14400" marB="14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2025</a:t>
                      </a:r>
                    </a:p>
                  </a:txBody>
                  <a:tcPr marL="14400" marR="14400" marT="14400" marB="14400"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Aumento</a:t>
                      </a:r>
                      <a:br/>
                      <a:r>
                        <a:t>2025 vs 2024</a:t>
                      </a:r>
                    </a:p>
                  </a:txBody>
                  <a:tcPr marL="14400" marR="14400" marT="14400" marB="14400"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2026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dirty="0"/>
                        <a:t>Meta</a:t>
                      </a:r>
                      <a:br>
                        <a:rPr dirty="0"/>
                      </a:br>
                      <a:r>
                        <a:rPr dirty="0"/>
                        <a:t>2026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% avance</a:t>
                      </a:r>
                      <a:br/>
                      <a:r>
                        <a:t>anual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Consulta</a:t>
                      </a:r>
                      <a:br/>
                      <a:r>
                        <a:t>Especialidad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163,141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37,380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90,162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289,080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31%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Cirugía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7,775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4,200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6,845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18,975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36%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otal productividad">
            <a:extLst>
              <a:ext uri="{FF2B5EF4-FFF2-40B4-BE49-F238E27FC236}">
                <a16:creationId xmlns:a16="http://schemas.microsoft.com/office/drawing/2014/main" id="{7B641A79-3EFF-07AB-6E05-4A107375AD3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12127" y="5777346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</a:t>
            </a:r>
          </a:p>
        </p:txBody>
      </p:sp>
      <p:sp>
        <p:nvSpPr>
          <p:cNvPr id="7" name="TXT_DIA_TIPICO_TOTAL">
            <a:extLst>
              <a:ext uri="{FF2B5EF4-FFF2-40B4-BE49-F238E27FC236}">
                <a16:creationId xmlns:a16="http://schemas.microsoft.com/office/drawing/2014/main" id="{16AF340C-3FEB-6DD8-8A62-F1EFC53F60A1}"/>
              </a:ext>
            </a:extLst>
          </p:cNvPr>
          <p:cNvSpPr/>
          <p:nvPr/>
        </p:nvSpPr>
        <p:spPr>
          <a:xfrm>
            <a:off x="3544929" y="3149677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1,054</a:t>
            </a:r>
          </a:p>
        </p:txBody>
      </p:sp>
      <p:sp>
        <p:nvSpPr>
          <p:cNvPr id="8" name="total atenciones dia tipico">
            <a:extLst>
              <a:ext uri="{FF2B5EF4-FFF2-40B4-BE49-F238E27FC236}">
                <a16:creationId xmlns:a16="http://schemas.microsoft.com/office/drawing/2014/main" id="{976E528D-0334-9836-615C-B31720F957A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34068" y="3446319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atenciones</a:t>
            </a:r>
          </a:p>
        </p:txBody>
      </p:sp>
      <p:sp>
        <p:nvSpPr>
          <p:cNvPr id="9" name="TXT_PERSONAL_TOTAL">
            <a:extLst>
              <a:ext uri="{FF2B5EF4-FFF2-40B4-BE49-F238E27FC236}">
                <a16:creationId xmlns:a16="http://schemas.microsoft.com/office/drawing/2014/main" id="{7010DE2E-A1ED-CAC2-41A6-0C01BF013EB7}"/>
              </a:ext>
            </a:extLst>
          </p:cNvPr>
          <p:cNvSpPr/>
          <p:nvPr/>
        </p:nvSpPr>
        <p:spPr>
          <a:xfrm>
            <a:off x="3544929" y="1629140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2,090</a:t>
            </a:r>
          </a:p>
        </p:txBody>
      </p:sp>
      <p:sp>
        <p:nvSpPr>
          <p:cNvPr id="10" name="total personal">
            <a:extLst>
              <a:ext uri="{FF2B5EF4-FFF2-40B4-BE49-F238E27FC236}">
                <a16:creationId xmlns:a16="http://schemas.microsoft.com/office/drawing/2014/main" id="{8F59168D-B493-8F90-95C2-D4DE0DA91CC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42147" y="1925782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</a:t>
            </a:r>
          </a:p>
        </p:txBody>
      </p:sp>
      <p:sp>
        <p:nvSpPr>
          <p:cNvPr id="14" name="TXT_DATE_PROD">
            <a:extLst>
              <a:ext uri="{FF2B5EF4-FFF2-40B4-BE49-F238E27FC236}">
                <a16:creationId xmlns:a16="http://schemas.microsoft.com/office/drawing/2014/main" id="{CA4B6794-644B-0A92-FF91-CCE4F129DA3B}"/>
              </a:ext>
            </a:extLst>
          </p:cNvPr>
          <p:cNvSpPr txBox="1"/>
          <p:nvPr/>
        </p:nvSpPr>
        <p:spPr>
          <a:xfrm>
            <a:off x="1516721" y="5695120"/>
            <a:ext cx="2023872" cy="161159"/>
          </a:xfrm>
          <a:prstGeom prst="rect">
            <a:avLst/>
          </a:prstGeom>
          <a:noFill/>
        </p:spPr>
        <p:txBody>
          <a:bodyPr wrap="square" lIns="3600" tIns="3600" rIns="3600" bIns="3600">
            <a:spAutoFit/>
          </a:bodyPr>
          <a:lstStyle/>
          <a:p>
            <a:pPr algn="ctr"/>
            <a:r>
              <a:rPr lang="en-US" sz="1000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semana 21, 17 de Mayo 2026</a:t>
            </a:r>
          </a:p>
        </p:txBody>
      </p:sp>
      <p:sp>
        <p:nvSpPr>
          <p:cNvPr id="5" name="FOTO_1">
            <a:extLst>
              <a:ext uri="{FF2B5EF4-FFF2-40B4-BE49-F238E27FC236}">
                <a16:creationId xmlns:a16="http://schemas.microsoft.com/office/drawing/2014/main" id="{7FFFA809-32EF-9EC3-522C-4FF5905A95DF}"/>
              </a:ext>
            </a:extLst>
          </p:cNvPr>
          <p:cNvSpPr/>
          <p:nvPr/>
        </p:nvSpPr>
        <p:spPr>
          <a:xfrm>
            <a:off x="4853913" y="338510"/>
            <a:ext cx="2571751" cy="19159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X" dirty="0"/>
              <a:t>FOTO 1</a:t>
            </a:r>
          </a:p>
        </p:txBody>
      </p:sp>
      <p:sp>
        <p:nvSpPr>
          <p:cNvPr id="12" name="FOTO_2">
            <a:extLst>
              <a:ext uri="{FF2B5EF4-FFF2-40B4-BE49-F238E27FC236}">
                <a16:creationId xmlns:a16="http://schemas.microsoft.com/office/drawing/2014/main" id="{26A098A1-1CAD-8CAE-34C1-3EE5B5C500EB}"/>
              </a:ext>
            </a:extLst>
          </p:cNvPr>
          <p:cNvSpPr/>
          <p:nvPr/>
        </p:nvSpPr>
        <p:spPr>
          <a:xfrm>
            <a:off x="4853913" y="2586555"/>
            <a:ext cx="2571751" cy="19159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X" dirty="0"/>
              <a:t>FOTO 2</a:t>
            </a:r>
          </a:p>
        </p:txBody>
      </p:sp>
      <p:sp>
        <p:nvSpPr>
          <p:cNvPr id="13" name="FOTO_3">
            <a:extLst>
              <a:ext uri="{FF2B5EF4-FFF2-40B4-BE49-F238E27FC236}">
                <a16:creationId xmlns:a16="http://schemas.microsoft.com/office/drawing/2014/main" id="{EE722C2C-2EF0-19C3-8F87-A84570D86C77}"/>
              </a:ext>
            </a:extLst>
          </p:cNvPr>
          <p:cNvSpPr/>
          <p:nvPr/>
        </p:nvSpPr>
        <p:spPr>
          <a:xfrm>
            <a:off x="4853913" y="4834600"/>
            <a:ext cx="2571751" cy="19159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X" dirty="0"/>
              <a:t>FOTO 3</a:t>
            </a:r>
          </a:p>
        </p:txBody>
      </p:sp>
      <p:sp>
        <p:nvSpPr>
          <p:cNvPr id="15" name="FOTO_4">
            <a:extLst>
              <a:ext uri="{FF2B5EF4-FFF2-40B4-BE49-F238E27FC236}">
                <a16:creationId xmlns:a16="http://schemas.microsoft.com/office/drawing/2014/main" id="{F003C12A-C700-1DA4-5E7F-00B95F99A260}"/>
              </a:ext>
            </a:extLst>
          </p:cNvPr>
          <p:cNvSpPr/>
          <p:nvPr/>
        </p:nvSpPr>
        <p:spPr>
          <a:xfrm>
            <a:off x="4853913" y="7082644"/>
            <a:ext cx="2571751" cy="19159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X" dirty="0"/>
              <a:t>FOTO 4</a:t>
            </a:r>
          </a:p>
        </p:txBody>
      </p:sp>
      <p:sp>
        <p:nvSpPr>
          <p:cNvPr id="16" name="TXT_TOTAL_MED">
            <a:extLst>
              <a:ext uri="{FF2B5EF4-FFF2-40B4-BE49-F238E27FC236}">
                <a16:creationId xmlns:a16="http://schemas.microsoft.com/office/drawing/2014/main" id="{3FDB16D1-F5D3-5D2D-4A97-FF17BA3C3CA8}"/>
              </a:ext>
            </a:extLst>
          </p:cNvPr>
          <p:cNvSpPr txBox="1"/>
          <p:nvPr/>
        </p:nvSpPr>
        <p:spPr>
          <a:xfrm>
            <a:off x="179614" y="2321030"/>
            <a:ext cx="1028700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375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6AC0BB-4FE6-2E65-06AB-507074EDBAD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6572" y="2710541"/>
            <a:ext cx="75111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médicos</a:t>
            </a:r>
            <a:endParaRPr lang="en-MX" sz="9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7129AF-8007-DD59-F087-A910B23105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12476" y="2710541"/>
            <a:ext cx="9851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enfermeras</a:t>
            </a:r>
            <a:endParaRPr lang="en-MX" sz="11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557C9B-1C84-F595-970B-529046EC529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00399" y="2753072"/>
            <a:ext cx="1186548" cy="145770"/>
          </a:xfrm>
          <a:prstGeom prst="rect">
            <a:avLst/>
          </a:prstGeom>
          <a:noFill/>
        </p:spPr>
        <p:txBody>
          <a:bodyPr wrap="square" lIns="3600" tIns="3600" rIns="3600" bIns="3600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Otras</a:t>
            </a:r>
            <a:r>
              <a:rPr lang="en-US" sz="9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categorías</a:t>
            </a:r>
            <a:endParaRPr lang="en-MX" sz="9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1" name="TXT_TOTAL_ENF">
            <a:extLst>
              <a:ext uri="{FF2B5EF4-FFF2-40B4-BE49-F238E27FC236}">
                <a16:creationId xmlns:a16="http://schemas.microsoft.com/office/drawing/2014/main" id="{98A3898A-D98C-169E-D54A-664FEFFBC095}"/>
              </a:ext>
            </a:extLst>
          </p:cNvPr>
          <p:cNvSpPr txBox="1"/>
          <p:nvPr/>
        </p:nvSpPr>
        <p:spPr>
          <a:xfrm>
            <a:off x="1768928" y="2321030"/>
            <a:ext cx="1028700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571</a:t>
            </a:r>
          </a:p>
        </p:txBody>
      </p:sp>
      <p:sp>
        <p:nvSpPr>
          <p:cNvPr id="22" name="TXT_TOTAL_OTROS">
            <a:extLst>
              <a:ext uri="{FF2B5EF4-FFF2-40B4-BE49-F238E27FC236}">
                <a16:creationId xmlns:a16="http://schemas.microsoft.com/office/drawing/2014/main" id="{4D2BC763-95D8-907D-CD29-DAF835CDAB59}"/>
              </a:ext>
            </a:extLst>
          </p:cNvPr>
          <p:cNvSpPr txBox="1"/>
          <p:nvPr/>
        </p:nvSpPr>
        <p:spPr>
          <a:xfrm>
            <a:off x="3184071" y="2321030"/>
            <a:ext cx="1289957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1,144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12776</TotalTime>
  <Words>112</Words>
  <Application>Microsoft Macintosh PowerPoint</Application>
  <PresentationFormat>Custom</PresentationFormat>
  <Paragraphs>69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Noto Sans</vt:lpstr>
      <vt:lpstr>Montserrat</vt:lpstr>
      <vt:lpstr>Noto Sans Black</vt:lpstr>
      <vt:lpstr>Arial</vt:lpstr>
      <vt:lpstr>Calibri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Rosaura Matilde Nieto Juarez</dc:creator>
  <cp:lastModifiedBy>Carlos Esponda Rosales</cp:lastModifiedBy>
  <cp:revision>113</cp:revision>
  <dcterms:created xsi:type="dcterms:W3CDTF">2024-11-12T16:06:45Z</dcterms:created>
  <dcterms:modified xsi:type="dcterms:W3CDTF">2026-05-25T19:41:31Z</dcterms:modified>
</cp:coreProperties>
</file>