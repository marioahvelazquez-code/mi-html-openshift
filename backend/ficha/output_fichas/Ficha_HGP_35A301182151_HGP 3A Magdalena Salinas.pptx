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HGP 3A MAGDALENA SALINAS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81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(1945)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284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80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Clínica de displasia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Oncología Ginecológica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Cirugía Pediátrica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Medicina Materno Fetal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especialidades</a:t>
            </a:r>
          </a:p>
        </p:txBody>
      </p:sp>
      <p:pic>
        <p:nvPicPr>
          <p:cNvPr id="89" name="Picture 88" descr="foto_fachada_35A3011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615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49,216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6,531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3,274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2,193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61,214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HGP 3A MAGDALENA SALINAS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133,359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17,788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49,216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111,690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44%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9,148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270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3,274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10,350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892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1,617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519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731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