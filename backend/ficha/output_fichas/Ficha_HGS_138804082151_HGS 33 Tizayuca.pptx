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 33 TIZAYUCA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HIDALGO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26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(2000)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106,340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64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41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23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Psicología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Anestesiología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especialidades</a:t>
            </a:r>
          </a:p>
        </p:txBody>
      </p:sp>
      <p:pic>
        <p:nvPicPr>
          <p:cNvPr id="89" name="Picture 88" descr="foto_fachada_13880408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9,612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942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657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277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11,488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 33 TIZAYUCA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HIDALGO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20,462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1,088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9,612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23,360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41%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1,427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285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657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2,349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28%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124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253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24, 07 de Junio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87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116</a:t>
            </a:r>
          </a:p>
        </p:txBody>
      </p:sp>
      <p:pic>
        <p:nvPicPr>
          <p:cNvPr id="134" name="Picture 133" descr="foto_1_13880408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13880408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3880408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13880408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