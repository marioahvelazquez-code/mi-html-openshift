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HGSMF 16 OMEALCA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VERACRUZ DE IGNACIO DE LA LLAVE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62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(1964)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4,148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6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Gineco Obstetricia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Ginecología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especialidades</a:t>
            </a:r>
          </a:p>
        </p:txBody>
      </p:sp>
      <p:pic>
        <p:nvPicPr>
          <p:cNvPr id="89" name="Picture 88" descr="foto_fachada_32080105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124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1,556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517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488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138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800" u="none" strike="noStrike" cap="none" dirty="0">
                          <a:solidFill>
                            <a:srgbClr val="BC96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11,725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14,424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HGSMF 16 OMEALCA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VERACRUZ DE IGNACIO DE LA LLAVE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1,074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1,733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1,556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5,840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27%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194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857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488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1,566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31%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156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99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32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45</a:t>
            </a:r>
          </a:p>
        </p:txBody>
      </p:sp>
      <p:pic>
        <p:nvPicPr>
          <p:cNvPr id="134" name="Picture 133" descr="foto_fachada_32080105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32080105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32080105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32080105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