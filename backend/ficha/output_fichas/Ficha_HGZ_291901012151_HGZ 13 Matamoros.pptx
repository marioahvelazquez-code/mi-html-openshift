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13 MATAMOROS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TAMAULIPAS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50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(1976)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335,910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231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161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70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18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Mastógrafo digital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Medicina Física y Rehabilitación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Psiquiatría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Oncología Quirúrgica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Dermatología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Pediatría Médica</a:t>
            </a:r>
          </a:p>
        </p:txBody>
      </p:sp>
      <p:sp>
        <p:nvSpPr>
          <p:cNvPr id="4" name="FOTO_FACHADA">
            <a:extLst>
              <a:ext uri="{FF2B5EF4-FFF2-40B4-BE49-F238E27FC236}">
                <a16:creationId xmlns:a16="http://schemas.microsoft.com/office/drawing/2014/main" id="{BC5E7C12-E434-99A7-D983-D08E99CFECC5}"/>
              </a:ext>
            </a:extLst>
          </p:cNvPr>
          <p:cNvSpPr/>
          <p:nvPr/>
        </p:nvSpPr>
        <p:spPr>
          <a:xfrm>
            <a:off x="0" y="1567543"/>
            <a:ext cx="4816929" cy="280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MX" dirty="0"/>
              <a:t>achada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22 especialidades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462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22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37,401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2,838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2,190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917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43,346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HGZ 13 MATAMOROS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TAMAULIPAS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58,623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50,761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37,401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111,690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33%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4,272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1,055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2,190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6,795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32%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583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1,025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5" name="FOTO_1">
            <a:extLst>
              <a:ext uri="{FF2B5EF4-FFF2-40B4-BE49-F238E27FC236}">
                <a16:creationId xmlns:a16="http://schemas.microsoft.com/office/drawing/2014/main" id="{7FFFA809-32EF-9EC3-522C-4FF5905A95DF}"/>
              </a:ext>
            </a:extLst>
          </p:cNvPr>
          <p:cNvSpPr/>
          <p:nvPr/>
        </p:nvSpPr>
        <p:spPr>
          <a:xfrm>
            <a:off x="4853913" y="33851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1</a:t>
            </a:r>
          </a:p>
        </p:txBody>
      </p:sp>
      <p:sp>
        <p:nvSpPr>
          <p:cNvPr id="12" name="FOTO_2">
            <a:extLst>
              <a:ext uri="{FF2B5EF4-FFF2-40B4-BE49-F238E27FC236}">
                <a16:creationId xmlns:a16="http://schemas.microsoft.com/office/drawing/2014/main" id="{26A098A1-1CAD-8CAE-34C1-3EE5B5C500EB}"/>
              </a:ext>
            </a:extLst>
          </p:cNvPr>
          <p:cNvSpPr/>
          <p:nvPr/>
        </p:nvSpPr>
        <p:spPr>
          <a:xfrm>
            <a:off x="4853913" y="2586555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2</a:t>
            </a:r>
          </a:p>
        </p:txBody>
      </p:sp>
      <p:sp>
        <p:nvSpPr>
          <p:cNvPr id="13" name="FOTO_3">
            <a:extLst>
              <a:ext uri="{FF2B5EF4-FFF2-40B4-BE49-F238E27FC236}">
                <a16:creationId xmlns:a16="http://schemas.microsoft.com/office/drawing/2014/main" id="{EE722C2C-2EF0-19C3-8F87-A84570D86C77}"/>
              </a:ext>
            </a:extLst>
          </p:cNvPr>
          <p:cNvSpPr/>
          <p:nvPr/>
        </p:nvSpPr>
        <p:spPr>
          <a:xfrm>
            <a:off x="4853913" y="4834600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3</a:t>
            </a:r>
          </a:p>
        </p:txBody>
      </p:sp>
      <p:sp>
        <p:nvSpPr>
          <p:cNvPr id="15" name="FOTO_4">
            <a:extLst>
              <a:ext uri="{FF2B5EF4-FFF2-40B4-BE49-F238E27FC236}">
                <a16:creationId xmlns:a16="http://schemas.microsoft.com/office/drawing/2014/main" id="{F003C12A-C700-1DA4-5E7F-00B95F99A260}"/>
              </a:ext>
            </a:extLst>
          </p:cNvPr>
          <p:cNvSpPr/>
          <p:nvPr/>
        </p:nvSpPr>
        <p:spPr>
          <a:xfrm>
            <a:off x="4853913" y="7082644"/>
            <a:ext cx="2571751" cy="19159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X" dirty="0"/>
              <a:t>FOTO 4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386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