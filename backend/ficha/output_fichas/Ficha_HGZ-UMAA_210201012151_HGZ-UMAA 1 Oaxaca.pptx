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HGZ-UMAA 1 OAXACA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OAXACA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74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(1952)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387,915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265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179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86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Oncología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Anestesiología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Cirugía General</a:t>
            </a:r>
          </a:p>
        </p:txBody>
      </p:sp>
      <p:sp>
        <p:nvSpPr>
          <p:cNvPr id="4" name="FOTO_FACHADA">
            <a:extLst>
              <a:ext uri="{FF2B5EF4-FFF2-40B4-BE49-F238E27FC236}">
                <a16:creationId xmlns:a16="http://schemas.microsoft.com/office/drawing/2014/main" id="{BC5E7C12-E434-99A7-D983-D08E99CFECC5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35 especialidades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820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117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56,911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4,221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2,720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1,582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65,434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HGZ-UMAA 1 OAXACA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OAXACA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148,420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48,507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56,911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197,100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29%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7,839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258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2,720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8,990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1,020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1,534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494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713</a:t>
            </a:r>
          </a:p>
        </p:txBody>
      </p:sp>
      <p:pic>
        <p:nvPicPr>
          <p:cNvPr id="134" name="Picture 133" descr="foto_1_21020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21020101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21020101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21020101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