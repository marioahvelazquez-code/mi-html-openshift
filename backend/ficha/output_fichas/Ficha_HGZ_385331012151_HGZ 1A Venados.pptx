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1A VENADOS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53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(1973)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615,927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350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243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107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Geriatría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Oncología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Otorrinolaringología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Dermatología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Urología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33 especialidades</a:t>
            </a:r>
          </a:p>
        </p:txBody>
      </p:sp>
      <p:pic>
        <p:nvPicPr>
          <p:cNvPr id="89" name="Picture 88" descr="foto_fachada_385331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878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158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82,335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5,831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3,348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1,319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92,833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1A VENADOS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159,847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74,071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82,335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236,520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35%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7,712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506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3,348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8,784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38%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1,093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1,792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337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666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