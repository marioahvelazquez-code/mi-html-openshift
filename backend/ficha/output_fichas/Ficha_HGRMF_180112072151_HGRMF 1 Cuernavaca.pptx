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HGRMF 1 CUERNAVACA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MORELOS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46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(1980)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465,181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486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368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118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63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Oncología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Neurología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Cardiología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Ginecología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39 especialidades</a:t>
            </a:r>
          </a:p>
        </p:txBody>
      </p:sp>
      <p:pic>
        <p:nvPicPr>
          <p:cNvPr id="89" name="Picture 88" descr="foto_fachada_18011207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1,137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280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1,302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93,354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10,266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6,211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2,798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strike="noStrike" cap="none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104,971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600" u="none" strike="noStrike" cap="none" dirty="0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217,600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HGRMF 1 CUERNAVACA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MORELOS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236,940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33,901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93,354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315,360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30%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15,329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2,732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6,211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18,615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33%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2,838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2,463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527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727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1,209</a:t>
            </a:r>
          </a:p>
        </p:txBody>
      </p:sp>
      <p:pic>
        <p:nvPicPr>
          <p:cNvPr id="134" name="Picture 133" descr="foto_1_18011207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18011207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18011207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18011207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