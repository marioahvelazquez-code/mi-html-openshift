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530724.0</c:v>
                </c:pt>
                <c:pt idx="1">
                  <c:v>171928.0</c:v>
                </c:pt>
                <c:pt idx="2">
                  <c:v>756398.0</c:v>
                </c:pt>
                <c:pt idx="3">
                  <c:v>5465.0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39</c:v>
                </c:pt>
                <c:pt idx="2">
                  <c:v>38</c:v>
                </c:pt>
                <c:pt idx="3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Industrias Extractivas</c:v>
                </c:pt>
                <c:pt idx="2">
                  <c:v>Ind Eléctrica y Captación y Suministro de Agua Potable</c:v>
                </c:pt>
                <c:pt idx="3">
                  <c:v>Transportes y Comunicaciones</c:v>
                </c:pt>
                <c:pt idx="4">
                  <c:v>Servicios Sociales y Comunales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Industria de la Construcción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60243</c:v>
                </c:pt>
                <c:pt idx="1">
                  <c:v>201</c:v>
                </c:pt>
                <c:pt idx="2">
                  <c:v>596</c:v>
                </c:pt>
                <c:pt idx="3">
                  <c:v>3545</c:v>
                </c:pt>
                <c:pt idx="4">
                  <c:v>12750</c:v>
                </c:pt>
                <c:pt idx="5">
                  <c:v>21122</c:v>
                </c:pt>
                <c:pt idx="6">
                  <c:v>13540</c:v>
                </c:pt>
                <c:pt idx="7">
                  <c:v>5045</c:v>
                </c:pt>
                <c:pt idx="8">
                  <c:v>1245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Industrias Extractivas</c:v>
                </c:pt>
                <c:pt idx="2">
                  <c:v>Ind Eléctrica y Captación y Suministro de Agua Potable</c:v>
                </c:pt>
                <c:pt idx="3">
                  <c:v>Transportes y Comunicaciones</c:v>
                </c:pt>
                <c:pt idx="4">
                  <c:v>Servicios Sociales y Comunales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Industria de la Construcción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55337</c:v>
                </c:pt>
                <c:pt idx="1">
                  <c:v>192</c:v>
                </c:pt>
                <c:pt idx="2">
                  <c:v>586</c:v>
                </c:pt>
                <c:pt idx="3">
                  <c:v>3513</c:v>
                </c:pt>
                <c:pt idx="4">
                  <c:v>12812</c:v>
                </c:pt>
                <c:pt idx="5">
                  <c:v>21761</c:v>
                </c:pt>
                <c:pt idx="6">
                  <c:v>14183</c:v>
                </c:pt>
                <c:pt idx="7">
                  <c:v>6388</c:v>
                </c:pt>
                <c:pt idx="8">
                  <c:v>1722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96760</c:v>
                </c:pt>
                <c:pt idx="1">
                  <c:v>101430</c:v>
                </c:pt>
                <c:pt idx="2">
                  <c:v>103111</c:v>
                </c:pt>
                <c:pt idx="3">
                  <c:v>101686</c:v>
                </c:pt>
                <c:pt idx="4">
                  <c:v>103766</c:v>
                </c:pt>
                <c:pt idx="5">
                  <c:v>112119</c:v>
                </c:pt>
                <c:pt idx="6">
                  <c:v>115440</c:v>
                </c:pt>
                <c:pt idx="7">
                  <c:v>118287</c:v>
                </c:pt>
                <c:pt idx="8">
                  <c:v>116494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 Tlaxcala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Interna</c:v>
                </c:pt>
                <c:pt idx="1">
                  <c:v>Ginecologia Y Obstetricia</c:v>
                </c:pt>
                <c:pt idx="2">
                  <c:v>Urgencias Pediatrica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Tlaxcala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9_tl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530,724</a:t>
            </a:r>
            <a:br/>
            <a:r>
              <a:t>36%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171,928</a:t>
            </a:r>
            <a:br/>
            <a:r>
              <a:t>12%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756,398</a:t>
            </a:r>
            <a:br/>
            <a:r>
              <a:t>52%</a:t>
            </a:r>
          </a:p>
        </p:txBody>
      </p:sp>
      <p:pic>
        <p:nvPicPr>
          <p:cNvPr id="132" name="Picture 131" descr="2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904118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5,465</a:t>
            </a:r>
            <a:br/>
            <a:r>
              <a:t>0.37%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1,464,515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409,814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530,724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225,427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329,634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100,979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116,183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88,205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97,629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1,312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184,387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201,090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90,311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83,704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9_tl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14 UMF, 0 UMFH y 0 UMF-UMAA, y no incluye 2 Unidades Auxiliares de Medicina Familiar.</a:t>
            </a:r>
            <a:br/>
            <a:r>
              <a:t>2. Incluye la UMAA0,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8 Tlaxcala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 Tlaxcala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 Apizaco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358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8 Tlaxcala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Tlaxcala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Apizaco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14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5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1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Santo Toribio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48 Tlaxco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Nanacamilpa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Santa Cruz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S. Bernabé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6,585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14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9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6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Santa Inés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Panzacola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San Pablo Monte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Santa 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San Pablo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Apizaco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23,969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Huamantla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51 Teolocholco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Calpulalpan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92,770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70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66</a:t>
            </a:r>
          </a:p>
        </p:txBody>
      </p:sp>
      <p:pic>
        <p:nvPicPr>
          <p:cNvPr id="12" name="Picture 11" descr="Mapa_draft_etiquetas_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8503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Apizaco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Tlaxcala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8 Tlaxcala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2,507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Tlaxcala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Apizaco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8 Tlaxcala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20,330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37,170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588,816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102,585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65,556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Medicina Interna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2,982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760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2,370	 Personal de Salud: 4,651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+114.3%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576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+14.1%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+15.9%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+309.7%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-19.6%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5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7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3,500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252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900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459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5,111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(190,386)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(18,850)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(3,204)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(3,853)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(154)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(124,745)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(18,016)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(1,789)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(2,074)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(121)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(46,318)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(12,007)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Los demás tumores benignos   (1,373)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(1,883)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(103)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(28,244)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(8,435)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(1,013)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benignos   (1,366)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(25,430)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(7,845)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(953)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(986)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15,614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232,446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11,746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255,267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32727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4 piezas de equipo electromecánico: 4 Aires Acondicionados.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$20.6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69 piezas de equipo médico: 47 Camilla, 1 Mastógrafo, 3 Refrigerador para vacunas, 18 Silla de ruedas.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8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$93.9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138.7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de 4 Unidades Deportivas, Tocatlan, Xaloztoc, Tzompantepec, Amaxac.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$20.2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Cámara fría para Almacén, San Diego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electromecánico: electromotor para cirugía (4), esterilizador (4), unidad fluoroscópica digital (1), cámara fría para almacén.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y Rehabilitación de 2 Unidades de Medicina Familiar( UMF 37 y 51), Calpulalpan y Teolocholco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7 Quirófanos en 3 Hospitales, Tlaxcala y Apizaco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a hospital de Subzona HGSZ/MF8, Tlaxcala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almacenes, residencias y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y remodelación por archivo de concentración (fenómeno meteorológico)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149.1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0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580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5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San Pablo del Monte, Santa Inéz Zacatelco, Huamantla, Tequexquitla y Tetlahnohcan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Tlaxcala y CSS Part. Calpulalpan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Tlaxcala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4 Unidades Deportivas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Amaxac, Xaloztoc, Tzompantepec y Tocatlán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Centros Vacacionales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La Trinidad y Malintzi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9_tl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SCHNEIDER INDUSTRIAL TLAXCALA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AUTONOMA DE TLAXCALA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 BORDNETZE - MEXICO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COLEGIO DE ESTUDIOS CIENTIFICOS Y TECNOLOGICOS DEL ESTADO DE TLAXCALA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1,137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-26.7%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AMATECH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2,379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2,513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-8.14%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-4.48%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-1.68%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-0.90%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+0.49%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+3.03%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+4.75%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+26.62%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+38.31%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94,356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22,849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118,287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116,494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+60%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$566.16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$304.14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$566.16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$16,984.8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05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ERMO INDUSTRIAL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$12,301.50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EDIFICACIONES Y CONSTRUCCIONES SANTA JULIA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$7,917.22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ZENTRIX INDUSTRIAL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$7,173.78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2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Comisión de Agua Potable y Alcantarillado Del Municipio de Tlaxcala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$985.62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Politécnica de Tlaxcala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TLAXCALA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Tlaxcala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