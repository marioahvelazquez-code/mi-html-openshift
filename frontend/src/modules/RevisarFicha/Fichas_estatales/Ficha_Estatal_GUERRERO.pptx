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89" r:id="rId3"/>
    <p:sldId id="258" r:id="rId4"/>
    <p:sldId id="259" r:id="rId5"/>
    <p:sldId id="260" r:id="rId6"/>
    <p:sldId id="261" r:id="rId7"/>
    <p:sldId id="262" r:id="rId8"/>
    <p:sldId id="263" r:id="rId9"/>
    <p:sldId id="281" r:id="rId10"/>
    <p:sldId id="267" r:id="rId11"/>
    <p:sldId id="280" r:id="rId12"/>
    <p:sldId id="287" r:id="rId13"/>
    <p:sldId id="288" r:id="rId14"/>
    <p:sldId id="270" r:id="rId15"/>
    <p:sldId id="271" r:id="rId16"/>
    <p:sldId id="272" r:id="rId17"/>
    <p:sldId id="284" r:id="rId18"/>
    <p:sldId id="286" r:id="rId19"/>
    <p:sldId id="277" r:id="rId20"/>
    <p:sldId id="278" r:id="rId21"/>
    <p:sldId id="279" r:id="rId22"/>
    <p:sldId id="282" r:id="rId23"/>
    <p:sldId id="283" r:id="rId24"/>
    <p:sldId id="290" r:id="rId41"/>
    <p:sldId id="291" r:id="rId42"/>
  </p:sldIdLst>
  <p:sldSz cx="7772400" cy="10058400"/>
  <p:notesSz cx="6858000" cy="9144000"/>
  <p:embeddedFontLst>
    <p:embeddedFont>
      <p:font typeface="Montserrat" pitchFamily="2" charset="0"/>
      <p:regular r:id="rId26"/>
      <p:bold r:id="rId27"/>
      <p:italic r:id="rId28"/>
      <p:boldItalic r:id="rId29"/>
    </p:embeddedFont>
    <p:embeddedFont>
      <p:font typeface="Noto Sans" panose="020B0502040504020204" pitchFamily="3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C9A72-6D89-4937-A652-928CE657584B}" v="3" dt="2026-03-11T19:27:17.845"/>
    <p1510:client id="{A819846E-28C8-43DB-A040-8EFEFF3890ED}" v="3" dt="2026-03-12T17:49:38.141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19"/>
  </p:normalViewPr>
  <p:slideViewPr>
    <p:cSldViewPr snapToGrid="0">
      <p:cViewPr varScale="1">
        <p:scale>
          <a:sx n="73" d="100"/>
          <a:sy n="73" d="100"/>
        </p:scale>
        <p:origin x="3012" y="60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font" Target="fonts/font1.fntdata"/><Relationship Id="rId27" Type="http://schemas.openxmlformats.org/officeDocument/2006/relationships/font" Target="fonts/font2.fntdata"/><Relationship Id="rId28" Type="http://schemas.openxmlformats.org/officeDocument/2006/relationships/font" Target="fonts/font3.fntdata"/><Relationship Id="rId29" Type="http://schemas.openxmlformats.org/officeDocument/2006/relationships/font" Target="fonts/font4.fntdata"/><Relationship Id="rId30" Type="http://schemas.openxmlformats.org/officeDocument/2006/relationships/font" Target="fonts/font5.fntdata"/><Relationship Id="rId31" Type="http://schemas.openxmlformats.org/officeDocument/2006/relationships/font" Target="fonts/font6.fntdata"/><Relationship Id="rId32" Type="http://schemas.openxmlformats.org/officeDocument/2006/relationships/font" Target="fonts/font7.fntdata"/><Relationship Id="rId33" Type="http://schemas.openxmlformats.org/officeDocument/2006/relationships/font" Target="fonts/font8.fntdata"/><Relationship Id="rId41" Type="http://schemas.openxmlformats.org/officeDocument/2006/relationships/slide" Target="slides/slide24.xml"/><Relationship Id="rId42" Type="http://schemas.openxmlformats.org/officeDocument/2006/relationships/slide" Target="slides/slide25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Martinez Flores" userId="30adb457-ddd6-417b-a46d-fe5915593ae3" providerId="ADAL" clId="{57A466FF-9DDA-4DB6-AA66-2AF3F6FE414B}"/>
    <pc:docChg chg="custSel addSld modSld">
      <pc:chgData name="Guillermo Martinez Flores" userId="30adb457-ddd6-417b-a46d-fe5915593ae3" providerId="ADAL" clId="{57A466FF-9DDA-4DB6-AA66-2AF3F6FE414B}" dt="2026-03-10T16:02:31.328" v="25" actId="20577"/>
      <pc:docMkLst>
        <pc:docMk/>
      </pc:docMkLst>
      <pc:sldChg chg="modSp mod">
        <pc:chgData name="Guillermo Martinez Flores" userId="30adb457-ddd6-417b-a46d-fe5915593ae3" providerId="ADAL" clId="{57A466FF-9DDA-4DB6-AA66-2AF3F6FE414B}" dt="2026-03-03T17:01:10.960" v="13" actId="20577"/>
        <pc:sldMkLst>
          <pc:docMk/>
          <pc:sldMk cId="0" sldId="271"/>
        </pc:sldMkLst>
        <pc:graphicFrameChg chg="modGraphic">
          <ac:chgData name="Guillermo Martinez Flores" userId="30adb457-ddd6-417b-a46d-fe5915593ae3" providerId="ADAL" clId="{57A466FF-9DDA-4DB6-AA66-2AF3F6FE414B}" dt="2026-03-03T17:01:10.960" v="13" actId="20577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addSp delSp modSp add mod">
        <pc:chgData name="Guillermo Martinez Flores" userId="30adb457-ddd6-417b-a46d-fe5915593ae3" providerId="ADAL" clId="{57A466FF-9DDA-4DB6-AA66-2AF3F6FE414B}" dt="2026-03-10T16:01:41.078" v="17" actId="478"/>
        <pc:sldMkLst>
          <pc:docMk/>
          <pc:sldMk cId="3258074767" sldId="286"/>
        </pc:sldMkLst>
        <pc:spChg chg="add mod">
          <ac:chgData name="Guillermo Martinez Flores" userId="30adb457-ddd6-417b-a46d-fe5915593ae3" providerId="ADAL" clId="{57A466FF-9DDA-4DB6-AA66-2AF3F6FE414B}" dt="2026-03-10T16:01:36.094" v="16"/>
          <ac:spMkLst>
            <pc:docMk/>
            <pc:sldMk cId="3258074767" sldId="286"/>
            <ac:spMk id="7" creationId="{E7E32C0D-5A5C-F971-661D-A7FFF038D554}"/>
          </ac:spMkLst>
        </pc:spChg>
        <pc:graphicFrameChg chg="add mod">
          <ac:chgData name="Guillermo Martinez Flores" userId="30adb457-ddd6-417b-a46d-fe5915593ae3" providerId="ADAL" clId="{57A466FF-9DDA-4DB6-AA66-2AF3F6FE414B}" dt="2026-03-10T16:01:36.094" v="16"/>
          <ac:graphicFrameMkLst>
            <pc:docMk/>
            <pc:sldMk cId="3258074767" sldId="286"/>
            <ac:graphicFrameMk id="5" creationId="{B709195D-5962-6442-81D8-2EFB6D8D7190}"/>
          </ac:graphicFrameMkLst>
        </pc:graphicFrameChg>
        <pc:picChg chg="add mod">
          <ac:chgData name="Guillermo Martinez Flores" userId="30adb457-ddd6-417b-a46d-fe5915593ae3" providerId="ADAL" clId="{57A466FF-9DDA-4DB6-AA66-2AF3F6FE414B}" dt="2026-03-10T16:01:36.094" v="16"/>
          <ac:picMkLst>
            <pc:docMk/>
            <pc:sldMk cId="3258074767" sldId="286"/>
            <ac:picMk id="6" creationId="{6AC64192-1EFE-6740-4042-23283E03A151}"/>
          </ac:picMkLst>
        </pc:picChg>
      </pc:sldChg>
      <pc:sldChg chg="modSp add mod">
        <pc:chgData name="Guillermo Martinez Flores" userId="30adb457-ddd6-417b-a46d-fe5915593ae3" providerId="ADAL" clId="{57A466FF-9DDA-4DB6-AA66-2AF3F6FE414B}" dt="2026-03-10T16:02:31.328" v="25" actId="20577"/>
        <pc:sldMkLst>
          <pc:docMk/>
          <pc:sldMk cId="748044913" sldId="287"/>
        </pc:sldMkLst>
        <pc:graphicFrameChg chg="modGraphic">
          <ac:chgData name="Guillermo Martinez Flores" userId="30adb457-ddd6-417b-a46d-fe5915593ae3" providerId="ADAL" clId="{57A466FF-9DDA-4DB6-AA66-2AF3F6FE414B}" dt="2026-03-10T16:02:31.328" v="25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</pc:docChg>
  </pc:docChgLst>
  <pc:docChgLst>
    <pc:chgData name="Rohan Myron Oprisko" userId="a7c52ab4-f8b1-4d15-aaf6-6388cc510347" providerId="ADAL" clId="{EEEE6C0E-EB18-4E43-B633-E5F95274828B}"/>
    <pc:docChg chg="undo custSel modSld">
      <pc:chgData name="Rohan Myron Oprisko" userId="a7c52ab4-f8b1-4d15-aaf6-6388cc510347" providerId="ADAL" clId="{EEEE6C0E-EB18-4E43-B633-E5F95274828B}" dt="2026-03-12T18:39:03.412" v="26" actId="20577"/>
      <pc:docMkLst>
        <pc:docMk/>
      </pc:docMkLst>
      <pc:sldChg chg="addSp modSp mod">
        <pc:chgData name="Rohan Myron Oprisko" userId="a7c52ab4-f8b1-4d15-aaf6-6388cc510347" providerId="ADAL" clId="{EEEE6C0E-EB18-4E43-B633-E5F95274828B}" dt="2026-03-12T17:50:44.492" v="17" actId="20577"/>
        <pc:sldMkLst>
          <pc:docMk/>
          <pc:sldMk cId="0" sldId="258"/>
        </pc:sldMkLst>
        <pc:graphicFrameChg chg="add mod modGraphic">
          <ac:chgData name="Rohan Myron Oprisko" userId="a7c52ab4-f8b1-4d15-aaf6-6388cc510347" providerId="ADAL" clId="{EEEE6C0E-EB18-4E43-B633-E5F95274828B}" dt="2026-03-12T17:50:44.492" v="17" actId="20577"/>
          <ac:graphicFrameMkLst>
            <pc:docMk/>
            <pc:sldMk cId="0" sldId="258"/>
            <ac:graphicFrameMk id="2" creationId="{D110EB92-D53B-B721-7239-F76E3C239AC9}"/>
          </ac:graphicFrameMkLst>
        </pc:graphicFrameChg>
        <pc:graphicFrameChg chg="mod">
          <ac:chgData name="Rohan Myron Oprisko" userId="a7c52ab4-f8b1-4d15-aaf6-6388cc510347" providerId="ADAL" clId="{EEEE6C0E-EB18-4E43-B633-E5F95274828B}" dt="2026-03-12T17:49:34.333" v="5" actId="1076"/>
          <ac:graphicFrameMkLst>
            <pc:docMk/>
            <pc:sldMk cId="0" sldId="258"/>
            <ac:graphicFrameMk id="111" creationId="{00000000-0000-0000-0000-000000000000}"/>
          </ac:graphicFrameMkLst>
        </pc:graphicFrameChg>
      </pc:sldChg>
      <pc:sldChg chg="modSp mod">
        <pc:chgData name="Rohan Myron Oprisko" userId="a7c52ab4-f8b1-4d15-aaf6-6388cc510347" providerId="ADAL" clId="{EEEE6C0E-EB18-4E43-B633-E5F95274828B}" dt="2026-03-12T18:39:03.412" v="26" actId="20577"/>
        <pc:sldMkLst>
          <pc:docMk/>
          <pc:sldMk cId="0" sldId="279"/>
        </pc:sldMkLst>
        <pc:spChg chg="mod">
          <ac:chgData name="Rohan Myron Oprisko" userId="a7c52ab4-f8b1-4d15-aaf6-6388cc510347" providerId="ADAL" clId="{EEEE6C0E-EB18-4E43-B633-E5F95274828B}" dt="2026-03-12T18:39:03.412" v="26" actId="20577"/>
          <ac:spMkLst>
            <pc:docMk/>
            <pc:sldMk cId="0" sldId="279"/>
            <ac:spMk id="500" creationId="{00000000-0000-0000-0000-000000000000}"/>
          </ac:spMkLst>
        </pc:spChg>
      </pc:sldChg>
      <pc:sldChg chg="modSp mod">
        <pc:chgData name="Rohan Myron Oprisko" userId="a7c52ab4-f8b1-4d15-aaf6-6388cc510347" providerId="ADAL" clId="{EEEE6C0E-EB18-4E43-B633-E5F95274828B}" dt="2026-03-10T21:41:16.170" v="2" actId="20577"/>
        <pc:sldMkLst>
          <pc:docMk/>
          <pc:sldMk cId="540716406" sldId="280"/>
        </pc:sldMkLst>
        <pc:graphicFrameChg chg="modGraphic">
          <ac:chgData name="Rohan Myron Oprisko" userId="a7c52ab4-f8b1-4d15-aaf6-6388cc510347" providerId="ADAL" clId="{EEEE6C0E-EB18-4E43-B633-E5F95274828B}" dt="2026-03-10T21:41:16.170" v="2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</pc:docChg>
  </pc:docChgLst>
  <pc:docChgLst>
    <pc:chgData name="asesores.dg" userId="9234a6e6-864c-49e9-8fd1-6d0df70c34f2" providerId="ADAL" clId="{6846A1DD-3EC1-5A12-B3C5-9C410579EE4F}"/>
    <pc:docChg chg="modMainMaster">
      <pc:chgData name="asesores.dg" userId="9234a6e6-864c-49e9-8fd1-6d0df70c34f2" providerId="ADAL" clId="{6846A1DD-3EC1-5A12-B3C5-9C410579EE4F}" dt="2026-03-10T15:38:38.374" v="2" actId="962"/>
      <pc:docMkLst>
        <pc:docMk/>
      </pc:docMkLst>
      <pc:sldMasterChg chg="modSldLayout">
        <pc:chgData name="asesores.dg" userId="9234a6e6-864c-49e9-8fd1-6d0df70c34f2" providerId="ADAL" clId="{6846A1DD-3EC1-5A12-B3C5-9C410579EE4F}" dt="2026-03-10T15:38:38.374" v="2" actId="962"/>
        <pc:sldMasterMkLst>
          <pc:docMk/>
          <pc:sldMasterMk cId="0" sldId="2147483648"/>
        </pc:sldMasterMkLst>
        <pc:sldLayoutChg chg="addSp modSp mod">
          <pc:chgData name="asesores.dg" userId="9234a6e6-864c-49e9-8fd1-6d0df70c34f2" providerId="ADAL" clId="{6846A1DD-3EC1-5A12-B3C5-9C410579EE4F}" dt="2026-03-10T15:38:38.374" v="2" actId="962"/>
          <pc:sldLayoutMkLst>
            <pc:docMk/>
            <pc:sldMasterMk cId="0" sldId="2147483648"/>
            <pc:sldLayoutMk cId="0" sldId="2147483650"/>
          </pc:sldLayoutMkLst>
          <pc:picChg chg="add mod">
            <ac:chgData name="asesores.dg" userId="9234a6e6-864c-49e9-8fd1-6d0df70c34f2" providerId="ADAL" clId="{6846A1DD-3EC1-5A12-B3C5-9C410579EE4F}" dt="2026-03-10T15:38:38.374" v="2" actId="962"/>
            <ac:picMkLst>
              <pc:docMk/>
              <pc:sldMasterMk cId="0" sldId="2147483648"/>
              <pc:sldLayoutMk cId="0" sldId="2147483650"/>
              <ac:picMk id="3" creationId="{A0ABD2DF-B429-0564-31D9-12741B10B2D0}"/>
            </ac:picMkLst>
          </pc:picChg>
        </pc:sldLayoutChg>
      </pc:sldMasterChg>
    </pc:docChg>
  </pc:docChgLst>
  <pc:docChgLst>
    <pc:chgData name="David Arturo Baltazar Sanchez" userId="25f522d3-6b93-447f-8e87-5af7c1a8f0db" providerId="ADAL" clId="{1167E2C4-85EE-4FA3-A5C3-376395AAEEB6}"/>
    <pc:docChg chg="custSel addSld delSld modSld">
      <pc:chgData name="David Arturo Baltazar Sanchez" userId="25f522d3-6b93-447f-8e87-5af7c1a8f0db" providerId="ADAL" clId="{1167E2C4-85EE-4FA3-A5C3-376395AAEEB6}" dt="2026-03-11T19:27:03.417" v="60"/>
      <pc:docMkLst>
        <pc:docMk/>
      </pc:docMkLst>
      <pc:sldChg chg="del">
        <pc:chgData name="David Arturo Baltazar Sanchez" userId="25f522d3-6b93-447f-8e87-5af7c1a8f0db" providerId="ADAL" clId="{1167E2C4-85EE-4FA3-A5C3-376395AAEEB6}" dt="2026-03-11T00:45:27.304" v="54" actId="47"/>
        <pc:sldMkLst>
          <pc:docMk/>
          <pc:sldMk cId="0" sldId="257"/>
        </pc:sldMkLst>
      </pc:sldChg>
      <pc:sldChg chg="delSp mod">
        <pc:chgData name="David Arturo Baltazar Sanchez" userId="25f522d3-6b93-447f-8e87-5af7c1a8f0db" providerId="ADAL" clId="{1167E2C4-85EE-4FA3-A5C3-376395AAEEB6}" dt="2026-03-10T16:34:48.659" v="2" actId="478"/>
        <pc:sldMkLst>
          <pc:docMk/>
          <pc:sldMk cId="0" sldId="258"/>
        </pc:sldMkLst>
      </pc:sldChg>
      <pc:sldChg chg="modSp mod">
        <pc:chgData name="David Arturo Baltazar Sanchez" userId="25f522d3-6b93-447f-8e87-5af7c1a8f0db" providerId="ADAL" clId="{1167E2C4-85EE-4FA3-A5C3-376395AAEEB6}" dt="2026-03-11T19:02:36.979" v="59" actId="20577"/>
        <pc:sldMkLst>
          <pc:docMk/>
          <pc:sldMk cId="0" sldId="260"/>
        </pc:sldMkLst>
        <pc:spChg chg="mod">
          <ac:chgData name="David Arturo Baltazar Sanchez" userId="25f522d3-6b93-447f-8e87-5af7c1a8f0db" providerId="ADAL" clId="{1167E2C4-85EE-4FA3-A5C3-376395AAEEB6}" dt="2026-03-11T19:02:36.979" v="59" actId="20577"/>
          <ac:spMkLst>
            <pc:docMk/>
            <pc:sldMk cId="0" sldId="260"/>
            <ac:spMk id="145" creationId="{00000000-0000-0000-0000-000000000000}"/>
          </ac:spMkLst>
        </pc:spChg>
        <pc:graphicFrameChg chg="mod modGraphic">
          <ac:chgData name="David Arturo Baltazar Sanchez" userId="25f522d3-6b93-447f-8e87-5af7c1a8f0db" providerId="ADAL" clId="{1167E2C4-85EE-4FA3-A5C3-376395AAEEB6}" dt="2026-03-11T18:59:37.205" v="57"/>
          <ac:graphicFrameMkLst>
            <pc:docMk/>
            <pc:sldMk cId="0" sldId="260"/>
            <ac:graphicFrameMk id="143" creationId="{00000000-0000-0000-0000-000000000000}"/>
          </ac:graphicFrameMkLst>
        </pc:graphicFrameChg>
      </pc:sldChg>
      <pc:sldChg chg="addSp delSp modSp mod">
        <pc:chgData name="David Arturo Baltazar Sanchez" userId="25f522d3-6b93-447f-8e87-5af7c1a8f0db" providerId="ADAL" clId="{1167E2C4-85EE-4FA3-A5C3-376395AAEEB6}" dt="2026-03-11T19:27:03.417" v="60"/>
        <pc:sldMkLst>
          <pc:docMk/>
          <pc:sldMk cId="0" sldId="261"/>
        </pc:sldMkLst>
        <pc:spChg chg="add mod">
          <ac:chgData name="David Arturo Baltazar Sanchez" userId="25f522d3-6b93-447f-8e87-5af7c1a8f0db" providerId="ADAL" clId="{1167E2C4-85EE-4FA3-A5C3-376395AAEEB6}" dt="2026-03-11T19:27:03.417" v="60"/>
          <ac:spMkLst>
            <pc:docMk/>
            <pc:sldMk cId="0" sldId="261"/>
            <ac:spMk id="2" creationId="{7C20637C-AE23-01C3-8BD5-A524B7FEEE8F}"/>
          </ac:spMkLst>
        </pc:spChg>
        <pc:spChg chg="del">
          <ac:chgData name="David Arturo Baltazar Sanchez" userId="25f522d3-6b93-447f-8e87-5af7c1a8f0db" providerId="ADAL" clId="{1167E2C4-85EE-4FA3-A5C3-376395AAEEB6}" dt="2026-03-11T00:23:27.499" v="28" actId="478"/>
          <ac:spMkLst>
            <pc:docMk/>
            <pc:sldMk cId="0" sldId="261"/>
            <ac:spMk id="154" creationId="{00000000-0000-0000-0000-000000000000}"/>
          </ac:spMkLst>
        </pc:spChg>
        <pc:spChg chg="del">
          <ac:chgData name="David Arturo Baltazar Sanchez" userId="25f522d3-6b93-447f-8e87-5af7c1a8f0db" providerId="ADAL" clId="{1167E2C4-85EE-4FA3-A5C3-376395AAEEB6}" dt="2026-03-11T00:23:25.389" v="27" actId="478"/>
          <ac:spMkLst>
            <pc:docMk/>
            <pc:sldMk cId="0" sldId="261"/>
            <ac:spMk id="157" creationId="{00000000-0000-0000-0000-000000000000}"/>
          </ac:spMkLst>
        </pc:spChg>
      </pc:sldChg>
      <pc:sldChg chg="delSp mod">
        <pc:chgData name="David Arturo Baltazar Sanchez" userId="25f522d3-6b93-447f-8e87-5af7c1a8f0db" providerId="ADAL" clId="{1167E2C4-85EE-4FA3-A5C3-376395AAEEB6}" dt="2026-03-10T16:37:14.096" v="3" actId="478"/>
        <pc:sldMkLst>
          <pc:docMk/>
          <pc:sldMk cId="0" sldId="262"/>
        </pc:sldMkLst>
      </pc:sldChg>
      <pc:sldChg chg="delSp mod">
        <pc:chgData name="David Arturo Baltazar Sanchez" userId="25f522d3-6b93-447f-8e87-5af7c1a8f0db" providerId="ADAL" clId="{1167E2C4-85EE-4FA3-A5C3-376395AAEEB6}" dt="2026-03-10T16:37:51.689" v="4" actId="478"/>
        <pc:sldMkLst>
          <pc:docMk/>
          <pc:sldMk cId="0" sldId="267"/>
        </pc:sldMkLst>
      </pc:sldChg>
      <pc:sldChg chg="delSp modSp mod">
        <pc:chgData name="David Arturo Baltazar Sanchez" userId="25f522d3-6b93-447f-8e87-5af7c1a8f0db" providerId="ADAL" clId="{1167E2C4-85EE-4FA3-A5C3-376395AAEEB6}" dt="2026-03-10T16:38:46.943" v="25" actId="1035"/>
        <pc:sldMkLst>
          <pc:docMk/>
          <pc:sldMk cId="0" sldId="271"/>
        </pc:sldMkLst>
        <pc:graphicFrameChg chg="mod">
          <ac:chgData name="David Arturo Baltazar Sanchez" userId="25f522d3-6b93-447f-8e87-5af7c1a8f0db" providerId="ADAL" clId="{1167E2C4-85EE-4FA3-A5C3-376395AAEEB6}" dt="2026-03-10T16:38:46.943" v="25" actId="1035"/>
          <ac:graphicFrameMkLst>
            <pc:docMk/>
            <pc:sldMk cId="0" sldId="271"/>
            <ac:graphicFrameMk id="311" creationId="{00000000-0000-0000-0000-000000000000}"/>
          </ac:graphicFrameMkLst>
        </pc:graphicFrameChg>
      </pc:sldChg>
      <pc:sldChg chg="delSp mod">
        <pc:chgData name="David Arturo Baltazar Sanchez" userId="25f522d3-6b93-447f-8e87-5af7c1a8f0db" providerId="ADAL" clId="{1167E2C4-85EE-4FA3-A5C3-376395AAEEB6}" dt="2026-03-10T16:39:47.282" v="26" actId="478"/>
        <pc:sldMkLst>
          <pc:docMk/>
          <pc:sldMk cId="0" sldId="278"/>
        </pc:sldMkLst>
      </pc:sldChg>
      <pc:sldChg chg="modSp add mod">
        <pc:chgData name="David Arturo Baltazar Sanchez" userId="25f522d3-6b93-447f-8e87-5af7c1a8f0db" providerId="ADAL" clId="{1167E2C4-85EE-4FA3-A5C3-376395AAEEB6}" dt="2026-03-11T00:26:00.875" v="50" actId="20577"/>
        <pc:sldMkLst>
          <pc:docMk/>
          <pc:sldMk cId="3805655920" sldId="288"/>
        </pc:sldMkLst>
        <pc:graphicFrameChg chg="modGraphic">
          <ac:chgData name="David Arturo Baltazar Sanchez" userId="25f522d3-6b93-447f-8e87-5af7c1a8f0db" providerId="ADAL" clId="{1167E2C4-85EE-4FA3-A5C3-376395AAEEB6}" dt="2026-03-11T00:26:00.875" v="50" actId="20577"/>
          <ac:graphicFrameMkLst>
            <pc:docMk/>
            <pc:sldMk cId="3805655920" sldId="288"/>
            <ac:graphicFrameMk id="230" creationId="{3C790683-245A-1FE6-35AC-FBB0C23942D1}"/>
          </ac:graphicFrameMkLst>
        </pc:graphicFrameChg>
      </pc:sldChg>
      <pc:sldChg chg="new">
        <pc:chgData name="David Arturo Baltazar Sanchez" userId="25f522d3-6b93-447f-8e87-5af7c1a8f0db" providerId="ADAL" clId="{1167E2C4-85EE-4FA3-A5C3-376395AAEEB6}" dt="2026-03-11T00:29:35.143" v="53" actId="680"/>
        <pc:sldMkLst>
          <pc:docMk/>
          <pc:sldMk cId="3763779569" sldId="289"/>
        </pc:sldMkLst>
      </pc:sldChg>
      <pc:sldChg chg="new del">
        <pc:chgData name="David Arturo Baltazar Sanchez" userId="25f522d3-6b93-447f-8e87-5af7c1a8f0db" providerId="ADAL" clId="{1167E2C4-85EE-4FA3-A5C3-376395AAEEB6}" dt="2026-03-11T00:29:01.835" v="52" actId="47"/>
        <pc:sldMkLst>
          <pc:docMk/>
          <pc:sldMk cId="4174642915" sldId="289"/>
        </pc:sldMkLst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777496.0</c:v>
                </c:pt>
                <c:pt idx="1">
                  <c:v>78827.0</c:v>
                </c:pt>
                <c:pt idx="2">
                  <c:v>625250.0</c:v>
                </c:pt>
                <c:pt idx="3">
                  <c:v>2091702.0</c:v>
                </c:pt>
                <c:pt idx="4">
                  <c:v>33021.0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72</c:v>
                </c:pt>
                <c:pt idx="2">
                  <c:v>67</c:v>
                </c:pt>
                <c:pt idx="3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 de la Construcción</c:v>
                </c:pt>
                <c:pt idx="3">
                  <c:v>Industrias de la Transformación</c:v>
                </c:pt>
                <c:pt idx="4">
                  <c:v>Servicios para Empresas, Personas y el Hogar</c:v>
                </c:pt>
                <c:pt idx="5">
                  <c:v>Servicios Sociales y Comunales</c:v>
                </c:pt>
                <c:pt idx="6">
                  <c:v>Ind Eléctrica y Captación y Suministro de Agua Potable</c:v>
                </c:pt>
                <c:pt idx="7">
                  <c:v>Transportes y Comunicaciones</c:v>
                </c:pt>
                <c:pt idx="8">
                  <c:v>Comercio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3199</c:v>
                </c:pt>
                <c:pt idx="1">
                  <c:v>3912</c:v>
                </c:pt>
                <c:pt idx="2">
                  <c:v>17339</c:v>
                </c:pt>
                <c:pt idx="3">
                  <c:v>8034</c:v>
                </c:pt>
                <c:pt idx="4">
                  <c:v>54518</c:v>
                </c:pt>
                <c:pt idx="5">
                  <c:v>19860</c:v>
                </c:pt>
                <c:pt idx="6">
                  <c:v>2887</c:v>
                </c:pt>
                <c:pt idx="7">
                  <c:v>5886</c:v>
                </c:pt>
                <c:pt idx="8">
                  <c:v>51123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Agricultura, Ganaderia, Silvicultura, Pesca y Caza</c:v>
                </c:pt>
                <c:pt idx="1">
                  <c:v>Industrias Extractivas</c:v>
                </c:pt>
                <c:pt idx="2">
                  <c:v>Industria de la Construcción</c:v>
                </c:pt>
                <c:pt idx="3">
                  <c:v>Industrias de la Transformación</c:v>
                </c:pt>
                <c:pt idx="4">
                  <c:v>Servicios para Empresas, Personas y el Hogar</c:v>
                </c:pt>
                <c:pt idx="5">
                  <c:v>Servicios Sociales y Comunales</c:v>
                </c:pt>
                <c:pt idx="6">
                  <c:v>Ind Eléctrica y Captación y Suministro de Agua Potable</c:v>
                </c:pt>
                <c:pt idx="7">
                  <c:v>Transportes y Comunicaciones</c:v>
                </c:pt>
                <c:pt idx="8">
                  <c:v>Comercio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1580</c:v>
                </c:pt>
                <c:pt idx="1">
                  <c:v>3215</c:v>
                </c:pt>
                <c:pt idx="2">
                  <c:v>14898</c:v>
                </c:pt>
                <c:pt idx="3">
                  <c:v>7014</c:v>
                </c:pt>
                <c:pt idx="4">
                  <c:v>51349</c:v>
                </c:pt>
                <c:pt idx="5">
                  <c:v>20049</c:v>
                </c:pt>
                <c:pt idx="6">
                  <c:v>2926</c:v>
                </c:pt>
                <c:pt idx="7">
                  <c:v>6025</c:v>
                </c:pt>
                <c:pt idx="8">
                  <c:v>52359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160859</c:v>
                </c:pt>
                <c:pt idx="1">
                  <c:v>153381</c:v>
                </c:pt>
                <c:pt idx="2">
                  <c:v>156351</c:v>
                </c:pt>
                <c:pt idx="3">
                  <c:v>143318</c:v>
                </c:pt>
                <c:pt idx="4">
                  <c:v>149507</c:v>
                </c:pt>
                <c:pt idx="5">
                  <c:v>157749</c:v>
                </c:pt>
                <c:pt idx="6">
                  <c:v>160862</c:v>
                </c:pt>
                <c:pt idx="7">
                  <c:v>166758</c:v>
                </c:pt>
                <c:pt idx="8">
                  <c:v>159415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HGR 1 Vicente Guerrero (Total: 29)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Sheet1!$A$2:$A$14</c:f>
              <c:strCache>
                <c:ptCount val="13"/>
                <c:pt idx="0">
                  <c:v>Psiquiatria</c:v>
                </c:pt>
                <c:pt idx="1">
                  <c:v>Medicina Interna</c:v>
                </c:pt>
                <c:pt idx="2">
                  <c:v>Cirugia General</c:v>
                </c:pt>
                <c:pt idx="3">
                  <c:v>Traumatologia Y Ortopedia</c:v>
                </c:pt>
                <c:pt idx="4">
                  <c:v>Oftalmologia</c:v>
                </c:pt>
                <c:pt idx="5">
                  <c:v>Medicina De Rehabilitacion</c:v>
                </c:pt>
                <c:pt idx="6">
                  <c:v>Medicina Del Enfermo En Estado Critico</c:v>
                </c:pt>
                <c:pt idx="7">
                  <c:v>Urologia</c:v>
                </c:pt>
                <c:pt idx="8">
                  <c:v>Cirugia Pediatrica</c:v>
                </c:pt>
                <c:pt idx="9">
                  <c:v>Neurologia</c:v>
                </c:pt>
                <c:pt idx="10">
                  <c:v>Endoscopia</c:v>
                </c:pt>
                <c:pt idx="11">
                  <c:v>Neumologia Directa</c:v>
                </c:pt>
                <c:pt idx="12">
                  <c:v>Imagenologia Diagnostica Y Terapeutica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</c:v>
                </c:pt>
                <c:pt idx="1">
                  <c:v>11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  <c:pt idx="7">
                  <c:v>2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19 Cd. Altamirano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Interna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3 Chilpancingo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HGSMF 5 Taxco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Cirugia General</c:v>
                </c:pt>
                <c:pt idx="1">
                  <c:v>Medicina Familiar</c:v>
                </c:pt>
                <c:pt idx="2">
                  <c:v>Geriatria Directa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4 Iguala (Total: 5)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Epidemiologia</c:v>
                </c:pt>
                <c:pt idx="1">
                  <c:v>Urologia</c:v>
                </c:pt>
                <c:pt idx="2">
                  <c:v>Imagenologia Diagnostica Y Terapeutica</c:v>
                </c:pt>
                <c:pt idx="3">
                  <c:v>Cirugia General</c:v>
                </c:pt>
                <c:pt idx="4">
                  <c:v>Geriatria Directa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HGZMF 8 Zihuatanejo (Total: 3)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Neurologia</c:v>
                </c:pt>
                <c:pt idx="1">
                  <c:v>Medicina Interna</c:v>
                </c:pt>
                <c:pt idx="2">
                  <c:v>Geriatria Directa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UMAA 29 Diamante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Medicina De Rehabilitacion</c:v>
                </c:pt>
                <c:pt idx="1">
                  <c:v>Medicina Del Trabajo Y Ambiental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26 Acapulco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Del Trabajo Y Ambiental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HR La Union (Total: 2)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Medicina De Urgencias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900" b="1">
                <a:latin typeface="Montserrat"/>
              </a:defRPr>
            </a:pPr>
            <a:r>
              <a:t>UMF 9 Acapulco (Total: 1)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FFFFFF"/>
                    </a:solidFill>
                    <a:latin typeface="Montserra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Imagenologia Diagnostica Y Terapeutica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gapWidth val="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8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>
          <a:extLst>
            <a:ext uri="{FF2B5EF4-FFF2-40B4-BE49-F238E27FC236}">
              <a16:creationId xmlns:a16="http://schemas.microsoft.com/office/drawing/2014/main" id="{2CFBA485-6AB8-C95C-6FC6-870DE282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>
            <a:extLst>
              <a:ext uri="{FF2B5EF4-FFF2-40B4-BE49-F238E27FC236}">
                <a16:creationId xmlns:a16="http://schemas.microsoft.com/office/drawing/2014/main" id="{CE3AE7D4-7572-A7B3-84F1-BC75FF1AC0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>
            <a:extLst>
              <a:ext uri="{FF2B5EF4-FFF2-40B4-BE49-F238E27FC236}">
                <a16:creationId xmlns:a16="http://schemas.microsoft.com/office/drawing/2014/main" id="{FC426675-DF29-BF6F-0E9A-926272F582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>
            <a:extLst>
              <a:ext uri="{FF2B5EF4-FFF2-40B4-BE49-F238E27FC236}">
                <a16:creationId xmlns:a16="http://schemas.microsoft.com/office/drawing/2014/main" id="{AFDE3BE2-6DCD-4F64-B774-F5FF7BF05A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02258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2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chart" Target="../charts/chart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chart" Target="../charts/chart11.xml"/><Relationship Id="rId5" Type="http://schemas.openxmlformats.org/officeDocument/2006/relationships/chart" Target="../charts/char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3.xml"/><Relationship Id="rId3" Type="http://schemas.openxmlformats.org/officeDocument/2006/relationships/chart" Target="../charts/char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Guerrero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Marzo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rganigrama_12_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1" name="Google Shape;111;p2"/>
          <p:cNvGraphicFramePr/>
          <p:nvPr/>
        </p:nvGraphicFramePr>
        <p:xfrm>
          <a:off x="313125" y="462212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Datos generales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pSp>
        <p:nvGrpSpPr>
          <p:cNvPr id="119" name="Google Shape;119;p2"/>
          <p:cNvGrpSpPr/>
          <p:nvPr/>
        </p:nvGrpSpPr>
        <p:grpSpPr>
          <a:xfrm>
            <a:off x="6079441" y="8191625"/>
            <a:ext cx="321904" cy="457782"/>
            <a:chOff x="3342725" y="2620775"/>
            <a:chExt cx="338775" cy="481825"/>
          </a:xfrm>
        </p:grpSpPr>
        <p:sp>
          <p:nvSpPr>
            <p:cNvPr id="120" name="Google Shape;120;p2"/>
            <p:cNvSpPr/>
            <p:nvPr/>
          </p:nvSpPr>
          <p:spPr>
            <a:xfrm>
              <a:off x="3342725" y="2620775"/>
              <a:ext cx="338775" cy="56475"/>
            </a:xfrm>
            <a:custGeom>
              <a:avLst/>
              <a:gdLst/>
              <a:ahLst/>
              <a:cxnLst/>
              <a:rect l="l" t="t" r="r" b="b"/>
              <a:pathLst>
                <a:path w="13551" h="2259" extrusionOk="0">
                  <a:moveTo>
                    <a:pt x="1693" y="0"/>
                  </a:moveTo>
                  <a:cubicBezTo>
                    <a:pt x="756" y="0"/>
                    <a:pt x="0" y="759"/>
                    <a:pt x="0" y="1695"/>
                  </a:cubicBezTo>
                  <a:lnTo>
                    <a:pt x="0" y="2259"/>
                  </a:lnTo>
                  <a:lnTo>
                    <a:pt x="13551" y="2259"/>
                  </a:lnTo>
                  <a:lnTo>
                    <a:pt x="13551" y="1695"/>
                  </a:lnTo>
                  <a:cubicBezTo>
                    <a:pt x="13548" y="759"/>
                    <a:pt x="12792" y="0"/>
                    <a:pt x="11855" y="0"/>
                  </a:cubicBez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3342725" y="2705450"/>
              <a:ext cx="338775" cy="284225"/>
            </a:xfrm>
            <a:custGeom>
              <a:avLst/>
              <a:gdLst/>
              <a:ahLst/>
              <a:cxnLst/>
              <a:rect l="l" t="t" r="r" b="b"/>
              <a:pathLst>
                <a:path w="13551" h="11369" extrusionOk="0">
                  <a:moveTo>
                    <a:pt x="0" y="1"/>
                  </a:moveTo>
                  <a:lnTo>
                    <a:pt x="0" y="11368"/>
                  </a:lnTo>
                  <a:lnTo>
                    <a:pt x="13551" y="11368"/>
                  </a:lnTo>
                  <a:lnTo>
                    <a:pt x="13551" y="1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3342725" y="3017875"/>
              <a:ext cx="338775" cy="84725"/>
            </a:xfrm>
            <a:custGeom>
              <a:avLst/>
              <a:gdLst/>
              <a:ahLst/>
              <a:cxnLst/>
              <a:rect l="l" t="t" r="r" b="b"/>
              <a:pathLst>
                <a:path w="13551" h="3389" extrusionOk="0">
                  <a:moveTo>
                    <a:pt x="8224" y="1205"/>
                  </a:moveTo>
                  <a:cubicBezTo>
                    <a:pt x="8534" y="1205"/>
                    <a:pt x="8787" y="1458"/>
                    <a:pt x="8787" y="1771"/>
                  </a:cubicBezTo>
                  <a:cubicBezTo>
                    <a:pt x="8787" y="2081"/>
                    <a:pt x="8534" y="2334"/>
                    <a:pt x="8224" y="2334"/>
                  </a:cubicBezTo>
                  <a:lnTo>
                    <a:pt x="5324" y="2334"/>
                  </a:lnTo>
                  <a:cubicBezTo>
                    <a:pt x="5014" y="2334"/>
                    <a:pt x="4761" y="2081"/>
                    <a:pt x="4761" y="1771"/>
                  </a:cubicBezTo>
                  <a:cubicBezTo>
                    <a:pt x="4761" y="1458"/>
                    <a:pt x="5014" y="1205"/>
                    <a:pt x="5324" y="1205"/>
                  </a:cubicBezTo>
                  <a:close/>
                  <a:moveTo>
                    <a:pt x="0" y="0"/>
                  </a:moveTo>
                  <a:lnTo>
                    <a:pt x="0" y="1696"/>
                  </a:lnTo>
                  <a:cubicBezTo>
                    <a:pt x="0" y="2629"/>
                    <a:pt x="756" y="3388"/>
                    <a:pt x="1693" y="3388"/>
                  </a:cubicBezTo>
                  <a:lnTo>
                    <a:pt x="11855" y="3388"/>
                  </a:lnTo>
                  <a:cubicBezTo>
                    <a:pt x="12792" y="3388"/>
                    <a:pt x="13548" y="2629"/>
                    <a:pt x="13551" y="1696"/>
                  </a:cubicBezTo>
                  <a:lnTo>
                    <a:pt x="13551" y="0"/>
                  </a:lnTo>
                  <a:close/>
                </a:path>
              </a:pathLst>
            </a:custGeom>
            <a:noFill/>
            <a:ln w="15850" cap="flat" cmpd="sng">
              <a:solidFill>
                <a:srgbClr val="0465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3400" tIns="123400" rIns="123400" bIns="1234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89"/>
                <a:buFont typeface="Arial"/>
                <a:buNone/>
              </a:pPr>
              <a:endParaRPr sz="1889" b="0" i="0" u="none" strike="noStrike" cap="none">
                <a:solidFill>
                  <a:srgbClr val="435D74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" name="Google Shape;123;p2"/>
          <p:cNvSpPr txBox="1"/>
          <p:nvPr/>
        </p:nvSpPr>
        <p:spPr>
          <a:xfrm>
            <a:off x="6537950" y="8161875"/>
            <a:ext cx="1209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de Plataformas Digitales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graphicFrame>
        <p:nvGraphicFramePr>
          <p:cNvPr id="2" name="Google Shape;111;p2">
            <a:extLst>
              <a:ext uri="{FF2B5EF4-FFF2-40B4-BE49-F238E27FC236}">
                <a16:creationId xmlns:a16="http://schemas.microsoft.com/office/drawing/2014/main" id="{D110EB92-D53B-B721-7239-F76E3C239A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43068722"/>
              </p:ext>
            </p:extLst>
          </p:nvPr>
        </p:nvGraphicFramePr>
        <p:xfrm>
          <a:off x="313125" y="568285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Población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4" name="Chart 123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777,496</a:t>
            </a:r>
            <a:br/>
            <a:r>
              <a:t>22%</a:t>
            </a:r>
          </a:p>
        </p:txBody>
      </p:sp>
      <p:pic>
        <p:nvPicPr>
          <p:cNvPr id="126" name="Picture 125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7" name="Rectangle 126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78,827</a:t>
            </a:r>
            <a:br/>
            <a:r>
              <a:t>2%</a:t>
            </a:r>
          </a:p>
        </p:txBody>
      </p:sp>
      <p:pic>
        <p:nvPicPr>
          <p:cNvPr id="129" name="Picture 128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5" cy="468000"/>
          </a:xfrm>
          <a:prstGeom prst="rect">
            <a:avLst/>
          </a:prstGeom>
        </p:spPr>
      </p:pic>
      <p:sp>
        <p:nvSpPr>
          <p:cNvPr id="130" name="Rectangle 129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625,250</a:t>
            </a:r>
            <a:br/>
            <a:r>
              <a:t>17%</a:t>
            </a:r>
          </a:p>
        </p:txBody>
      </p:sp>
      <p:pic>
        <p:nvPicPr>
          <p:cNvPr id="132" name="Picture 131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33" name="Rectangle 13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2,091,702</a:t>
            </a:r>
            <a:br/>
            <a:r>
              <a:t>58%</a:t>
            </a:r>
          </a:p>
        </p:txBody>
      </p:sp>
      <p:pic>
        <p:nvPicPr>
          <p:cNvPr id="135" name="Picture 134" descr="1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36" name="Rectangle 13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33,021</a:t>
            </a:r>
            <a:br/>
            <a:r>
              <a:t>0.92%</a:t>
            </a:r>
          </a:p>
        </p:txBody>
      </p:sp>
      <p:pic>
        <p:nvPicPr>
          <p:cNvPr id="138" name="Picture 137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9" name="Rectangle 13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3,606,296</a:t>
            </a:r>
          </a:p>
        </p:txBody>
      </p:sp>
      <p:graphicFrame>
        <p:nvGraphicFramePr>
          <p:cNvPr id="141" name="Table 140"/>
          <p:cNvGraphicFramePr>
            <a:graphicFrameLocks noGrp="1"/>
          </p:cNvGraphicFramePr>
          <p:nvPr/>
        </p:nvGraphicFramePr>
        <p:xfrm>
          <a:off x="313200" y="5270400"/>
          <a:ext cx="54108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8000"/>
                <a:gridCol w="1047600"/>
                <a:gridCol w="1047600"/>
                <a:gridCol w="10476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696,285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777,496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385,762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457,898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157,793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159,262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47,963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66,387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6,956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9,456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173,050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172,049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155,606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162,444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Seguro de Salud de Familia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15,812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7,666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-52%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310,523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319,598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95,245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102,226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131,724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110,463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83,554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106,909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141"/>
          <p:cNvSpPr txBox="1"/>
          <p:nvPr/>
        </p:nvSpPr>
        <p:spPr>
          <a:xfrm>
            <a:off x="82800" y="876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Incorporación y Recaudación, IMSS, datos abiertos con información mensual del número de personas derechohabientes adscritas a clínicas del IMSS. Corte enero de 2026.</a:t>
            </a:r>
          </a:p>
        </p:txBody>
      </p:sp>
      <p:graphicFrame>
        <p:nvGraphicFramePr>
          <p:cNvPr id="143" name="Table 142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febrero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4" name="TextBox 143"/>
          <p:cNvSpPr txBox="1"/>
          <p:nvPr/>
        </p:nvSpPr>
        <p:spPr>
          <a:xfrm>
            <a:off x="82800" y="90936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*La afiliación al Seguro de Salud de Familia disminuye en virtud del incremento en los nuevos esquemas de aseguramiento.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2_gr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944000"/>
            <a:ext cx="5886000" cy="4543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519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223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519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250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10800" marR="10800" marT="10800" marB="10800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10800" marR="10800" marT="10800" marB="1080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607600"/>
            <a:ext cx="7200000" cy="90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1. Incluye 14 UMF, 0 UMFH y 1 UMF-UMAA, y no incluye 9 Unidades Auxiliares de Medicina Familiar.</a:t>
            </a:r>
            <a:br/>
            <a:r>
              <a:t>2. Incluye la UMAA1,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 Light"/>
              </a:defRPr>
            </a:pPr>
            <a:r>
              <a:t>Corte de información: enero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" name="Google Shape;143;g370e475fb19_0_77"/>
          <p:cNvGraphicFramePr/>
          <p:nvPr>
            <p:extLst>
              <p:ext uri="{D42A27DB-BD31-4B8C-83A1-F6EECF244321}">
                <p14:modId xmlns:p14="http://schemas.microsoft.com/office/powerpoint/2010/main" val="3415909809"/>
              </p:ext>
            </p:extLst>
          </p:nvPr>
        </p:nvGraphicFramePr>
        <p:xfrm>
          <a:off x="149075" y="6490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Capacidad médica instalada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" name="Google Shape;145;g370e475fb19_0_77"/>
          <p:cNvSpPr txBox="1"/>
          <p:nvPr/>
        </p:nvSpPr>
        <p:spPr>
          <a:xfrm>
            <a:off x="361950" y="9522000"/>
            <a:ext cx="7048500" cy="3077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800" b="0" i="0" u="none" strike="noStrike" cap="none" baseline="30000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*</a:t>
            </a:r>
            <a:r>
              <a:rPr lang="es" sz="800" b="0" i="0" u="none" strike="noStrike" cap="none" dirty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No se consideran salas de tococirugía, expulsión y recuperación.</a:t>
            </a:r>
            <a:endParaRPr sz="800" b="0" i="0" u="none" strike="noStrike" cap="none" dirty="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363600" y="1134000"/>
          <a:ext cx="7200000" cy="29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2800"/>
                <a:gridCol w="1198800"/>
                <a:gridCol w="622800"/>
                <a:gridCol w="824400"/>
                <a:gridCol w="824400"/>
                <a:gridCol w="658800"/>
                <a:gridCol w="1458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Productividad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Qx*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4 Iguala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HGZMF 8 Zihuatanejo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1963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3 Chilpancingo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5 Taxco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1986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HGSMF 19 Cd. Altamirano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1986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HGR 1 Vicente Guerrero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1991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358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HR La Union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223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8" name="TextBox 147"/>
          <p:cNvSpPr txBox="1"/>
          <p:nvPr/>
        </p:nvSpPr>
        <p:spPr>
          <a:xfrm>
            <a:off x="370800" y="5094000"/>
            <a:ext cx="36000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280800" y="1274400"/>
          <a:ext cx="7286400" cy="20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200"/>
                <a:gridCol w="1018800"/>
                <a:gridCol w="997200"/>
                <a:gridCol w="939600"/>
                <a:gridCol w="640800"/>
                <a:gridCol w="1072800"/>
                <a:gridCol w="1134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Segundo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5 Taxco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8 Zihuatanejo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HR La Union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19 Cd. Altamirano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3 Chilpancingo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Vicente Guerrero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4 Iguala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622800" y="8949600"/>
            <a:ext cx="5320800" cy="37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enero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64;g370e87ffe7a_2_8">
            <a:extLst>
              <a:ext uri="{FF2B5EF4-FFF2-40B4-BE49-F238E27FC236}">
                <a16:creationId xmlns:a16="http://schemas.microsoft.com/office/drawing/2014/main" id="{507FEF15-F208-7692-1DD1-CC69917AAA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1448324"/>
              </p:ext>
            </p:extLst>
          </p:nvPr>
        </p:nvGraphicFramePr>
        <p:xfrm>
          <a:off x="149075" y="649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15 Unidades de Medicina Familiar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12 Unidades Médicas de lunes a viernes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1200" y="1378800"/>
          <a:ext cx="7290000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3200"/>
                <a:gridCol w="1584000"/>
                <a:gridCol w="1522800"/>
                <a:gridCol w="15300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9 Acapulco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39,002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7 Tierra Colorada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31 Mezcala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28 El Coloso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6,301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27 Petacalco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25 Ometepec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23 Chilapa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21 Cutzamala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20 Coyuca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17 La Unión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15 Petatlan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1,215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12 S. Marcos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1,123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52,054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74dacdbb20_1_49"/>
          <p:cNvGraphicFramePr/>
          <p:nvPr>
            <p:extLst>
              <p:ext uri="{D42A27DB-BD31-4B8C-83A1-F6EECF244321}">
                <p14:modId xmlns:p14="http://schemas.microsoft.com/office/powerpoint/2010/main" val="2424095382"/>
              </p:ext>
            </p:extLst>
          </p:nvPr>
        </p:nvGraphicFramePr>
        <p:xfrm>
          <a:off x="149075" y="703350"/>
          <a:ext cx="74742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lang="es-MX"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700"/>
                        <a:buFont typeface="Arial"/>
                        <a:buNone/>
                      </a:pP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TextBox 17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15 Unidades de Medicina Familiar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3 Unidades Médicas de tiempo completo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No incluye Unidades Auxiliares de Medicina Familiar</a:t>
            </a:r>
            <a:br/>
            <a:r>
              <a:t>Corte de información: Semana 9 febrero 2026</a:t>
            </a:r>
          </a:p>
        </p:txBody>
      </p:sp>
      <p:graphicFrame>
        <p:nvGraphicFramePr>
          <p:cNvPr id="177" name="Table 176"/>
          <p:cNvGraphicFramePr>
            <a:graphicFrameLocks noGrp="1"/>
          </p:cNvGraphicFramePr>
          <p:nvPr/>
        </p:nvGraphicFramePr>
        <p:xfrm>
          <a:off x="151200" y="1378800"/>
          <a:ext cx="7473600" cy="7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9600"/>
                <a:gridCol w="1285200"/>
                <a:gridCol w="1411200"/>
                <a:gridCol w="1018800"/>
                <a:gridCol w="14688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Médica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Antigüedad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TC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febrero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26 Acapulco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44,874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 2 La Garita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25,712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UMF-UMAA 29 Diamante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22,351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28.0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92,937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 2025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49808" y="1984248"/>
            <a:ext cx="1984248" cy="525780"/>
          </a:xfrm>
          <a:prstGeom prst="roundRect">
            <a:avLst/>
          </a:prstGeom>
          <a:solidFill>
            <a:srgbClr val="6011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 b="1">
                <a:solidFill>
                  <a:srgbClr val="FFFFFF"/>
                </a:solidFill>
                <a:latin typeface="Montserrat"/>
              </a:defRPr>
            </a:pPr>
            <a:r>
              <a:t>Total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2510028"/>
            <a:ext cx="1984248" cy="278892"/>
          </a:xfrm>
          <a:prstGeom prst="roundRect">
            <a:avLst/>
          </a:prstGeom>
          <a:solidFill>
            <a:srgbClr val="9F22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113</a:t>
            </a:r>
          </a:p>
        </p:txBody>
      </p:sp>
      <p:pic>
        <p:nvPicPr>
          <p:cNvPr id="7" name="Picture 6" descr="Flecha_para_diapositiva_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167128"/>
            <a:ext cx="365760" cy="2836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0" y="134416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Plazas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6994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670048"/>
            <a:ext cx="1984248" cy="52578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Sustitución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195828"/>
            <a:ext cx="1984248" cy="278892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  <a:latin typeface="Montserrat"/>
              </a:defRPr>
            </a:pPr>
            <a:r>
              <a:t>63</a:t>
            </a:r>
          </a:p>
        </p:txBody>
      </p:sp>
      <p:pic>
        <p:nvPicPr>
          <p:cNvPr id="12" name="Picture 11" descr="Mapa_draft_etiquetas_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" y="3721608"/>
            <a:ext cx="7187184" cy="42911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26087765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Qx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fecha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3 Chilpancingo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8 Zihuatanejo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Vicente Guerrero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4 Iguala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5 Taxco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19 Cd. Altamirano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1,825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29 Diamante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49,275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2,768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7,169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541327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: </a:t>
                      </a:r>
                      <a:r>
                        <a:rPr lang="es" sz="2100" b="1" u="none" strike="noStrike" cap="none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de especialidad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Avance alcanzado respecto a la meta establecida para el mismo periodo.</a:t>
            </a:r>
            <a:br/>
            <a:r>
              <a:t>Corte de información: Semana: 9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477200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00"/>
                <a:gridCol w="968400"/>
                <a:gridCol w="968400"/>
                <a:gridCol w="968400"/>
                <a:gridCol w="968400"/>
                <a:gridCol w="968400"/>
                <a:gridCol w="1101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 medica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Atenciones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 mes actual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HGR 1 Vicente Guerrero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229,950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25,360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43,542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5 Taxco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26,280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2,686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4 Iguala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HGZMF 8 Zihuatanejo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45,990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2,682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3 Chilpancingo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UMAA 29 Diamante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52,560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7,552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HGSMF 19 Cd. Altamirano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446,760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39,048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76,051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7%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5408849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Meta: </a:t>
                      </a: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47600" y="12384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OOAD</a:t>
            </a:r>
          </a:p>
        </p:txBody>
      </p:sp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44000" y="1238400"/>
          <a:ext cx="7488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000"/>
                <a:gridCol w="936000"/>
                <a:gridCol w="1144800"/>
                <a:gridCol w="1335600"/>
                <a:gridCol w="1263600"/>
                <a:gridCol w="936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Metas 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esperada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 avance a la fecha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425,952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76,699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50,497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Medicina Familiar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1,052,352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179,827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109,436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Consulta de especialidad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446,760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76,051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39,048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Cirugías electivas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49,275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7,169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2,768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3C790683-245A-1FE6-35AC-FBB0C23942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246189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Tiempos de espera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Corte de información: semana 9, febrero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584000" y="1591200"/>
          <a:ext cx="5040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1,372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Proctología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4,972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Table 233"/>
          <p:cNvGraphicFramePr>
            <a:graphicFrameLocks noGrp="1"/>
          </p:cNvGraphicFramePr>
          <p:nvPr/>
        </p:nvGraphicFramePr>
        <p:xfrm>
          <a:off x="1584000" y="6083999"/>
          <a:ext cx="5040000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0"/>
                <a:gridCol w="14400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8C8C"/>
                          </a:solidFill>
                          <a:latin typeface="Montserrat"/>
                        </a:defRPr>
                      </a:pPr>
                      <a:r>
                        <a:t>1,934</a:t>
                      </a:r>
                    </a:p>
                  </a:txBody>
                  <a:tcPr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4,479	 Personal de Salud: 7,190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+64.7%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84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+26.3%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826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1,043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+11.6%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1,440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1,607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+8.7%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1,060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1,152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+167.7%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257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-13.0%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386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336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837176" y="5513832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837176" y="6848856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36576" marR="36576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147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375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Dirección de Administración. Base SIAP comparativa del diciembre 2018 con el febrero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4370400" cy="59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Se muestra el total de egresos en la entidad y sólo las cinco especialidades con mayor egresos de cada año. Corte de información febrero 2026. 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Sistema de Información Operativa. Personal de base. Corte de información: enero 2026.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6,435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383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93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79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1,646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748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9,212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Diabetes mellitus   (349,763)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(33,204)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Las demás enfermedades víricas   (10,004)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Otras Enfermedades virales   (10,114)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(179)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(264,903)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(32,585)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y envenenamientos   (3,967)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Embarazo, parto y puerperio   (5,517)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Otras enfermedades respiratorias  (131)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Infecciones respiratorias agudas   (94,386)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(28,702)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Cesárea   (3,694)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(4,085)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Neumonía e influenza  (97)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traumatismos e intoxicaciones   (44,859)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 (20,372)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cataratas (Facoemulsificación con implante de lente intraocular)   (1,324)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Insuficiencia renal   (2,255)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cerebrovasculares  (91)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y trastornos de las articulaciones   (41,187)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Enfermedades del corazón   (17,926)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Cirugía de Hernias (Hernioplastía)   (1,173)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Hernias   (1,106)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Tumores malignos  (91)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Noto Sans"/>
              </a:defRPr>
            </a:pPr>
            <a:r>
              <a:t>Corte de información: noviembre 2025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BC955C"/>
                </a:solidFill>
                <a:latin typeface="Montserrat"/>
              </a:defRPr>
            </a:pPr>
            <a:r>
              <a:t>Abasto Recetas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1887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1554480"/>
            <a:ext cx="704088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febrero de cada año</a:t>
            </a:r>
          </a:p>
        </p:txBody>
      </p:sp>
      <p:pic>
        <p:nvPicPr>
          <p:cNvPr id="8" name="Picture 7" descr="grafica_recetas_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74,314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505,459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50,287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502,365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90.9%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28 de febrero de 2026.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172F45EF-806A-7DEF-DC63-351C21F80D2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395;p15">
            <a:extLst>
              <a:ext uri="{FF2B5EF4-FFF2-40B4-BE49-F238E27FC236}">
                <a16:creationId xmlns:a16="http://schemas.microsoft.com/office/drawing/2014/main" id="{E9B6FDE2-AB5C-C52C-B0E2-79E10310850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6470" y="2231023"/>
            <a:ext cx="1599000" cy="5996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96;p15">
            <a:extLst>
              <a:ext uri="{FF2B5EF4-FFF2-40B4-BE49-F238E27FC236}">
                <a16:creationId xmlns:a16="http://schemas.microsoft.com/office/drawing/2014/main" id="{0583F7E9-F9AC-9429-DAFB-7DAA10EEDC5C}"/>
              </a:ext>
            </a:extLst>
          </p:cNvPr>
          <p:cNvSpPr txBox="1"/>
          <p:nvPr/>
        </p:nvSpPr>
        <p:spPr>
          <a:xfrm>
            <a:off x="137120" y="1813354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sz="1200" b="1" i="0" u="none" strike="noStrike" cap="none">
              <a:solidFill>
                <a:srgbClr val="BC955C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s" sz="1200" b="1" i="0" u="none" strike="noStrike" cap="none">
                <a:solidFill>
                  <a:srgbClr val="BC955C"/>
                </a:solidFill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sz="1200" b="0" i="0" u="none" strike="noStrike" cap="none">
              <a:solidFill>
                <a:srgbClr val="BC955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276923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Equipo médico y electromecánico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33 piezas de equipo electromecánico: 8 aires acondicionados, 5 elevadores, 16 cuartos de máquinas y 4 plantas de lavado.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$215.6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Adquisición de 85 piezas de equipo médico: 1 Tomógrafo, 82 Camilla, 2 Refrigerador para vacunas.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$39.1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Inversión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Accesibilidad (rampas) en 7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$6.5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Hemodiálisis Interna en 3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$9.7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Mejora en Subdelegaciones en 4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$50.1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Residencias Médicas en 9 unidades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$19.3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Salud Mental en 1 unidad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$0.5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Intervención en áreas de Terapia Intensiva en 1 unidad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$23.5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6923"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  <a:r>
                        <a:t>Programa Anual de Operaciones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276924"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Mantenimiento a equipo médico, onda de calor, mantenimiento a centrales de aire grado médico, entre otros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Montserrat"/>
                        </a:defRPr>
                      </a:pPr>
                      <a:r>
                        <a:t>$284.1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22000" y="23616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648.4 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70;p14">
            <a:extLst>
              <a:ext uri="{FF2B5EF4-FFF2-40B4-BE49-F238E27FC236}">
                <a16:creationId xmlns:a16="http://schemas.microsoft.com/office/drawing/2014/main" id="{B709195D-5962-6442-81D8-2EFB6D8D7190}"/>
              </a:ext>
            </a:extLst>
          </p:cNvPr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Inversión, 2019-2024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371;p14">
            <a:extLst>
              <a:ext uri="{FF2B5EF4-FFF2-40B4-BE49-F238E27FC236}">
                <a16:creationId xmlns:a16="http://schemas.microsoft.com/office/drawing/2014/main" id="{6AC64192-1EFE-6740-4042-23283E03A1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2834" y="2245621"/>
            <a:ext cx="1599006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373;p14">
            <a:extLst>
              <a:ext uri="{FF2B5EF4-FFF2-40B4-BE49-F238E27FC236}">
                <a16:creationId xmlns:a16="http://schemas.microsoft.com/office/drawing/2014/main" id="{E7E32C0D-5A5C-F971-661D-A7FFF038D554}"/>
              </a:ext>
            </a:extLst>
          </p:cNvPr>
          <p:cNvSpPr txBox="1"/>
          <p:nvPr/>
        </p:nvSpPr>
        <p:spPr>
          <a:xfrm>
            <a:off x="363901" y="1991425"/>
            <a:ext cx="1304400" cy="28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¿Qué se hizo? </a:t>
            </a:r>
            <a:b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2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2019-2024</a:t>
            </a:r>
            <a:endParaRPr sz="12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86400" y="1584000"/>
          <a:ext cx="5670000" cy="3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95200"/>
                <a:gridCol w="874800"/>
              </a:tblGrid>
              <a:tr h="156521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Descripción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Ampliación y Remodelación de la UCIN en el HGR 1, Acapulco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$32.1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Centro de Mezclas en la UMF 29/UMAA, Acapulco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Habilitación de ONCOCREAN en HGR 1 Vicente Guerrero Acapulco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Almacén Delegacional, Acapulco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Techado de Alberca olímpica del CSS, Acapulco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UMF 31 con 4 consultorios, Mezcala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  <a:r>
                        <a:t>Proyectos de conservación</a:t>
                      </a:r>
                    </a:p>
                  </a:txBody>
                  <a:tcPr>
                    <a:solidFill>
                      <a:srgbClr val="ADADA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ADADAD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Adquisición y sustitución de equipo electromecánico (5 elevadores, 14 lavadoras, 10 secadoras, 3 camaras de refrigeración, 2 torres de enfriamiento)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$196.5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Ampliación y Remodelación de la UCIN en el HGR 1 Acapulco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$32.1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Conservación en unidades no médicas en prestaciones sociales del CSS Iguala, CSS Taxco y CSS Chilpancingo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$15.7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7 Unidades de Medicina Familiar, HGSMF 19, HGSMF 5, UMF 31, UMF 2, UMF 9, UMF- UMAA 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Dignificación de baños en 16 unidades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$84.4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Intervención 14 Quirófanos en HGR 1, HGSMF 19, HGSMF 3, HGSMF 5, HGZMF 4, HGZMF 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Nueva Sala de Hemodinamia, HGR 1 Vicente Guerrero, Acapulco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$46.2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Recursos para mantenimiento de infraestructura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$127.8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2 Hospitales HGSMF 19 Cd. Altamirano y HGSMF 5 Taxco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$6.7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almacenes, unidades y residencias médicas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diversos inmuebles y otras instalaciones dañadas por OTIS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$219.4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 servicios de cocinas y comedores en 5 unidades médicas (HGZMF 19, HGSZMF 3, HGZMF 4, HGZMF 5 y HGZMF 8), Cd. Altamirano, Taxco, Iguala, Chilpancingo y Zihuatanejo.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$4.5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6521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del HGSZ 3 Chilpancingo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$10.9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56538"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Rehabilitación integral del HGR 1 Vicente Guerrero, Acapulco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latin typeface="Montserrat"/>
                        </a:defRPr>
                      </a:pPr>
                      <a:r>
                        <a:t>$823.3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1200" y="2365200"/>
            <a:ext cx="1227600" cy="435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  <a:latin typeface="Montserrat"/>
              </a:defRPr>
            </a:pPr>
            <a:r>
              <a:t>1,736.6 mdp</a:t>
            </a:r>
          </a:p>
        </p:txBody>
      </p:sp>
    </p:spTree>
    <p:extLst>
      <p:ext uri="{BB962C8B-B14F-4D97-AF65-F5344CB8AC3E}">
        <p14:creationId xmlns:p14="http://schemas.microsoft.com/office/powerpoint/2010/main" val="3258074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14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12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2,272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309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97199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1 CEBIS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Acapulco (Polígono D)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697201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5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Chilpancingo, Acapulco, Iguala, Taxco, Zihuatanejo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10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No. 18 Acapulco y No. 103 Taxco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2_gr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2400" y="5832000"/>
            <a:ext cx="4608000" cy="3560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14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353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Noto Sans"/>
              </a:defRPr>
            </a:pPr>
            <a:r>
              <a:t>Fuente: Boletín de guarderías enero de 2026.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47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7,216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7,190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MEXICO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3,724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3,596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COMISION FEDERAL DE ELECTRICIDAD EPE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2,735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3,439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SISTEMA PARA EL DESARROLLO INTEGRAL DE LA FAMILIA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684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PROPIMEX S DE RL DE CV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1,957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1,950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-50.61%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-17.82%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-14.08%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-12.70%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-5.81%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+0.95%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+1.35%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+2.36%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Noto Sans Black"/>
              </a:defRPr>
            </a:pPr>
            <a:r>
              <a:t>+2.42%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852800" y="7390800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774400" y="7390800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Feb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134,802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1,771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29,283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166,758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Feb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130,944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27,550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159,415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-84%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-28%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Fuente: Dirección de Incoporación y Recaudación.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g370e87ffe7a_2_319"/>
          <p:cNvSpPr/>
          <p:nvPr/>
        </p:nvSpPr>
        <p:spPr>
          <a:xfrm>
            <a:off x="744125" y="1129296"/>
            <a:ext cx="609033" cy="528897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g370e87ffe7a_2_319"/>
          <p:cNvSpPr txBox="1"/>
          <p:nvPr/>
        </p:nvSpPr>
        <p:spPr>
          <a:xfrm>
            <a:off x="320200" y="24503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$556.71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Febrero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12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612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Febrero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612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$287.10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$556.71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$16,701.3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05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JORGE ALONSO ELACIO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$10,766.27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INDUSTRIAS DE HIELO DE ACAPULCO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$6,544.07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ALONSO ESTRUCTURAS METALIKAS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$6,047.99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2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Comisión de Agua Potable y Alcantarillado de Chilpancingo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$4,907.09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Fideicomiso Bahía de Zihuatanejo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$579.24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Salario base de cotización: se utilizo para deflactar el INPC a febrero de 2026 144.307, para diciembre 2018 es 103.02, el indice para dividir diciembre 2018 es de 0.713895.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813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Fuente: Dirección de Incorporación y Recaudación enero 2026.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Noto Sans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20726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7264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15,846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6,843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1,116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3,748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4,139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162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331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2,137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1,361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78,827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adscrita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13,005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65,822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24,865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15,846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351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>
          <a:extLst>
            <a:ext uri="{FF2B5EF4-FFF2-40B4-BE49-F238E27FC236}">
              <a16:creationId xmlns:a16="http://schemas.microsoft.com/office/drawing/2014/main" id="{8B7BFF1B-B63F-1B89-9135-525643179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Guerrero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7"/>
          </a:graphicData>
        </a:graphic>
      </p:graphicFrame>
    </p:spTree>
    <p:extLst>
      <p:ext uri="{BB962C8B-B14F-4D97-AF65-F5344CB8AC3E}">
        <p14:creationId xmlns:p14="http://schemas.microsoft.com/office/powerpoint/2010/main" val="1490408621"/>
      </p:ext>
    </p:extLst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 Ordinario Guerrero (cont.)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0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3959352" y="5760720"/>
          <a:ext cx="3913632" cy="36576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83464" y="649224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Especialistas, Draft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3464" y="1033272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GUERRERO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1200" y="9658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Noto Sans"/>
              </a:defRPr>
            </a:pPr>
            <a:r>
              <a:t>Corte de Información: marzo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46504" y="1371600"/>
            <a:ext cx="4645152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400">
                <a:solidFill>
                  <a:srgbClr val="006455"/>
                </a:solidFill>
                <a:latin typeface="Noto Sans"/>
              </a:defRPr>
            </a:pPr>
            <a:r>
              <a:t>Programa IMSS--Coplamar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0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959352" y="1645920"/>
          <a:ext cx="3913632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191</Words>
  <Application>Microsoft Office PowerPoint</Application>
  <PresentationFormat>Personalizado</PresentationFormat>
  <Paragraphs>69</Paragraphs>
  <Slides>23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Noto Sans</vt:lpstr>
      <vt:lpstr>Montserrat</vt:lpstr>
      <vt:lpstr>Calibri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Rohan Myron Oprisko</cp:lastModifiedBy>
  <cp:revision>61</cp:revision>
  <dcterms:modified xsi:type="dcterms:W3CDTF">2026-03-12T18:39:06Z</dcterms:modified>
</cp:coreProperties>
</file>