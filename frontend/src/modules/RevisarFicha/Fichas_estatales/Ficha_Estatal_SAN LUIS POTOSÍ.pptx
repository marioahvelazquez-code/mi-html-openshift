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  <p:sldId id="293" r:id="rId44"/>
    <p:sldId id="294" r:id="rId45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1398589.0</c:v>
                </c:pt>
                <c:pt idx="1">
                  <c:v>611344.0</c:v>
                </c:pt>
                <c:pt idx="2">
                  <c:v>339985.0</c:v>
                </c:pt>
                <c:pt idx="3">
                  <c:v>644631.0</c:v>
                </c:pt>
                <c:pt idx="4">
                  <c:v>8102.0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63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Transportes y Comunicaciones</c:v>
                </c:pt>
                <c:pt idx="5">
                  <c:v>Industrias Extractivas</c:v>
                </c:pt>
                <c:pt idx="6">
                  <c:v>Agricultura, Ganaderia, Silvicultura, Pesca y Caza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35045</c:v>
                </c:pt>
                <c:pt idx="1">
                  <c:v>60984</c:v>
                </c:pt>
                <c:pt idx="2">
                  <c:v>203409</c:v>
                </c:pt>
                <c:pt idx="3">
                  <c:v>53958</c:v>
                </c:pt>
                <c:pt idx="4">
                  <c:v>27644</c:v>
                </c:pt>
                <c:pt idx="5">
                  <c:v>5361</c:v>
                </c:pt>
                <c:pt idx="6">
                  <c:v>23191</c:v>
                </c:pt>
                <c:pt idx="7">
                  <c:v>2421</c:v>
                </c:pt>
                <c:pt idx="8">
                  <c:v>76970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Transportes y Comunicaciones</c:v>
                </c:pt>
                <c:pt idx="5">
                  <c:v>Industrias Extractivas</c:v>
                </c:pt>
                <c:pt idx="6">
                  <c:v>Agricultura, Ganaderia, Silvicultura, Pesca y Caza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33366</c:v>
                </c:pt>
                <c:pt idx="1">
                  <c:v>59350</c:v>
                </c:pt>
                <c:pt idx="2">
                  <c:v>199689</c:v>
                </c:pt>
                <c:pt idx="3">
                  <c:v>53292</c:v>
                </c:pt>
                <c:pt idx="4">
                  <c:v>27426</c:v>
                </c:pt>
                <c:pt idx="5">
                  <c:v>5328</c:v>
                </c:pt>
                <c:pt idx="6">
                  <c:v>23142</c:v>
                </c:pt>
                <c:pt idx="7">
                  <c:v>2448</c:v>
                </c:pt>
                <c:pt idx="8">
                  <c:v>79808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434012</c:v>
                </c:pt>
                <c:pt idx="1">
                  <c:v>445202</c:v>
                </c:pt>
                <c:pt idx="2">
                  <c:v>455287</c:v>
                </c:pt>
                <c:pt idx="3">
                  <c:v>447419</c:v>
                </c:pt>
                <c:pt idx="4">
                  <c:v>456461</c:v>
                </c:pt>
                <c:pt idx="5">
                  <c:v>464403</c:v>
                </c:pt>
                <c:pt idx="6">
                  <c:v>486666</c:v>
                </c:pt>
                <c:pt idx="7">
                  <c:v>488983</c:v>
                </c:pt>
                <c:pt idx="8">
                  <c:v>483849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4 El Naranjo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Cirugia General</c:v>
                </c:pt>
                <c:pt idx="1">
                  <c:v>Medicina De Urgencias</c:v>
                </c:pt>
                <c:pt idx="2">
                  <c:v>Urgencias Pediatrica</c:v>
                </c:pt>
                <c:pt idx="3">
                  <c:v>Ginecologia Y Obstetricia</c:v>
                </c:pt>
                <c:pt idx="4">
                  <c:v>Medicina Interna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9 Río Verde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Anestesiologia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50 Tangamanga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Hematologia</c:v>
                </c:pt>
                <c:pt idx="1">
                  <c:v>Medicina De Urgencias</c:v>
                </c:pt>
                <c:pt idx="2">
                  <c:v>Gastroenterologia</c:v>
                </c:pt>
                <c:pt idx="3">
                  <c:v>Patologia Clinica</c:v>
                </c:pt>
                <c:pt idx="4">
                  <c:v>Imagenologia Diagnostica Y Terapeutica</c:v>
                </c:pt>
                <c:pt idx="5">
                  <c:v>Cirugia General</c:v>
                </c:pt>
                <c:pt idx="6">
                  <c:v>Medicina Familiar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6 Cd. Valles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Medicina Interna</c:v>
                </c:pt>
                <c:pt idx="1">
                  <c:v>Nefrologia</c:v>
                </c:pt>
                <c:pt idx="2">
                  <c:v>Pediatria</c:v>
                </c:pt>
                <c:pt idx="3">
                  <c:v>Imagenologia Diagnostica Y Terapeutica</c:v>
                </c:pt>
                <c:pt idx="4">
                  <c:v>Medicina De Rehabilitacion</c:v>
                </c:pt>
                <c:pt idx="5">
                  <c:v>Medicina De Urgencias</c:v>
                </c:pt>
                <c:pt idx="6">
                  <c:v>Coloproctologia</c:v>
                </c:pt>
                <c:pt idx="7">
                  <c:v>Geriatria Directa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San Luis Potosí.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Cirugia General</c:v>
                </c:pt>
                <c:pt idx="1">
                  <c:v>Medicina Interna</c:v>
                </c:pt>
                <c:pt idx="2">
                  <c:v>Pediatria</c:v>
                </c:pt>
                <c:pt idx="3">
                  <c:v>Psiquiatria</c:v>
                </c:pt>
                <c:pt idx="4">
                  <c:v>Medicina Familiar</c:v>
                </c:pt>
                <c:pt idx="5">
                  <c:v>Endocrinologia Pediatrica</c:v>
                </c:pt>
                <c:pt idx="6">
                  <c:v>Medicina De Urgencias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 San Luis Potosí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Interna</c:v>
                </c:pt>
                <c:pt idx="1">
                  <c:v>Medicina Familiar</c:v>
                </c:pt>
                <c:pt idx="2">
                  <c:v>Medicina De Urgencias</c:v>
                </c:pt>
                <c:pt idx="3">
                  <c:v>Imagenologia Diagnostica Y Terapeutica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Charcas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Cirugia General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10 Matehuala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20 V. Reyes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21 V. Zaragoza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26 Cárdenas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40 Venado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45 San Luis Potosí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47 San Luis Potosí (Total: 14)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49 San Luis Potosí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 Soledad Graciano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51 María Cecilia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 Morales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4 El Naranjo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Traumatologia Y Ortopedia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 San Luis Potosí.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General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Cerritos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Cirugia General</c:v>
                </c:pt>
                <c:pt idx="1">
                  <c:v>Ginecologia Y Obstetricia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Los Hernandez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Anestesiologia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10 Matehuala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51 María Cecilia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San Luis Potosí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4_s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1,398,589</a:t>
            </a:r>
            <a:br/>
            <a:r>
              <a:t>47%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611,344</a:t>
            </a:r>
            <a:br/>
            <a:r>
              <a:t>20%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339,985</a:t>
            </a:r>
            <a:br/>
            <a:r>
              <a:t>11%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644,631</a:t>
            </a:r>
            <a:br/>
            <a:r>
              <a:t>21%</a:t>
            </a:r>
          </a:p>
        </p:txBody>
      </p:sp>
      <p:pic>
        <p:nvPicPr>
          <p:cNvPr id="135" name="Picture 134" descr="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8,102</a:t>
            </a:r>
            <a:br/>
            <a:r>
              <a:t>0.27%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3,002,651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1,261,206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1,398,589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690,349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827,992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439,816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481,061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148,300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167,168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570,857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570,597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196,946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293,021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259,219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792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4_s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29 UMF, 2 UMFH y 0 UMF-UMAA, y no incluye 6 Unidades Auxiliares de Medicina Familiar.</a:t>
            </a:r>
            <a:br/>
            <a:r>
              <a:t>2. Incluye la UMAA0,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45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Axtla De Terrazas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Zacatipan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Cerritos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Matehuala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Charcas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Los Hernandez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6984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32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Los Hernandez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Axtla De Terrazas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Zacatipan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Cerritos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Matehuala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Charcas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12 Tamasopo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11 Rascón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Cd. Maíz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Morales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La Hincada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Venegas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Cedral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Moctezuma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Venado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Tamazunchale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V. Alfredo M.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Tampamolon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Cd. Santos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Tanlajas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Aquismon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Ebano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Cerritos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Guadalcazar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V. Zaragoza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V. Reyes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S. María Río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S.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El Tamuin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Matehuala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50,033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Soledad Graciano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San Luis Potosí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74,073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49,786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Cd. Valles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51 María Cecilia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224,524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180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74</a:t>
            </a:r>
          </a:p>
        </p:txBody>
      </p:sp>
      <p:pic>
        <p:nvPicPr>
          <p:cNvPr id="12" name="Picture 11" descr="Mapa_draft_etiquetas_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6417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49,275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3,062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6,156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545,310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39,737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85,727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1,941,840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318,923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192,588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545,310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49,275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6,399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2,017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6,134	 Personal de Salud: 10,754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+80.0%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1,057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1,337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+20.5%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2,001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2,411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+150.0%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-6.8%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8,859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491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1,953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911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17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12,214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(487,628)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(121,097)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(5,190)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(8,901)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(411)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(424,930)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(45,289)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(5,128)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(5,614)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(354)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(124,397)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Trastornos de la piel y tejidos superficiales   (40,366)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(1,993)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(2,679)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(310)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(84,633)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(33,047)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(1,931)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perinatales   (2,480)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(275)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(81,974)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(31,561)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(1,823)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(1,929)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(179)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81,006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768,433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40,918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787,170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5714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21 piezas de equipo electromecánico: 18 Plantas de lavado, 1 Cuarto de Maquinas, 2 Elevadores.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$64.7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214 piezas de equipo médico: 1 Tomógrafo, 163 Camilla, 2 Mastógrafo, 46 Silla de ruedas, 2 Refrigerador para vacunas.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15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6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5715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$139.4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315.5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Albergue Comunitario de 60 Camas en HR de IMSS Bienestar, Zacatipan Tamanzuchale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$50.8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Habilitación de ONCOCREAN en HGZ 1,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Banco de Sangre HGZ 6,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Hemodinámia en HGZ 50,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24 Unidades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(1 elevador, 4 generadores de vapor y 1 montacargas)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3 Salas de Quirófanos, en 2 Hospitales, El Naranjo y San Luis Potosí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áreas de cocinas y comedores en 5 unidades médicas (HGZ 1, HGZ 2, HGZ 4, HGZ 50 y UMF 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 área de patología en el HGZ 1,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almacen, San Luis Potosí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$18.7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11 unidades (HGZ 1, HGZ 2, HGZ 4, HGZ 6, UMF 47, UMF 48, Subdelegación y Guarderia)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médicas, almacenes y programa emergente COVID-19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$21.4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HGZ 50 y los Hospitales de Subzona, HGSMF 4 y HGSMF 9 ,El Naranjo y Río Verde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 2 elevadores HITRA en HGZ 6,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373.7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5,036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1,645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Soledad de Graciano Sánchez y El Naranjo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Luis Potosí, Ciudad Valles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39 Ciudad Valles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4_s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SAN LUIS POTOSI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16,996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16,961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GENERAL MOTORS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CONTROLADORA MABE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-4.79%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-2.68%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-1.83%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-1.23%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-0.79%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-0.62%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-0.21%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+1.12%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+3.69%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396,201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11,448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71,852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9,482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488,983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394,317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483,849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-0%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$665.31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$342.23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$665.31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$19,959.3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MACHINERY Y SOLUCIONES ALK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$7,752.96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RISING FARMS SAPI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$7,751.69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PRODUCTOS ESPECIALIZADOS DE ACERO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$7,486.96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Agua Potable Alcantarillado y Saneamiento de Cárdenas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$74.47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Dirección de Agua Potable Alcantarillado y Saneamiento de Ciudad Valles S.L.P.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$68.96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Centro de Producción Santa Rita S.A. de C.V.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$34,126.44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155,452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545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72,860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12,764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14,741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8,471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611,344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168,147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443,197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157,108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155,452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6,601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San Luis Potosí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San Luis Potosí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San Luis Potosí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San Luis Potosí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San Luis Potosí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