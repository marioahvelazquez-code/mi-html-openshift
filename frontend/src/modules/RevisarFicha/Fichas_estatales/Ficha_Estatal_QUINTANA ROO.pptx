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7" r:id="rId11"/>
    <p:sldId id="280" r:id="rId12"/>
    <p:sldId id="287" r:id="rId13"/>
    <p:sldId id="290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3" r:id="rId23"/>
    <p:sldId id="291" r:id="rId40"/>
  </p:sldIdLst>
  <p:sldSz cx="7772400" cy="10058400"/>
  <p:notesSz cx="6858000" cy="9144000"/>
  <p:embeddedFontLst>
    <p:embeddedFont>
      <p:font typeface="Montserrat" pitchFamily="2" charset="0"/>
      <p:regular r:id="rId25"/>
      <p:bold r:id="rId26"/>
      <p:italic r:id="rId27"/>
      <p:boldItalic r:id="rId28"/>
    </p:embeddedFont>
    <p:embeddedFont>
      <p:font typeface="Noto Sans" panose="020B050204050402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1DD846-E312-4F47-9C7E-25E94B8F68C5}" v="1" dt="2026-03-12T17:51:04.33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40" Type="http://schemas.openxmlformats.org/officeDocument/2006/relationships/slide" Target="slides/slide23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modSld">
      <pc:chgData name="Rohan Myron Oprisko" userId="a7c52ab4-f8b1-4d15-aaf6-6388cc510347" providerId="ADAL" clId="{EEEE6C0E-EB18-4E43-B633-E5F95274828B}" dt="2026-03-12T18:40:08.203" v="5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1:19.513" v="2" actId="1076"/>
        <pc:sldMkLst>
          <pc:docMk/>
          <pc:sldMk cId="0" sldId="258"/>
        </pc:sldMkLst>
        <pc:graphicFrameChg chg="add mod">
          <ac:chgData name="Rohan Myron Oprisko" userId="a7c52ab4-f8b1-4d15-aaf6-6388cc510347" providerId="ADAL" clId="{EEEE6C0E-EB18-4E43-B633-E5F95274828B}" dt="2026-03-12T17:51:19.513" v="2" actId="1076"/>
          <ac:graphicFrameMkLst>
            <pc:docMk/>
            <pc:sldMk cId="0" sldId="258"/>
            <ac:graphicFrameMk id="2" creationId="{A74BA5C1-2E6F-DDDD-FFBA-AAF34461C16E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40:08.203" v="5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40:08.203" v="5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0:58.875" v="0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0:58.875" v="0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undo custSel addSld delSld modSld">
      <pc:chgData name="David Arturo Baltazar Sanchez" userId="25f522d3-6b93-447f-8e87-5af7c1a8f0db" providerId="ADAL" clId="{1167E2C4-85EE-4FA3-A5C3-376395AAEEB6}" dt="2026-03-11T19:03:13.610" v="70" actId="20577"/>
      <pc:docMkLst>
        <pc:docMk/>
      </pc:docMkLst>
      <pc:sldChg chg="del">
        <pc:chgData name="David Arturo Baltazar Sanchez" userId="25f522d3-6b93-447f-8e87-5af7c1a8f0db" providerId="ADAL" clId="{1167E2C4-85EE-4FA3-A5C3-376395AAEEB6}" dt="2026-03-11T00:35:35.738" v="67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3:13.610" v="70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3:13.610" v="70" actId="20577"/>
          <ac:spMkLst>
            <pc:docMk/>
            <pc:sldMk cId="0" sldId="260"/>
            <ac:spMk id="145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1T00:23:45.133" v="29" actId="478"/>
        <pc:sldMkLst>
          <pc:docMk/>
          <pc:sldMk cId="0" sldId="261"/>
        </pc:sldMkLst>
        <pc:spChg chg="del">
          <ac:chgData name="David Arturo Baltazar Sanchez" userId="25f522d3-6b93-447f-8e87-5af7c1a8f0db" providerId="ADAL" clId="{1167E2C4-85EE-4FA3-A5C3-376395AAEEB6}" dt="2026-03-11T00:23:45.133" v="29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43.974" v="28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new del">
        <pc:chgData name="David Arturo Baltazar Sanchez" userId="25f522d3-6b93-447f-8e87-5af7c1a8f0db" providerId="ADAL" clId="{1167E2C4-85EE-4FA3-A5C3-376395AAEEB6}" dt="2026-03-11T00:26:23.643" v="31" actId="47"/>
        <pc:sldMkLst>
          <pc:docMk/>
          <pc:sldMk cId="928051043" sldId="288"/>
        </pc:sldMkLst>
      </pc:sldChg>
      <pc:sldChg chg="new del">
        <pc:chgData name="David Arturo Baltazar Sanchez" userId="25f522d3-6b93-447f-8e87-5af7c1a8f0db" providerId="ADAL" clId="{1167E2C4-85EE-4FA3-A5C3-376395AAEEB6}" dt="2026-03-11T00:47:14.693" v="68" actId="47"/>
        <pc:sldMkLst>
          <pc:docMk/>
          <pc:sldMk cId="1080931811" sldId="288"/>
        </pc:sldMkLst>
      </pc:sldChg>
      <pc:sldChg chg="new del">
        <pc:chgData name="David Arturo Baltazar Sanchez" userId="25f522d3-6b93-447f-8e87-5af7c1a8f0db" providerId="ADAL" clId="{1167E2C4-85EE-4FA3-A5C3-376395AAEEB6}" dt="2026-03-11T00:26:36.074" v="33" actId="47"/>
        <pc:sldMkLst>
          <pc:docMk/>
          <pc:sldMk cId="1478125461" sldId="288"/>
        </pc:sldMkLst>
      </pc:sldChg>
      <pc:sldChg chg="new del">
        <pc:chgData name="David Arturo Baltazar Sanchez" userId="25f522d3-6b93-447f-8e87-5af7c1a8f0db" providerId="ADAL" clId="{1167E2C4-85EE-4FA3-A5C3-376395AAEEB6}" dt="2026-03-11T00:28:44.016" v="35" actId="680"/>
        <pc:sldMkLst>
          <pc:docMk/>
          <pc:sldMk cId="2538647063" sldId="288"/>
        </pc:sldMkLst>
      </pc:sldChg>
      <pc:sldChg chg="new">
        <pc:chgData name="David Arturo Baltazar Sanchez" userId="25f522d3-6b93-447f-8e87-5af7c1a8f0db" providerId="ADAL" clId="{1167E2C4-85EE-4FA3-A5C3-376395AAEEB6}" dt="2026-03-11T00:29:46.743" v="37" actId="680"/>
        <pc:sldMkLst>
          <pc:docMk/>
          <pc:sldMk cId="1990800304" sldId="289"/>
        </pc:sldMkLst>
      </pc:sldChg>
      <pc:sldChg chg="new del">
        <pc:chgData name="David Arturo Baltazar Sanchez" userId="25f522d3-6b93-447f-8e87-5af7c1a8f0db" providerId="ADAL" clId="{1167E2C4-85EE-4FA3-A5C3-376395AAEEB6}" dt="2026-03-11T00:32:03.604" v="43" actId="680"/>
        <pc:sldMkLst>
          <pc:docMk/>
          <pc:sldMk cId="419254101" sldId="290"/>
        </pc:sldMkLst>
      </pc:sldChg>
      <pc:sldChg chg="new del">
        <pc:chgData name="David Arturo Baltazar Sanchez" userId="25f522d3-6b93-447f-8e87-5af7c1a8f0db" providerId="ADAL" clId="{1167E2C4-85EE-4FA3-A5C3-376395AAEEB6}" dt="2026-03-11T00:31:06.802" v="41" actId="47"/>
        <pc:sldMkLst>
          <pc:docMk/>
          <pc:sldMk cId="1188354318" sldId="290"/>
        </pc:sldMkLst>
      </pc:sldChg>
      <pc:sldChg chg="addSp modSp new mod">
        <pc:chgData name="David Arturo Baltazar Sanchez" userId="25f522d3-6b93-447f-8e87-5af7c1a8f0db" providerId="ADAL" clId="{1167E2C4-85EE-4FA3-A5C3-376395AAEEB6}" dt="2026-03-11T00:34:00.644" v="66" actId="20577"/>
        <pc:sldMkLst>
          <pc:docMk/>
          <pc:sldMk cId="2277926431" sldId="290"/>
        </pc:sldMkLst>
        <pc:graphicFrameChg chg="add mod modGraphic">
          <ac:chgData name="David Arturo Baltazar Sanchez" userId="25f522d3-6b93-447f-8e87-5af7c1a8f0db" providerId="ADAL" clId="{1167E2C4-85EE-4FA3-A5C3-376395AAEEB6}" dt="2026-03-11T00:34:00.644" v="66" actId="20577"/>
          <ac:graphicFrameMkLst>
            <pc:docMk/>
            <pc:sldMk cId="2277926431" sldId="290"/>
            <ac:graphicFrameMk id="2" creationId="{47ECCB65-5E51-65E2-D82B-1623D1CC8DFA}"/>
          </ac:graphicFrameMkLst>
        </pc:graphicFrameChg>
      </pc:sldChg>
      <pc:sldChg chg="new del">
        <pc:chgData name="David Arturo Baltazar Sanchez" userId="25f522d3-6b93-447f-8e87-5af7c1a8f0db" providerId="ADAL" clId="{1167E2C4-85EE-4FA3-A5C3-376395AAEEB6}" dt="2026-03-11T00:32:47.754" v="45" actId="680"/>
        <pc:sldMkLst>
          <pc:docMk/>
          <pc:sldMk cId="2915184652" sldId="290"/>
        </pc:sldMkLst>
      </pc:sldChg>
      <pc:sldChg chg="new del">
        <pc:chgData name="David Arturo Baltazar Sanchez" userId="25f522d3-6b93-447f-8e87-5af7c1a8f0db" providerId="ADAL" clId="{1167E2C4-85EE-4FA3-A5C3-376395AAEEB6}" dt="2026-03-11T00:32:56.047" v="47" actId="680"/>
        <pc:sldMkLst>
          <pc:docMk/>
          <pc:sldMk cId="3598547803" sldId="290"/>
        </pc:sldMkLst>
      </pc:sldChg>
      <pc:sldChg chg="new del">
        <pc:chgData name="David Arturo Baltazar Sanchez" userId="25f522d3-6b93-447f-8e87-5af7c1a8f0db" providerId="ADAL" clId="{1167E2C4-85EE-4FA3-A5C3-376395AAEEB6}" dt="2026-03-11T00:31:02.012" v="39" actId="47"/>
        <pc:sldMkLst>
          <pc:docMk/>
          <pc:sldMk cId="3776525890" sldId="290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1155716.0</c:v>
                </c:pt>
                <c:pt idx="1">
                  <c:v>212055.0</c:v>
                </c:pt>
                <c:pt idx="2">
                  <c:v>762309.0</c:v>
                </c:pt>
                <c:pt idx="3">
                  <c:v>11002.0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63</c:v>
                </c:pt>
                <c:pt idx="2">
                  <c:v>65</c:v>
                </c:pt>
                <c:pt idx="3">
                  <c:v>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Extractivas</c:v>
                </c:pt>
                <c:pt idx="2">
                  <c:v>Industria de la Construcción</c:v>
                </c:pt>
                <c:pt idx="3">
                  <c:v>Industrias de la Transformación</c:v>
                </c:pt>
                <c:pt idx="4">
                  <c:v>Transportes y Comunicaciones</c:v>
                </c:pt>
                <c:pt idx="5">
                  <c:v>Ind Eléctrica y Captación y Suministro de Agua Potable</c:v>
                </c:pt>
                <c:pt idx="6">
                  <c:v>Comercio</c:v>
                </c:pt>
                <c:pt idx="7">
                  <c:v>Servicios Sociales y Comunales</c:v>
                </c:pt>
                <c:pt idx="8">
                  <c:v>Servicios para Empresas, Personas y el Hogar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4506</c:v>
                </c:pt>
                <c:pt idx="1">
                  <c:v>726</c:v>
                </c:pt>
                <c:pt idx="2">
                  <c:v>71255</c:v>
                </c:pt>
                <c:pt idx="3">
                  <c:v>13659</c:v>
                </c:pt>
                <c:pt idx="4">
                  <c:v>41397</c:v>
                </c:pt>
                <c:pt idx="5">
                  <c:v>3325</c:v>
                </c:pt>
                <c:pt idx="6">
                  <c:v>88873</c:v>
                </c:pt>
                <c:pt idx="7">
                  <c:v>35984</c:v>
                </c:pt>
                <c:pt idx="8">
                  <c:v>266102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Extractivas</c:v>
                </c:pt>
                <c:pt idx="2">
                  <c:v>Industria de la Construcción</c:v>
                </c:pt>
                <c:pt idx="3">
                  <c:v>Industrias de la Transformación</c:v>
                </c:pt>
                <c:pt idx="4">
                  <c:v>Transportes y Comunicaciones</c:v>
                </c:pt>
                <c:pt idx="5">
                  <c:v>Ind Eléctrica y Captación y Suministro de Agua Potable</c:v>
                </c:pt>
                <c:pt idx="6">
                  <c:v>Comercio</c:v>
                </c:pt>
                <c:pt idx="7">
                  <c:v>Servicios Sociales y Comunales</c:v>
                </c:pt>
                <c:pt idx="8">
                  <c:v>Servicios para Empresas, Personas y el Hogar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3642</c:v>
                </c:pt>
                <c:pt idx="1">
                  <c:v>609</c:v>
                </c:pt>
                <c:pt idx="2">
                  <c:v>65918</c:v>
                </c:pt>
                <c:pt idx="3">
                  <c:v>13438</c:v>
                </c:pt>
                <c:pt idx="4">
                  <c:v>40809</c:v>
                </c:pt>
                <c:pt idx="5">
                  <c:v>3295</c:v>
                </c:pt>
                <c:pt idx="6">
                  <c:v>88206</c:v>
                </c:pt>
                <c:pt idx="7">
                  <c:v>36745</c:v>
                </c:pt>
                <c:pt idx="8">
                  <c:v>271948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431285</c:v>
                </c:pt>
                <c:pt idx="1">
                  <c:v>459222</c:v>
                </c:pt>
                <c:pt idx="2">
                  <c:v>472041</c:v>
                </c:pt>
                <c:pt idx="3">
                  <c:v>363772</c:v>
                </c:pt>
                <c:pt idx="4">
                  <c:v>448714</c:v>
                </c:pt>
                <c:pt idx="5">
                  <c:v>487185</c:v>
                </c:pt>
                <c:pt idx="6">
                  <c:v>524804</c:v>
                </c:pt>
                <c:pt idx="7">
                  <c:v>525827</c:v>
                </c:pt>
                <c:pt idx="8">
                  <c:v>524610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HGP 7 Puerto Juárez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Ginecologia Y Obstetricia</c:v>
                </c:pt>
                <c:pt idx="1">
                  <c:v>Pediatria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4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17 Cancún (Total: 13)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Cirugia Cardiotoracica</c:v>
                </c:pt>
                <c:pt idx="1">
                  <c:v>Traumatologia Y Ortopedia</c:v>
                </c:pt>
                <c:pt idx="2">
                  <c:v>Medicina De Rehabilitacion</c:v>
                </c:pt>
                <c:pt idx="3">
                  <c:v>Ginecologia Y Obstetricia</c:v>
                </c:pt>
                <c:pt idx="4">
                  <c:v>Otorrinolaringologia Y Cirugia De Cabeza Y Cuello</c:v>
                </c:pt>
                <c:pt idx="5">
                  <c:v>Pediatria</c:v>
                </c:pt>
                <c:pt idx="6">
                  <c:v>Cirugia Pediatrica</c:v>
                </c:pt>
                <c:pt idx="7">
                  <c:v>Urologia</c:v>
                </c:pt>
                <c:pt idx="8">
                  <c:v>Imagenologia Diagnostica Y Terapeutica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3</c:v>
                </c:pt>
                <c:pt idx="8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2 Cozumel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Medicina Familiar</c:v>
                </c:pt>
                <c:pt idx="1">
                  <c:v>Pediatria</c:v>
                </c:pt>
                <c:pt idx="2">
                  <c:v>Cirugia General</c:v>
                </c:pt>
                <c:pt idx="3">
                  <c:v>Medicina Interna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18 Playa del Carmen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Dermatologia</c:v>
                </c:pt>
                <c:pt idx="1">
                  <c:v>Medicina Interna</c:v>
                </c:pt>
                <c:pt idx="2">
                  <c:v>Medicina Del Enfermo En Estado Critico</c:v>
                </c:pt>
                <c:pt idx="3">
                  <c:v>Oftalmologia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1 Chetumal (Total: 21)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Cirugia General</c:v>
                </c:pt>
                <c:pt idx="1">
                  <c:v>Otorrinolaringologia Y Cirugia De Cabeza Y Cuello</c:v>
                </c:pt>
                <c:pt idx="2">
                  <c:v>Anestesiologia</c:v>
                </c:pt>
                <c:pt idx="3">
                  <c:v>Imagenologia Diagnostica Y Terapeutica</c:v>
                </c:pt>
                <c:pt idx="4">
                  <c:v>Urologia</c:v>
                </c:pt>
                <c:pt idx="5">
                  <c:v>Medicina Interna</c:v>
                </c:pt>
                <c:pt idx="6">
                  <c:v>Medicina De Urgencias</c:v>
                </c:pt>
                <c:pt idx="7">
                  <c:v>Medicina Familiar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1</c:v>
                </c:pt>
                <c:pt idx="2">
                  <c:v>10</c:v>
                </c:pt>
                <c:pt idx="3">
                  <c:v>2</c:v>
                </c:pt>
                <c:pt idx="4">
                  <c:v>1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13 Cancún Norte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Familiar</c:v>
                </c:pt>
                <c:pt idx="1">
                  <c:v>Imagenologia Diagnostica Y Terapeutica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Quintana Roo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23_qr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</p:spTree>
    <p:extLst>
      <p:ext uri="{BB962C8B-B14F-4D97-AF65-F5344CB8AC3E}">
        <p14:creationId xmlns:p14="http://schemas.microsoft.com/office/powerpoint/2010/main" val="1990800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74BA5C1-2E6F-DDDD-FFBA-AAF34461C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528153"/>
              </p:ext>
            </p:extLst>
          </p:nvPr>
        </p:nvGraphicFramePr>
        <p:xfrm>
          <a:off x="313125" y="60833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4806387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2794185"/>
                  </a:ext>
                </a:extLst>
              </a:tr>
            </a:tbl>
          </a:graphicData>
        </a:graphic>
      </p:graphicFrame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1,155,716</a:t>
            </a:r>
            <a:br/>
            <a:r>
              <a:t>54%</a:t>
            </a:r>
          </a:p>
        </p:txBody>
      </p:sp>
      <p:pic>
        <p:nvPicPr>
          <p:cNvPr id="126" name="Picture 125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212,055</a:t>
            </a:r>
            <a:br/>
            <a:r>
              <a:t>10%</a:t>
            </a:r>
          </a:p>
        </p:txBody>
      </p:sp>
      <p:pic>
        <p:nvPicPr>
          <p:cNvPr id="129" name="Picture 128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762,309</a:t>
            </a:r>
            <a:br/>
            <a:r>
              <a:t>36%</a:t>
            </a:r>
          </a:p>
        </p:txBody>
      </p:sp>
      <p:pic>
        <p:nvPicPr>
          <p:cNvPr id="132" name="Picture 131" descr="2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11,002</a:t>
            </a:r>
            <a:br/>
            <a:r>
              <a:t>0.51%</a:t>
            </a:r>
          </a:p>
        </p:txBody>
      </p:sp>
      <p:pic>
        <p:nvPicPr>
          <p:cNvPr id="135" name="Picture 134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2,141,082</a:t>
            </a:r>
          </a:p>
        </p:txBody>
      </p:sp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972,330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1,155,716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577,424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731,105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447,348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520,351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32,803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25,772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79,806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114,913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77,510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111,592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1,331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496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-63%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394,906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424,611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121,837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209,748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197,935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88,673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9" name="TextBox 138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0" name="Table 139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1" name="TextBox 140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3_qro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516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269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516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296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9 UMF, 0 UMFH y 0 UMF-UMAA, y no incluye 8 Unidades Auxiliares de Medicina Familiar.</a:t>
            </a:r>
            <a:br/>
            <a:r>
              <a:t>2. Incluye la UMAA0,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/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1 Chetumal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2 Cozumel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3 Cancún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HGP 7 Puerto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1995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17 Cancún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2007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18 Playa del Carmen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2010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4716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18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 Chetumal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 Cozumel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18 Playa del Carmen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 Cancún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17 Cancún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HGP 7 Puerto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9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7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 F. Carrillo Puerto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 Pucte Río Hondo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1,946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 Isla Mujeres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3,880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9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6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12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11 Playa Carmen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38,902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13 Cancún Norte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34,475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15 Cancún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18,107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14 Cancún Sur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37,011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16 Cancún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33,084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19 Los Héroes de la Salud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27,807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189,386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118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66</a:t>
            </a:r>
          </a:p>
        </p:txBody>
      </p:sp>
      <p:pic>
        <p:nvPicPr>
          <p:cNvPr id="12" name="Picture 11" descr="Mapa_draft_etiquetas_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5590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17 Cancún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18 Playa del Carmen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HGP 7 Puerto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 Cozumel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 Cancún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 Chetumal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29,200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2,098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4,200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403780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17 Cancún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15,787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28,674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HGP 7 Puerto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4,248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18 Playa del Carmen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 Cancún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72,270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5,683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 Chetumal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 Cozumel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3,776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400,770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35,697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73,278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876,960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189,818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125,919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250,560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40,947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25,227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400,770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73,278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35,697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29,200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2,098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47ECCB65-5E51-65E2-D82B-1623D1CC8D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18879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1,190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5,633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84000" y="6083999"/>
          <a:ext cx="504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1,806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926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4,586	 Personal de Salud: 7,003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+352.9%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+39.6%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805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1,124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+23.8%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1,380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1,708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+27.2%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974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1,239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+108.6%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219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-15.1%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258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219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Imagenología Diagnostica y Terapéutica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Imagenología Diagnóstica y Terapéutica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328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5,793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411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60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100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1,647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829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8,680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(262,292)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(38,504)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(3,568)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(9,561)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(338)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(221,331)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 por virus de la inmunodeficiencia humana   (26,932)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cataratas (Facoemulsificación con implante de lente intraocular)   (1,561)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(3,946)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(269)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(100,672)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(24,731)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vesicula biliar (Colecistectomía)   (1,257)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 la vesicula biliar   (1,556)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(218)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(77,911)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(23,302)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(1,238)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(1,344)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Neumonía e influenza  (149)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(70,224)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(15,478)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(1,044)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Hernias   (1,280)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hígado  (133)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31,403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354,471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30,540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428,953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30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315 piezas de equipo médico: 200 camillas, 109 sillas de ruedas, 2 refrigeradores para vacunas, 1 tomógrafo, 1 mastógrafo, 1 unidad de anestesia y 1 monitor de signos vitales.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$68.1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37 piezas de equipo electromecánico: 26 Aires Acondicionados, 7 Plantas de lavado, 4 Elevadores.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$285.4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$15.8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Hospitales Prioritarios en el HGZMF 1 Chetumal y HGR 17 Cancún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$112.7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Mejora en Subdelegaciones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$5.2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7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3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$97.0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$151.0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751.1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327272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UMF 19 10+5 Consultorios, Cancún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$315.5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de 2 Unidades de Medicina Familiar (Isla Mujeres y Pucté Río Hondo)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$0.8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Equipo electromecánico (6 elevadores, 2 lavadoras, 2 secadoras, 1 montacargas, 1 cámara fría, 1 montacargas)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Intervención de 28 salas de quirófanos en 6 hospitales (HGOP 7, HGR 17, HGSZMF 2, HGZ 18, HGZ 3 y HGZMF 1), ubicados en Cancún, Cozumel, Chetumal, Playa del Carmen y Puerto Juárez.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$24.3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Mantenimiento Aires Acondicionados del HGZ 3, HGSZ/MF 2, HGZ 18,  HGOP7 y 5 UMF, Cancún, Playa del Carmen y Cozumel, Chetumal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Recurso para mantenimiento de infraestructura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$74.8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4 hospitales prioritarios (HGSMF 2, HGZ 18, HGZ 3 y HGZMF 1), Cozumel, Playa del Carmen, Cancún y Chetumal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$50.7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28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residencias médicas y programa emergente COVID-19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$11.3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570.1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19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18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3,128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614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6971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971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Pucté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697201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Chetumal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95 Chetumal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23_qro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19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353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Boletín de guarderías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7,071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7,003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HOTELERA PALACE RESORTS S DE RL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9,079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8,964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BENITO JUAREZ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6,525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SOLAYA HOSPITALITY MANAGEMENT GROUP S DE RL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8,095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PLAYA DEL CARMEN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3,920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3,966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EXPERIENCIAS XCARET PARQUES S A P I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7,054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6,648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-5.8%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-19.17%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-16.12%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-7.49%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-1.62%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-1.42%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-0.90%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-0.75%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+2.11%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+2.20%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362,492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1,347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161,070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918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525,827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381,151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142,155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524,610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-57%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-0%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$583.23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$257.01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$583.23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0.6%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$17,496.9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TIENDAS BUENO BONITO Y BARATO DEL SUR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$20,208.85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INDEPENSA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$19,253.73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SERVICIOS GENERALES IDEAS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$17,807.05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Comisión de Agua Potable y Alcantarillado del Estado de Quintana Roo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$1,360.67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Fundación de Parques y Museos de Cozumel Quintana Roo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$182.06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Benito Juárez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$72.33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Quintana Roo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Quintana Roo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174</Words>
  <Application>Microsoft Office PowerPoint</Application>
  <PresentationFormat>Personalizado</PresentationFormat>
  <Paragraphs>62</Paragraphs>
  <Slides>22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Montserrat</vt:lpstr>
      <vt:lpstr>Noto Sans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2026-03-12T18:40:10Z</dcterms:modified>
</cp:coreProperties>
</file>